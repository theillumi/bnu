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A11E5"/>
    <a:srgbClr val="3333FF"/>
    <a:srgbClr val="7456E4"/>
    <a:srgbClr val="150559"/>
    <a:srgbClr val="10104E"/>
    <a:srgbClr val="130A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47" autoAdjust="0"/>
    <p:restoredTop sz="94660"/>
  </p:normalViewPr>
  <p:slideViewPr>
    <p:cSldViewPr>
      <p:cViewPr varScale="1">
        <p:scale>
          <a:sx n="82" d="100"/>
          <a:sy n="82" d="100"/>
        </p:scale>
        <p:origin x="107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E4508-ED81-4412-A3ED-1594673E3525}" type="datetimeFigureOut">
              <a:rPr lang="en-US" smtClean="0"/>
              <a:pPr/>
              <a:t>12/15/2023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D4A7F-B07C-4D14-8875-AB8960C9A8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23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>
              <a:defRPr/>
            </a:pPr>
            <a:r>
              <a:rPr lang="en-US" dirty="0"/>
              <a:t>Introduction to Info. &amp; Comm.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14-12-2023</a:t>
            </a:r>
          </a:p>
        </p:txBody>
      </p:sp>
    </p:spTree>
    <p:extLst>
      <p:ext uri="{BB962C8B-B14F-4D97-AF65-F5344CB8AC3E}">
        <p14:creationId xmlns:p14="http://schemas.microsoft.com/office/powerpoint/2010/main" val="3010805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5ADCB-C0A9-430F-AB1E-37865D36C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F4A28-29E8-4A32-9F33-920780F7B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date June 10, 1960 is special because when we write it in the following format, the month times the day equals the year.</a:t>
            </a:r>
          </a:p>
          <a:p>
            <a:r>
              <a:rPr lang="en-US" dirty="0">
                <a:solidFill>
                  <a:srgbClr val="0000FF"/>
                </a:solidFill>
              </a:rPr>
              <a:t>6/10/60</a:t>
            </a:r>
          </a:p>
          <a:p>
            <a:r>
              <a:rPr lang="en-US" dirty="0"/>
              <a:t>Write a program that asks the user to enter a month (in numeric form), a day, and a two-digit year</a:t>
            </a:r>
          </a:p>
          <a:p>
            <a:r>
              <a:rPr lang="en-US" dirty="0"/>
              <a:t>The program should then determine whether the month times the day is equal to the year</a:t>
            </a:r>
          </a:p>
          <a:p>
            <a:r>
              <a:rPr lang="en-US" dirty="0"/>
              <a:t>If so, it should display a message saying the date is magic, otherwise it should display a message saying the date is not magic.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737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BA9A-4A8A-4FAA-83D5-C785E8B26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36B21-F72E-4C00-867D-FD33B6C05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area of a rectangle is the rectangle’s length times its width. </a:t>
            </a:r>
          </a:p>
          <a:p>
            <a:r>
              <a:rPr lang="en-US" dirty="0"/>
              <a:t>Write a program that asks for the length and width of two rectangles. The program should tell the user which rectangle has the greater area, or if the areas are the same.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190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01FC-1181-48FA-B90C-D4E2483B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E2C0F-3D5C-48A4-8141-DA2B2F293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that asks the user to enter the month (letting the user enter an integer in the range of 1 through 12) </a:t>
            </a:r>
          </a:p>
          <a:p>
            <a:r>
              <a:rPr lang="en-US" dirty="0"/>
              <a:t>The program should then display the number of days in that month</a:t>
            </a:r>
          </a:p>
          <a:p>
            <a:r>
              <a:rPr lang="en-US" i="1" dirty="0">
                <a:solidFill>
                  <a:srgbClr val="0000FF"/>
                </a:solidFill>
              </a:rPr>
              <a:t>Hint: month number:1,3,5,7,8,10,12 </a:t>
            </a:r>
            <a:r>
              <a:rPr lang="en-US" i="1" dirty="0">
                <a:solidFill>
                  <a:srgbClr val="0000FF"/>
                </a:solidFill>
                <a:sym typeface="Wingdings" panose="05000000000000000000" pitchFamily="2" charset="2"/>
              </a:rPr>
              <a:t> 31 days, otherwise 30 days</a:t>
            </a:r>
          </a:p>
          <a:p>
            <a:r>
              <a:rPr lang="en-US" i="1" dirty="0">
                <a:solidFill>
                  <a:srgbClr val="0000FF"/>
                </a:solidFill>
                <a:sym typeface="Wingdings" panose="05000000000000000000" pitchFamily="2" charset="2"/>
              </a:rPr>
              <a:t>Let’s assume that we don’t have to take care of the leap year, Feb will always have 29 days</a:t>
            </a:r>
          </a:p>
          <a:p>
            <a:endParaRPr lang="en-US" i="1" dirty="0">
              <a:solidFill>
                <a:srgbClr val="0000FF"/>
              </a:solidFill>
              <a:sym typeface="Wingdings" panose="05000000000000000000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220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4F604-D893-4111-A757-357942BED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F601F-90E4-46F1-9D22-1BBD6D6BB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an integer as input in variable x</a:t>
            </a:r>
          </a:p>
          <a:p>
            <a:r>
              <a:rPr lang="en-US" dirty="0"/>
              <a:t>Ask the user to enter A or B</a:t>
            </a:r>
          </a:p>
          <a:p>
            <a:r>
              <a:rPr lang="en-US" dirty="0"/>
              <a:t>If the user enters A, your program calculates cube of x and displays the value of x and the cube</a:t>
            </a:r>
          </a:p>
          <a:p>
            <a:r>
              <a:rPr lang="en-US" dirty="0"/>
              <a:t>If the user enters B, your program adds 100 to x and then divide by 10. The output this time is value of x and the remainder after division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211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70AB3-66A1-47A3-912D-35D164FB7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AB905-7D30-4FA1-BE35-D29CB40AE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the user to enter the number of hours worked. If the hours worked are greater than 40 per week then calculate the overtime payment.</a:t>
            </a:r>
          </a:p>
          <a:p>
            <a:r>
              <a:rPr lang="en-US" dirty="0"/>
              <a:t>The payment will be equal to number of overtime hours multiplied by 450 rupees (rate = Rs.450/hour).</a:t>
            </a:r>
          </a:p>
          <a:p>
            <a:r>
              <a:rPr lang="en-US" dirty="0"/>
              <a:t>Display the over time hours and the amount earned on overtime worked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935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4FD40-5CB5-42FC-B57F-A5ADDC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Ex-6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80520-52A7-4852-8F21-901448594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the user to enter a character from the keyboard. Your program should convert the character into an ASCII code.</a:t>
            </a:r>
          </a:p>
          <a:p>
            <a:r>
              <a:rPr lang="en-US" dirty="0"/>
              <a:t>Use </a:t>
            </a:r>
            <a:r>
              <a:rPr lang="en-US" dirty="0">
                <a:solidFill>
                  <a:srgbClr val="0000FF"/>
                </a:solidFill>
              </a:rPr>
              <a:t>int(any character) </a:t>
            </a:r>
            <a:r>
              <a:rPr lang="en-US" dirty="0"/>
              <a:t>built-in function to convert into ASCII code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391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–Ex-6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599" y="1828800"/>
            <a:ext cx="8621486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06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4762</TotalTime>
  <Words>396</Words>
  <Application>Microsoft Office PowerPoint</Application>
  <PresentationFormat>On-screen Show (4:3)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Clarity</vt:lpstr>
      <vt:lpstr>Introduction to Info. &amp; Comm. Technology</vt:lpstr>
      <vt:lpstr>Ex-1</vt:lpstr>
      <vt:lpstr>Ex-2</vt:lpstr>
      <vt:lpstr>Ex-3</vt:lpstr>
      <vt:lpstr>Ex-4</vt:lpstr>
      <vt:lpstr>Ex-5</vt:lpstr>
      <vt:lpstr>Ex-6</vt:lpstr>
      <vt:lpstr>Solution –Ex-6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</dc:title>
  <dc:creator>Shazia Rizwan</dc:creator>
  <cp:lastModifiedBy>Admin</cp:lastModifiedBy>
  <cp:revision>323</cp:revision>
  <dcterms:created xsi:type="dcterms:W3CDTF">2006-08-16T00:00:00Z</dcterms:created>
  <dcterms:modified xsi:type="dcterms:W3CDTF">2023-12-15T05:57:13Z</dcterms:modified>
</cp:coreProperties>
</file>