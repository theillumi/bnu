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A11E5"/>
    <a:srgbClr val="3333FF"/>
    <a:srgbClr val="7456E4"/>
    <a:srgbClr val="150559"/>
    <a:srgbClr val="10104E"/>
    <a:srgbClr val="130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>
      <p:cViewPr varScale="1">
        <p:scale>
          <a:sx n="82" d="100"/>
          <a:sy n="82" d="100"/>
        </p:scale>
        <p:origin x="107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E4508-ED81-4412-A3ED-1594673E3525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D4A7F-B07C-4D14-8875-AB8960C9A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defRPr/>
            </a:pPr>
            <a:r>
              <a:rPr lang="en-US" dirty="0"/>
              <a:t>Introduction to Info. &amp; Comm.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06-12-2023</a:t>
            </a:r>
          </a:p>
        </p:txBody>
      </p:sp>
    </p:spTree>
    <p:extLst>
      <p:ext uri="{BB962C8B-B14F-4D97-AF65-F5344CB8AC3E}">
        <p14:creationId xmlns:p14="http://schemas.microsoft.com/office/powerpoint/2010/main" val="301080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6DF4-D7E2-4353-A867-03D01063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CA891-7699-4491-B356-76DD6E5CB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the following pattern using one output statement</a:t>
            </a:r>
          </a:p>
          <a:p>
            <a:pPr marL="0" indent="0">
              <a:buNone/>
            </a:pPr>
            <a:r>
              <a:rPr lang="en-US" dirty="0"/>
              <a:t>*****</a:t>
            </a:r>
          </a:p>
          <a:p>
            <a:pPr marL="0" indent="0">
              <a:buNone/>
            </a:pPr>
            <a:r>
              <a:rPr lang="en-US" dirty="0"/>
              <a:t>****</a:t>
            </a:r>
          </a:p>
          <a:p>
            <a:pPr marL="0" indent="0">
              <a:buNone/>
            </a:pPr>
            <a:r>
              <a:rPr lang="en-US" dirty="0"/>
              <a:t>***</a:t>
            </a:r>
          </a:p>
          <a:p>
            <a:pPr marL="0" indent="0">
              <a:buNone/>
            </a:pPr>
            <a:r>
              <a:rPr lang="en-US" dirty="0"/>
              <a:t>**</a:t>
            </a:r>
          </a:p>
          <a:p>
            <a:pPr marL="0" indent="0">
              <a:buNone/>
            </a:pPr>
            <a:r>
              <a:rPr lang="en-US" dirty="0"/>
              <a:t>*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6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5D38-4C55-4E76-8500-3D90F2E5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FBD30-F38D-47CE-84C6-DC491A82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to enter three integers</a:t>
            </a:r>
          </a:p>
          <a:p>
            <a:r>
              <a:rPr lang="en-US" dirty="0"/>
              <a:t>Calculate the answer using the formula:</a:t>
            </a:r>
          </a:p>
          <a:p>
            <a:r>
              <a:rPr lang="en-US" dirty="0"/>
              <a:t>Answer = (</a:t>
            </a:r>
            <a:r>
              <a:rPr lang="en-US" dirty="0" err="1"/>
              <a:t>a+b</a:t>
            </a:r>
            <a:r>
              <a:rPr lang="en-US" dirty="0"/>
              <a:t>)*(</a:t>
            </a:r>
            <a:r>
              <a:rPr lang="en-US" dirty="0" err="1"/>
              <a:t>b+c</a:t>
            </a:r>
            <a:r>
              <a:rPr lang="en-US" dirty="0"/>
              <a:t>)-(b-a)</a:t>
            </a:r>
          </a:p>
          <a:p>
            <a:r>
              <a:rPr lang="en-US" dirty="0"/>
              <a:t>Display the values entered by the user and the answer</a:t>
            </a:r>
          </a:p>
        </p:txBody>
      </p:sp>
    </p:spTree>
    <p:extLst>
      <p:ext uri="{BB962C8B-B14F-4D97-AF65-F5344CB8AC3E}">
        <p14:creationId xmlns:p14="http://schemas.microsoft.com/office/powerpoint/2010/main" val="3672588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34C0-A8D3-410E-BD46-FA9C234B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8EAC-A94B-4317-90EF-F942CAD9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to enter an integer</a:t>
            </a:r>
          </a:p>
          <a:p>
            <a:r>
              <a:rPr lang="en-US" dirty="0"/>
              <a:t>Calculate and display square and cube of the entered value and the value itself</a:t>
            </a:r>
          </a:p>
          <a:p>
            <a:r>
              <a:rPr lang="en-US" dirty="0"/>
              <a:t>If the user enters zero or a negative number then display: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Program terminated due to invalid input</a:t>
            </a:r>
          </a:p>
          <a:p>
            <a:pPr marL="0" indent="0">
              <a:buNone/>
            </a:pPr>
            <a:r>
              <a:rPr lang="en-US" dirty="0"/>
              <a:t>Try again…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3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5969-FC9B-4AFE-8F70-A131E3F1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79FD-5DA9-4FC6-BFAC-19582081B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Ask the user to input the variables </a:t>
            </a:r>
            <a:r>
              <a:rPr lang="en-US" dirty="0" err="1"/>
              <a:t>ItemName</a:t>
            </a:r>
            <a:r>
              <a:rPr lang="en-US" dirty="0"/>
              <a:t>, </a:t>
            </a:r>
            <a:r>
              <a:rPr lang="en-US" dirty="0" err="1"/>
              <a:t>DiscountRate</a:t>
            </a:r>
            <a:r>
              <a:rPr lang="en-US" dirty="0"/>
              <a:t>, and </a:t>
            </a:r>
            <a:r>
              <a:rPr lang="en-US" dirty="0" err="1"/>
              <a:t>OriginalPrice</a:t>
            </a:r>
            <a:endParaRPr lang="en-US" dirty="0"/>
          </a:p>
          <a:p>
            <a:pPr lvl="0"/>
            <a:r>
              <a:rPr lang="en-US" dirty="0"/>
              <a:t>Compute</a:t>
            </a:r>
          </a:p>
          <a:p>
            <a:pPr marL="0" indent="0">
              <a:buNone/>
            </a:pPr>
            <a:r>
              <a:rPr lang="en-US" b="1" dirty="0"/>
              <a:t>  </a:t>
            </a:r>
            <a:r>
              <a:rPr lang="en-US" b="1" dirty="0" err="1"/>
              <a:t>SalePrice</a:t>
            </a:r>
            <a:r>
              <a:rPr lang="en-US" b="1" dirty="0"/>
              <a:t> = </a:t>
            </a:r>
            <a:r>
              <a:rPr lang="en-US" b="1" dirty="0" err="1"/>
              <a:t>OriginalPrice</a:t>
            </a:r>
            <a:r>
              <a:rPr lang="en-US" b="1" dirty="0"/>
              <a:t> – </a:t>
            </a:r>
            <a:r>
              <a:rPr lang="en-US" b="1" dirty="0" err="1"/>
              <a:t>AmountSaved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where </a:t>
            </a:r>
            <a:r>
              <a:rPr lang="en-US" dirty="0" err="1"/>
              <a:t>AmountSaved</a:t>
            </a:r>
            <a:r>
              <a:rPr lang="en-US" dirty="0"/>
              <a:t> = </a:t>
            </a:r>
            <a:r>
              <a:rPr lang="en-US" dirty="0" err="1"/>
              <a:t>OriginalPrice</a:t>
            </a:r>
            <a:r>
              <a:rPr lang="en-US" dirty="0"/>
              <a:t> * (</a:t>
            </a:r>
            <a:r>
              <a:rPr lang="en-US" dirty="0" err="1"/>
              <a:t>DiscountRate</a:t>
            </a:r>
            <a:r>
              <a:rPr lang="en-US" dirty="0"/>
              <a:t>/100)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 err="1"/>
              <a:t>TotalPrice</a:t>
            </a:r>
            <a:r>
              <a:rPr lang="en-US" b="1" dirty="0"/>
              <a:t> = </a:t>
            </a:r>
            <a:r>
              <a:rPr lang="en-US" b="1" dirty="0" err="1"/>
              <a:t>SalePrice</a:t>
            </a:r>
            <a:r>
              <a:rPr lang="en-US" b="1" dirty="0"/>
              <a:t> + Tax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Tax = </a:t>
            </a:r>
            <a:r>
              <a:rPr lang="en-US" dirty="0" err="1"/>
              <a:t>SalePrice</a:t>
            </a:r>
            <a:r>
              <a:rPr lang="en-US" dirty="0"/>
              <a:t> * 0.065</a:t>
            </a:r>
          </a:p>
          <a:p>
            <a:r>
              <a:rPr lang="en-US" b="1" dirty="0"/>
              <a:t>  Output/results: </a:t>
            </a:r>
            <a:r>
              <a:rPr lang="en-US" dirty="0"/>
              <a:t>Display the total price (</a:t>
            </a:r>
            <a:r>
              <a:rPr lang="en-US" dirty="0" err="1"/>
              <a:t>TotalPrice</a:t>
            </a:r>
            <a:r>
              <a:rPr lang="en-US" dirty="0"/>
              <a:t>) and the </a:t>
            </a:r>
            <a:r>
              <a:rPr lang="en-US"/>
              <a:t>item 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68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975B-56AD-48C5-BAAF-383E3717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5A28B-5DCE-47C7-B62B-4D76850E5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Write code for a company which pays its salespeople on commission basis. </a:t>
            </a:r>
          </a:p>
          <a:p>
            <a:pPr lvl="0"/>
            <a:r>
              <a:rPr lang="en-US" dirty="0"/>
              <a:t>Each salesperson receives Rs. 4,000 per week plus 6 percent of its gross sales for that week. </a:t>
            </a:r>
          </a:p>
          <a:p>
            <a:pPr lvl="0"/>
            <a:r>
              <a:rPr lang="en-US" dirty="0"/>
              <a:t>For example, a salesperson who sells Rs. 5000 worth of products in a week receives Rs. 4000 plus 6% of Rs. 5000, or a total of Rs. 4,300. </a:t>
            </a:r>
          </a:p>
          <a:p>
            <a:r>
              <a:rPr lang="en-US" dirty="0"/>
              <a:t>Your code will input a salesperson's gross sales for one week and display salary of salesperson</a:t>
            </a:r>
          </a:p>
        </p:txBody>
      </p:sp>
    </p:spTree>
    <p:extLst>
      <p:ext uri="{BB962C8B-B14F-4D97-AF65-F5344CB8AC3E}">
        <p14:creationId xmlns:p14="http://schemas.microsoft.com/office/powerpoint/2010/main" val="2743417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E87E-DD82-4EBE-AC33-A121A706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83D0-F58F-4F74-A1B1-000108186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to enter an integer value. If the entered value is divisible by 2 then display 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&lt;value entered&gt; is an integer</a:t>
            </a:r>
          </a:p>
          <a:p>
            <a:pPr marL="0" indent="0">
              <a:buNone/>
            </a:pPr>
            <a:r>
              <a:rPr lang="en-US" dirty="0"/>
              <a:t> otherwise display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&lt;value entered &gt; is an odd number</a:t>
            </a:r>
          </a:p>
          <a:p>
            <a:r>
              <a:rPr lang="en-US" dirty="0"/>
              <a:t>Display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I am done….</a:t>
            </a:r>
          </a:p>
          <a:p>
            <a:pPr marL="0" indent="0">
              <a:buNone/>
            </a:pPr>
            <a:r>
              <a:rPr lang="en-US" dirty="0"/>
              <a:t>At the end of the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133F-E253-4FDD-8638-E98CA90D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B0A1E-630B-4754-9A53-C734A1377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to enter marks in Quiz-1 out of 10</a:t>
            </a:r>
          </a:p>
          <a:p>
            <a:r>
              <a:rPr lang="en-US" dirty="0"/>
              <a:t>If the marks are 8 and above then display “Well Done”</a:t>
            </a:r>
          </a:p>
          <a:p>
            <a:r>
              <a:rPr lang="en-US" dirty="0"/>
              <a:t>Else display “ Need to improve”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26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EF87-AA37-47D6-9D4E-9324926B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99C0-DC5A-417A-812F-F069BCDC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Ask the user to enter cost and revenue</a:t>
            </a:r>
          </a:p>
          <a:p>
            <a:pPr marL="0" indent="0">
              <a:buNone/>
            </a:pPr>
            <a:r>
              <a:rPr lang="en-US" dirty="0"/>
              <a:t>Calculate</a:t>
            </a:r>
          </a:p>
          <a:p>
            <a:pPr marL="0" indent="0">
              <a:buNone/>
            </a:pPr>
            <a:r>
              <a:rPr lang="en-US" dirty="0"/>
              <a:t>Amount = Revenue − Cost</a:t>
            </a:r>
          </a:p>
          <a:p>
            <a:pPr marL="0" indent="0">
              <a:buNone/>
            </a:pPr>
            <a:r>
              <a:rPr lang="en-US" dirty="0"/>
              <a:t>If Amount is greater than zero then calculate</a:t>
            </a:r>
          </a:p>
          <a:p>
            <a:pPr marL="0" indent="0">
              <a:buNone/>
            </a:pPr>
            <a:r>
              <a:rPr lang="en-US" dirty="0"/>
              <a:t>	SET Profit = Amount and display the Profit</a:t>
            </a:r>
          </a:p>
          <a:p>
            <a:pPr marL="0" indent="0">
              <a:buNone/>
            </a:pPr>
            <a:r>
              <a:rPr lang="en-US" dirty="0"/>
              <a:t>Otherwise </a:t>
            </a:r>
          </a:p>
          <a:p>
            <a:pPr marL="0" indent="0">
              <a:buNone/>
            </a:pPr>
            <a:r>
              <a:rPr lang="en-US" dirty="0"/>
              <a:t> 	SET Loss = −Amount and display the Loss</a:t>
            </a:r>
          </a:p>
        </p:txBody>
      </p:sp>
    </p:spTree>
    <p:extLst>
      <p:ext uri="{BB962C8B-B14F-4D97-AF65-F5344CB8AC3E}">
        <p14:creationId xmlns:p14="http://schemas.microsoft.com/office/powerpoint/2010/main" val="377431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9672-A123-4BE4-B5E5-1A167CDF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83D10-11E0-49C7-BC3F-F15767FE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code to find the maximum of two values entered by the user</a:t>
            </a:r>
          </a:p>
        </p:txBody>
      </p:sp>
    </p:spTree>
    <p:extLst>
      <p:ext uri="{BB962C8B-B14F-4D97-AF65-F5344CB8AC3E}">
        <p14:creationId xmlns:p14="http://schemas.microsoft.com/office/powerpoint/2010/main" val="286290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DFC9-CC83-46E9-8D46-EE745B1F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31D6D-72E3-4211-8081-F1CF3AF25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code to check if a number entered by the user is divisible by 5 and 11</a:t>
            </a:r>
          </a:p>
          <a:p>
            <a:r>
              <a:rPr lang="en-US" dirty="0"/>
              <a:t>Display messages accordingly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24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F110-E32A-4E55-B67E-433DDA8B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793B-3411-4074-A648-4FAB01A64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code to check for leap year. Ask the user to enter a year (4 digit integer value)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If </a:t>
            </a:r>
            <a:r>
              <a:rPr lang="en-US" altLang="en-US" i="1" dirty="0">
                <a:latin typeface="Arial" panose="020B0604020202020204" pitchFamily="34" charset="0"/>
              </a:rPr>
              <a:t>year</a:t>
            </a:r>
            <a:r>
              <a:rPr lang="en-US" altLang="en-US" dirty="0">
                <a:latin typeface="Arial" panose="020B0604020202020204" pitchFamily="34" charset="0"/>
              </a:rPr>
              <a:t> is exactly divisible by </a:t>
            </a:r>
            <a:r>
              <a:rPr lang="en-US" altLang="en-US" dirty="0">
                <a:latin typeface="Arial Unicode MS" panose="020B0604020202020204" pitchFamily="34" charset="-128"/>
              </a:rPr>
              <a:t>4</a:t>
            </a:r>
            <a:r>
              <a:rPr lang="en-US" altLang="en-US" dirty="0"/>
              <a:t> and not divisible by </a:t>
            </a:r>
            <a:r>
              <a:rPr lang="en-US" altLang="en-US" dirty="0">
                <a:latin typeface="Arial Unicode MS" panose="020B0604020202020204" pitchFamily="34" charset="-128"/>
              </a:rPr>
              <a:t>100 </a:t>
            </a:r>
            <a:r>
              <a:rPr lang="en-US" altLang="en-US" dirty="0">
                <a:latin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altLang="en-US" dirty="0"/>
              <a:t>it is leap year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if </a:t>
            </a:r>
            <a:r>
              <a:rPr lang="en-US" altLang="en-US" i="1" dirty="0">
                <a:latin typeface="Arial" panose="020B0604020202020204" pitchFamily="34" charset="0"/>
              </a:rPr>
              <a:t>year</a:t>
            </a:r>
            <a:r>
              <a:rPr lang="en-US" altLang="en-US" dirty="0">
                <a:latin typeface="Arial" panose="020B0604020202020204" pitchFamily="34" charset="0"/>
              </a:rPr>
              <a:t> is exactly divisible by </a:t>
            </a:r>
            <a:r>
              <a:rPr lang="en-US" altLang="en-US" dirty="0">
                <a:latin typeface="Arial Unicode MS" panose="020B0604020202020204" pitchFamily="34" charset="-128"/>
              </a:rPr>
              <a:t>400</a:t>
            </a:r>
            <a:r>
              <a:rPr lang="en-US" altLang="en-US" dirty="0"/>
              <a:t> then it is leap year. 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20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D80C-746C-4D9C-B882-1D57DD23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C06F-28D4-468C-B085-61768D809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computes the tax and tip on a restaurant bill for a patron with a Rs. 5000 meal charge. The tax should be 16 percent of the meal cost. </a:t>
            </a:r>
          </a:p>
          <a:p>
            <a:r>
              <a:rPr lang="en-US" dirty="0"/>
              <a:t>The tip should be 20 percent of the total after adding the tax</a:t>
            </a:r>
          </a:p>
          <a:p>
            <a:r>
              <a:rPr lang="en-US" dirty="0"/>
              <a:t>Display the meal cost, tax amount, tip amount, and total bill on the screen</a:t>
            </a:r>
          </a:p>
        </p:txBody>
      </p:sp>
    </p:spTree>
    <p:extLst>
      <p:ext uri="{BB962C8B-B14F-4D97-AF65-F5344CB8AC3E}">
        <p14:creationId xmlns:p14="http://schemas.microsoft.com/office/powerpoint/2010/main" val="527892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0540-C2BD-46E0-B502-C9DFF390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828E-C2A8-4C75-B1EB-C7975CA62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Nippon paints, Guldberg branch generates 58 percent of total sales. </a:t>
            </a:r>
          </a:p>
          <a:p>
            <a:r>
              <a:rPr lang="en-US" dirty="0"/>
              <a:t>Based on that percentage, write a program that will predict how much the branch will generate if the it </a:t>
            </a:r>
            <a:r>
              <a:rPr lang="en-US"/>
              <a:t>has 5 millions </a:t>
            </a:r>
            <a:r>
              <a:rPr lang="en-US" dirty="0"/>
              <a:t>in sales this year.</a:t>
            </a:r>
          </a:p>
        </p:txBody>
      </p:sp>
    </p:spTree>
    <p:extLst>
      <p:ext uri="{BB962C8B-B14F-4D97-AF65-F5344CB8AC3E}">
        <p14:creationId xmlns:p14="http://schemas.microsoft.com/office/powerpoint/2010/main" val="2679738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4754</TotalTime>
  <Words>570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Calibri</vt:lpstr>
      <vt:lpstr>Trebuchet MS</vt:lpstr>
      <vt:lpstr>Wingdings</vt:lpstr>
      <vt:lpstr>Clarity</vt:lpstr>
      <vt:lpstr>Introduction to Info. &amp; Comm. Technology</vt:lpstr>
      <vt:lpstr>Ex-1</vt:lpstr>
      <vt:lpstr>Ex-2</vt:lpstr>
      <vt:lpstr>Ex-3</vt:lpstr>
      <vt:lpstr>Ex-4</vt:lpstr>
      <vt:lpstr>Ex-5</vt:lpstr>
      <vt:lpstr>Ex-6</vt:lpstr>
      <vt:lpstr>Ex-7</vt:lpstr>
      <vt:lpstr>Ex-8</vt:lpstr>
      <vt:lpstr>Ex-9</vt:lpstr>
      <vt:lpstr>Ex-10</vt:lpstr>
      <vt:lpstr>Ex-11</vt:lpstr>
      <vt:lpstr>Ex-12</vt:lpstr>
      <vt:lpstr>Ex-13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Shazia Rizwan</dc:creator>
  <cp:lastModifiedBy>Admin</cp:lastModifiedBy>
  <cp:revision>319</cp:revision>
  <dcterms:created xsi:type="dcterms:W3CDTF">2006-08-16T00:00:00Z</dcterms:created>
  <dcterms:modified xsi:type="dcterms:W3CDTF">2023-12-06T07:40:43Z</dcterms:modified>
</cp:coreProperties>
</file>