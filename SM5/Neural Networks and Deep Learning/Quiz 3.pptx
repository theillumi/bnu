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H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23277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H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63228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637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H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H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5746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H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H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5733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1978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378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H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2795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92428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H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2118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H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772140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H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H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E7C70-2546-4D3B-87F9-9FBC32722DE5}" type="datetimeFigureOut">
              <a:rPr lang="en-HK" smtClean="0"/>
              <a:t>19/12/2025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A3F7D-9C4A-43AB-8367-B482C0B8773D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3992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253220"/>
            <a:ext cx="11521440" cy="1055076"/>
          </a:xfrm>
        </p:spPr>
        <p:txBody>
          <a:bodyPr>
            <a:normAutofit/>
          </a:bodyPr>
          <a:lstStyle/>
          <a:p>
            <a:r>
              <a:rPr lang="en-HK" b="1" dirty="0" smtClean="0"/>
              <a:t>Quiz 3</a:t>
            </a:r>
            <a:endParaRPr lang="en-HK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" y="1631853"/>
            <a:ext cx="11521440" cy="5050302"/>
          </a:xfrm>
        </p:spPr>
        <p:txBody>
          <a:bodyPr/>
          <a:lstStyle/>
          <a:p>
            <a:pPr algn="just"/>
            <a:r>
              <a:rPr lang="en-HK" dirty="0" smtClean="0"/>
              <a:t>Q 1. </a:t>
            </a:r>
            <a:r>
              <a:rPr lang="en-HK" dirty="0" err="1" smtClean="0"/>
              <a:t>Variational</a:t>
            </a:r>
            <a:r>
              <a:rPr lang="en-HK" dirty="0" smtClean="0"/>
              <a:t> </a:t>
            </a:r>
            <a:r>
              <a:rPr lang="en-HK" dirty="0" err="1" smtClean="0"/>
              <a:t>autoencoders</a:t>
            </a:r>
            <a:r>
              <a:rPr lang="en-HK" dirty="0" smtClean="0"/>
              <a:t> minimize reconstruction loss just like a normal </a:t>
            </a:r>
            <a:r>
              <a:rPr lang="en-HK" dirty="0" err="1" smtClean="0"/>
              <a:t>autoencoder</a:t>
            </a:r>
            <a:r>
              <a:rPr lang="en-HK" dirty="0" smtClean="0"/>
              <a:t>. What else do they minimize? (2 marks)</a:t>
            </a:r>
          </a:p>
          <a:p>
            <a:pPr algn="just"/>
            <a:endParaRPr lang="en-HK" dirty="0" smtClean="0"/>
          </a:p>
          <a:p>
            <a:pPr algn="just"/>
            <a:endParaRPr lang="en-HK" dirty="0" smtClean="0"/>
          </a:p>
          <a:p>
            <a:pPr algn="just"/>
            <a:r>
              <a:rPr lang="en-HK" dirty="0" smtClean="0"/>
              <a:t>Q2. What are the two main fundamental differences between </a:t>
            </a:r>
            <a:r>
              <a:rPr lang="en-HK" dirty="0" err="1"/>
              <a:t>Undercomplete</a:t>
            </a:r>
            <a:r>
              <a:rPr lang="en-HK" dirty="0"/>
              <a:t> </a:t>
            </a:r>
            <a:r>
              <a:rPr lang="en-HK" dirty="0" err="1" smtClean="0"/>
              <a:t>autoencoders</a:t>
            </a:r>
            <a:r>
              <a:rPr lang="en-HK" dirty="0" smtClean="0"/>
              <a:t> and </a:t>
            </a:r>
            <a:r>
              <a:rPr lang="en-HK" dirty="0" err="1" smtClean="0"/>
              <a:t>overcomplete</a:t>
            </a:r>
            <a:r>
              <a:rPr lang="en-HK" dirty="0" smtClean="0"/>
              <a:t> </a:t>
            </a:r>
            <a:r>
              <a:rPr lang="en-HK" dirty="0" err="1" smtClean="0"/>
              <a:t>autoencoders</a:t>
            </a:r>
            <a:r>
              <a:rPr lang="en-HK" dirty="0" smtClean="0"/>
              <a:t>? (4 marks)</a:t>
            </a:r>
          </a:p>
          <a:p>
            <a:pPr algn="just"/>
            <a:endParaRPr lang="en-HK" dirty="0" smtClean="0"/>
          </a:p>
          <a:p>
            <a:pPr algn="just"/>
            <a:endParaRPr lang="en-HK" dirty="0"/>
          </a:p>
          <a:p>
            <a:pPr algn="just"/>
            <a:r>
              <a:rPr lang="en-HK" dirty="0" smtClean="0"/>
              <a:t>Q 3. How can we reduce </a:t>
            </a:r>
            <a:r>
              <a:rPr lang="en-HK" dirty="0" err="1" smtClean="0"/>
              <a:t>dimentionality</a:t>
            </a:r>
            <a:r>
              <a:rPr lang="en-HK" dirty="0" smtClean="0"/>
              <a:t> of an image while applying </a:t>
            </a:r>
            <a:r>
              <a:rPr lang="en-HK" dirty="0" err="1" smtClean="0"/>
              <a:t>autoencoder</a:t>
            </a:r>
            <a:r>
              <a:rPr lang="en-HK" dirty="0" smtClean="0"/>
              <a:t> (linear/ </a:t>
            </a:r>
            <a:r>
              <a:rPr lang="en-HK" dirty="0" err="1" smtClean="0"/>
              <a:t>conv</a:t>
            </a:r>
            <a:r>
              <a:rPr lang="en-HK" dirty="0" smtClean="0"/>
              <a:t>) and how do reconstruct it back to its original dimensions? (4 marks)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5262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Quiz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3</dc:title>
  <dc:creator>sash</dc:creator>
  <cp:lastModifiedBy>sash</cp:lastModifiedBy>
  <cp:revision>3</cp:revision>
  <dcterms:created xsi:type="dcterms:W3CDTF">2025-12-19T05:49:40Z</dcterms:created>
  <dcterms:modified xsi:type="dcterms:W3CDTF">2025-12-19T06:00:52Z</dcterms:modified>
</cp:coreProperties>
</file>