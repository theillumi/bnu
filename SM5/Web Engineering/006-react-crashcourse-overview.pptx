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10"/>
    <p:restoredTop sz="94668"/>
  </p:normalViewPr>
  <p:slideViewPr>
    <p:cSldViewPr>
      <p:cViewPr varScale="1">
        <p:scale>
          <a:sx n="92" d="100"/>
          <a:sy n="92" d="100"/>
        </p:scale>
        <p:origin x="1360" y="4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7091407" y="10640607"/>
            <a:ext cx="2109469" cy="394334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ts val="2790"/>
              </a:lnSpc>
            </a:pPr>
            <a:r>
              <a:rPr dirty="0"/>
              <a:t>luv2code</a:t>
            </a:r>
            <a:r>
              <a:rPr spc="95" dirty="0"/>
              <a:t> </a:t>
            </a:r>
            <a:r>
              <a:rPr spc="-25" dirty="0"/>
              <a:t>LLC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84202" y="9998060"/>
            <a:ext cx="14135735" cy="635"/>
          </a:xfrm>
          <a:custGeom>
            <a:avLst/>
            <a:gdLst/>
            <a:ahLst/>
            <a:cxnLst/>
            <a:rect l="l" t="t" r="r" b="b"/>
            <a:pathLst>
              <a:path w="14135735" h="634">
                <a:moveTo>
                  <a:pt x="0" y="0"/>
                </a:moveTo>
                <a:lnTo>
                  <a:pt x="14135695" y="0"/>
                </a:lnTo>
                <a:lnTo>
                  <a:pt x="0" y="104"/>
                </a:lnTo>
                <a:close/>
              </a:path>
            </a:pathLst>
          </a:custGeom>
          <a:ln w="10470">
            <a:solidFill>
              <a:srgbClr val="7996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84202" y="10056958"/>
            <a:ext cx="14135735" cy="635"/>
          </a:xfrm>
          <a:custGeom>
            <a:avLst/>
            <a:gdLst/>
            <a:ahLst/>
            <a:cxnLst/>
            <a:rect l="l" t="t" r="r" b="b"/>
            <a:pathLst>
              <a:path w="14135735" h="634">
                <a:moveTo>
                  <a:pt x="0" y="0"/>
                </a:moveTo>
                <a:lnTo>
                  <a:pt x="14135695" y="0"/>
                </a:lnTo>
                <a:lnTo>
                  <a:pt x="0" y="104"/>
                </a:lnTo>
                <a:close/>
              </a:path>
            </a:pathLst>
          </a:custGeom>
          <a:ln w="10470">
            <a:solidFill>
              <a:srgbClr val="7996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3761" y="2288643"/>
            <a:ext cx="16156576" cy="792050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7169" y="2194405"/>
            <a:ext cx="167534" cy="15706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109395" y="2194405"/>
            <a:ext cx="167534" cy="15706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27169" y="2351468"/>
            <a:ext cx="167534" cy="8135877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109395" y="2351468"/>
            <a:ext cx="167534" cy="8135877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94703" y="2194405"/>
            <a:ext cx="16114692" cy="157063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94703" y="10152277"/>
            <a:ext cx="16114692" cy="33506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3015" y="489330"/>
            <a:ext cx="18138069" cy="1433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13170" y="1984232"/>
            <a:ext cx="17913985" cy="7631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://www.react.org/" TargetMode="Externa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:5100/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26" Type="http://schemas.openxmlformats.org/officeDocument/2006/relationships/image" Target="../media/image76.png"/><Relationship Id="rId3" Type="http://schemas.openxmlformats.org/officeDocument/2006/relationships/image" Target="../media/image53.png"/><Relationship Id="rId21" Type="http://schemas.openxmlformats.org/officeDocument/2006/relationships/image" Target="../media/image71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5" Type="http://schemas.openxmlformats.org/officeDocument/2006/relationships/image" Target="../media/image75.png"/><Relationship Id="rId2" Type="http://schemas.openxmlformats.org/officeDocument/2006/relationships/image" Target="../media/image52.jpg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24" Type="http://schemas.openxmlformats.org/officeDocument/2006/relationships/image" Target="../media/image74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985135">
              <a:lnSpc>
                <a:spcPct val="100000"/>
              </a:lnSpc>
              <a:spcBef>
                <a:spcPts val="135"/>
              </a:spcBef>
            </a:pPr>
            <a:r>
              <a:rPr sz="9200" spc="-114" dirty="0">
                <a:latin typeface="Arial"/>
                <a:cs typeface="Arial"/>
              </a:rPr>
              <a:t>React</a:t>
            </a:r>
            <a:r>
              <a:rPr sz="9200" spc="-455" dirty="0">
                <a:latin typeface="Arial"/>
                <a:cs typeface="Arial"/>
              </a:rPr>
              <a:t> </a:t>
            </a:r>
            <a:r>
              <a:rPr sz="9200" dirty="0">
                <a:latin typeface="Arial"/>
                <a:cs typeface="Arial"/>
              </a:rPr>
              <a:t>-</a:t>
            </a:r>
            <a:r>
              <a:rPr sz="9200" spc="-455" dirty="0">
                <a:latin typeface="Arial"/>
                <a:cs typeface="Arial"/>
              </a:rPr>
              <a:t> </a:t>
            </a:r>
            <a:r>
              <a:rPr sz="9200" spc="-140" dirty="0">
                <a:latin typeface="Arial"/>
                <a:cs typeface="Arial"/>
              </a:rPr>
              <a:t>Getting</a:t>
            </a:r>
            <a:r>
              <a:rPr sz="9200" spc="-450" dirty="0">
                <a:latin typeface="Arial"/>
                <a:cs typeface="Arial"/>
              </a:rPr>
              <a:t> </a:t>
            </a:r>
            <a:r>
              <a:rPr sz="9200" spc="-110" dirty="0">
                <a:latin typeface="Arial"/>
                <a:cs typeface="Arial"/>
              </a:rPr>
              <a:t>Started</a:t>
            </a:r>
            <a:endParaRPr sz="9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45" dirty="0"/>
              <a:t>React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014" y="2821523"/>
            <a:ext cx="1593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6156" y="2704768"/>
            <a:ext cx="16137890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dirty="0">
                <a:latin typeface="Palatino Linotype"/>
                <a:cs typeface="Palatino Linotype"/>
              </a:rPr>
              <a:t>React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is</a:t>
            </a:r>
            <a:r>
              <a:rPr sz="4250" spc="1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a</a:t>
            </a:r>
            <a:r>
              <a:rPr sz="4250" spc="2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framework</a:t>
            </a:r>
            <a:r>
              <a:rPr sz="4250" spc="2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for</a:t>
            </a:r>
            <a:r>
              <a:rPr sz="4250" spc="2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building</a:t>
            </a:r>
            <a:r>
              <a:rPr sz="4250" spc="1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modern</a:t>
            </a:r>
            <a:r>
              <a:rPr sz="4250" spc="20" dirty="0">
                <a:latin typeface="Palatino Linotype"/>
                <a:cs typeface="Palatino Linotype"/>
              </a:rPr>
              <a:t> </a:t>
            </a:r>
            <a:r>
              <a:rPr sz="4250" spc="-10" dirty="0">
                <a:latin typeface="Palatino Linotype"/>
                <a:cs typeface="Palatino Linotype"/>
              </a:rPr>
              <a:t>single-</a:t>
            </a:r>
            <a:r>
              <a:rPr sz="4250" dirty="0">
                <a:latin typeface="Palatino Linotype"/>
                <a:cs typeface="Palatino Linotype"/>
              </a:rPr>
              <a:t>page</a:t>
            </a:r>
            <a:r>
              <a:rPr sz="4250" spc="20" dirty="0">
                <a:latin typeface="Palatino Linotype"/>
                <a:cs typeface="Palatino Linotype"/>
              </a:rPr>
              <a:t> </a:t>
            </a:r>
            <a:r>
              <a:rPr sz="4250" spc="-10" dirty="0">
                <a:latin typeface="Palatino Linotype"/>
                <a:cs typeface="Palatino Linotype"/>
              </a:rPr>
              <a:t>applications</a:t>
            </a:r>
            <a:endParaRPr sz="4250">
              <a:latin typeface="Palatino Linotype"/>
              <a:cs typeface="Palatino Linotyp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729371" y="3115314"/>
            <a:ext cx="6638290" cy="5960110"/>
            <a:chOff x="12729371" y="3115314"/>
            <a:chExt cx="6638290" cy="59601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29371" y="3115314"/>
              <a:ext cx="6638214" cy="59595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48207" y="4487521"/>
              <a:ext cx="5800543" cy="320114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5143089" y="4818080"/>
            <a:ext cx="3042285" cy="120459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78155" marR="5080" indent="-466090">
              <a:lnSpc>
                <a:spcPts val="4530"/>
              </a:lnSpc>
              <a:spcBef>
                <a:spcPts val="420"/>
              </a:spcBef>
            </a:pPr>
            <a:r>
              <a:rPr sz="3950" b="1" dirty="0">
                <a:solidFill>
                  <a:srgbClr val="FFFFFF"/>
                </a:solidFill>
                <a:latin typeface="Arial"/>
                <a:cs typeface="Arial"/>
              </a:rPr>
              <a:t>Official</a:t>
            </a:r>
            <a:r>
              <a:rPr sz="39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docs </a:t>
            </a:r>
            <a:r>
              <a:rPr sz="3950" b="1" spc="-10" dirty="0">
                <a:solidFill>
                  <a:srgbClr val="FFFFFF"/>
                </a:solidFill>
                <a:latin typeface="Arial"/>
                <a:cs typeface="Arial"/>
              </a:rPr>
              <a:t>Tutorials</a:t>
            </a:r>
            <a:endParaRPr sz="395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66564" y="8010380"/>
            <a:ext cx="9612885" cy="104708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942869" y="8091754"/>
            <a:ext cx="4460875" cy="8426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350" spc="-50" dirty="0">
                <a:solidFill>
                  <a:srgbClr val="FFFFFF"/>
                </a:solidFill>
                <a:latin typeface="Palatino Linotype"/>
                <a:cs typeface="Palatino Linotype"/>
                <a:hlinkClick r:id="rId5"/>
              </a:rPr>
              <a:t>www.react.org</a:t>
            </a:r>
            <a:endParaRPr sz="5350">
              <a:latin typeface="Palatino Linotype"/>
              <a:cs typeface="Palatino Linotyp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31291" y="3533519"/>
            <a:ext cx="4241516" cy="42415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80" dirty="0"/>
              <a:t>React</a:t>
            </a:r>
            <a:r>
              <a:rPr spc="-65" dirty="0"/>
              <a:t> </a:t>
            </a:r>
            <a:r>
              <a:rPr spc="125" dirty="0"/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014" y="2902132"/>
            <a:ext cx="1593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6156" y="2785375"/>
            <a:ext cx="7280909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dirty="0">
                <a:latin typeface="Palatino Linotype"/>
                <a:cs typeface="Palatino Linotype"/>
              </a:rPr>
              <a:t>Component-based</a:t>
            </a:r>
            <a:r>
              <a:rPr sz="4250" spc="-5" dirty="0">
                <a:latin typeface="Palatino Linotype"/>
                <a:cs typeface="Palatino Linotype"/>
              </a:rPr>
              <a:t> </a:t>
            </a:r>
            <a:r>
              <a:rPr sz="4250" spc="-10" dirty="0">
                <a:latin typeface="Palatino Linotype"/>
                <a:cs typeface="Palatino Linotype"/>
              </a:rPr>
              <a:t>framework</a:t>
            </a:r>
            <a:endParaRPr sz="425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3014" y="4053930"/>
            <a:ext cx="1593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6156" y="3937173"/>
            <a:ext cx="431990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dirty="0">
                <a:latin typeface="Palatino Linotype"/>
                <a:cs typeface="Palatino Linotype"/>
              </a:rPr>
              <a:t>Declarative</a:t>
            </a:r>
            <a:r>
              <a:rPr sz="4250" spc="-30" dirty="0">
                <a:latin typeface="Palatino Linotype"/>
                <a:cs typeface="Palatino Linotype"/>
              </a:rPr>
              <a:t> </a:t>
            </a:r>
            <a:r>
              <a:rPr sz="4250" spc="-10" dirty="0">
                <a:latin typeface="Palatino Linotype"/>
                <a:cs typeface="Palatino Linotype"/>
              </a:rPr>
              <a:t>views</a:t>
            </a:r>
            <a:endParaRPr sz="425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3014" y="5205727"/>
            <a:ext cx="1593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56156" y="5088970"/>
            <a:ext cx="1042098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dirty="0">
                <a:latin typeface="Palatino Linotype"/>
                <a:cs typeface="Palatino Linotype"/>
              </a:rPr>
              <a:t>Component logic is written with </a:t>
            </a:r>
            <a:r>
              <a:rPr sz="4250" spc="-10" dirty="0">
                <a:latin typeface="Palatino Linotype"/>
                <a:cs typeface="Palatino Linotype"/>
              </a:rPr>
              <a:t>JavaScript</a:t>
            </a:r>
            <a:endParaRPr sz="4250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3014" y="6357524"/>
            <a:ext cx="1593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56156" y="6240768"/>
            <a:ext cx="1398206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dirty="0">
                <a:latin typeface="Palatino Linotype"/>
                <a:cs typeface="Palatino Linotype"/>
              </a:rPr>
              <a:t>Supports</a:t>
            </a:r>
            <a:r>
              <a:rPr sz="4250" spc="-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responsive</a:t>
            </a:r>
            <a:r>
              <a:rPr sz="4250" spc="-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web</a:t>
            </a:r>
            <a:r>
              <a:rPr sz="4250" spc="-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design</a:t>
            </a:r>
            <a:r>
              <a:rPr sz="4250" spc="-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and</a:t>
            </a:r>
            <a:r>
              <a:rPr sz="4250" spc="-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modern</a:t>
            </a:r>
            <a:r>
              <a:rPr sz="4250" spc="-5" dirty="0">
                <a:latin typeface="Palatino Linotype"/>
                <a:cs typeface="Palatino Linotype"/>
              </a:rPr>
              <a:t> </a:t>
            </a:r>
            <a:r>
              <a:rPr sz="4250" spc="-10" dirty="0">
                <a:latin typeface="Palatino Linotype"/>
                <a:cs typeface="Palatino Linotype"/>
              </a:rPr>
              <a:t>frameworks</a:t>
            </a:r>
            <a:endParaRPr sz="4250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01849" y="7509322"/>
            <a:ext cx="1593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74992" y="7392565"/>
            <a:ext cx="1172400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dirty="0">
                <a:latin typeface="Palatino Linotype"/>
                <a:cs typeface="Palatino Linotype"/>
              </a:rPr>
              <a:t>Bootstrap,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Google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Material</a:t>
            </a:r>
            <a:r>
              <a:rPr sz="4250" spc="1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Design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and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others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spc="-50" dirty="0">
                <a:latin typeface="Palatino Linotype"/>
                <a:cs typeface="Palatino Linotype"/>
              </a:rPr>
              <a:t>…</a:t>
            </a:r>
            <a:endParaRPr sz="4250">
              <a:latin typeface="Palatino Linotype"/>
              <a:cs typeface="Palatino Linotype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82528" y="75184"/>
            <a:ext cx="4241516" cy="42415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80" dirty="0"/>
              <a:t>React</a:t>
            </a:r>
            <a:r>
              <a:rPr spc="-65" dirty="0"/>
              <a:t> </a:t>
            </a:r>
            <a:r>
              <a:rPr spc="120" dirty="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08870" y="2905184"/>
            <a:ext cx="6010275" cy="1151890"/>
            <a:chOff x="1908870" y="2905184"/>
            <a:chExt cx="6010275" cy="1151890"/>
          </a:xfrm>
        </p:grpSpPr>
        <p:sp>
          <p:nvSpPr>
            <p:cNvPr id="4" name="object 4"/>
            <p:cNvSpPr/>
            <p:nvPr/>
          </p:nvSpPr>
          <p:spPr>
            <a:xfrm>
              <a:off x="5695376" y="3460141"/>
              <a:ext cx="2197100" cy="0"/>
            </a:xfrm>
            <a:custGeom>
              <a:avLst/>
              <a:gdLst/>
              <a:ahLst/>
              <a:cxnLst/>
              <a:rect l="l" t="t" r="r" b="b"/>
              <a:pathLst>
                <a:path w="2197100">
                  <a:moveTo>
                    <a:pt x="0" y="0"/>
                  </a:moveTo>
                  <a:lnTo>
                    <a:pt x="2196996" y="0"/>
                  </a:lnTo>
                </a:path>
              </a:pathLst>
            </a:custGeom>
            <a:ln w="52354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8870" y="2905184"/>
              <a:ext cx="3853936" cy="11517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61225" y="2936597"/>
              <a:ext cx="3749675" cy="1047115"/>
            </a:xfrm>
            <a:custGeom>
              <a:avLst/>
              <a:gdLst/>
              <a:ahLst/>
              <a:cxnLst/>
              <a:rect l="l" t="t" r="r" b="b"/>
              <a:pathLst>
                <a:path w="3749675" h="1047114">
                  <a:moveTo>
                    <a:pt x="3509130" y="0"/>
                  </a:moveTo>
                  <a:lnTo>
                    <a:pt x="240097" y="0"/>
                  </a:lnTo>
                  <a:lnTo>
                    <a:pt x="192319" y="183"/>
                  </a:lnTo>
                  <a:lnTo>
                    <a:pt x="153788" y="1470"/>
                  </a:lnTo>
                  <a:lnTo>
                    <a:pt x="99184" y="11766"/>
                  </a:lnTo>
                  <a:lnTo>
                    <a:pt x="45785" y="45785"/>
                  </a:lnTo>
                  <a:lnTo>
                    <a:pt x="11766" y="99185"/>
                  </a:lnTo>
                  <a:lnTo>
                    <a:pt x="1470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2"/>
                  </a:lnTo>
                  <a:lnTo>
                    <a:pt x="183" y="854770"/>
                  </a:lnTo>
                  <a:lnTo>
                    <a:pt x="1470" y="893300"/>
                  </a:lnTo>
                  <a:lnTo>
                    <a:pt x="11766" y="947904"/>
                  </a:lnTo>
                  <a:lnTo>
                    <a:pt x="45785" y="1001304"/>
                  </a:lnTo>
                  <a:lnTo>
                    <a:pt x="99184" y="1035323"/>
                  </a:lnTo>
                  <a:lnTo>
                    <a:pt x="153788" y="1045617"/>
                  </a:lnTo>
                  <a:lnTo>
                    <a:pt x="192319" y="1046904"/>
                  </a:lnTo>
                  <a:lnTo>
                    <a:pt x="240097" y="1047088"/>
                  </a:lnTo>
                  <a:lnTo>
                    <a:pt x="3509130" y="1047088"/>
                  </a:lnTo>
                  <a:lnTo>
                    <a:pt x="3556909" y="1046904"/>
                  </a:lnTo>
                  <a:lnTo>
                    <a:pt x="3595439" y="1045617"/>
                  </a:lnTo>
                  <a:lnTo>
                    <a:pt x="3650043" y="1035323"/>
                  </a:lnTo>
                  <a:lnTo>
                    <a:pt x="3703442" y="1001304"/>
                  </a:lnTo>
                  <a:lnTo>
                    <a:pt x="3737462" y="947904"/>
                  </a:lnTo>
                  <a:lnTo>
                    <a:pt x="3747757" y="893300"/>
                  </a:lnTo>
                  <a:lnTo>
                    <a:pt x="3749044" y="854770"/>
                  </a:lnTo>
                  <a:lnTo>
                    <a:pt x="3749228" y="806992"/>
                  </a:lnTo>
                  <a:lnTo>
                    <a:pt x="3749228" y="240097"/>
                  </a:lnTo>
                  <a:lnTo>
                    <a:pt x="3749044" y="192319"/>
                  </a:lnTo>
                  <a:lnTo>
                    <a:pt x="3747757" y="153788"/>
                  </a:lnTo>
                  <a:lnTo>
                    <a:pt x="3737462" y="99185"/>
                  </a:lnTo>
                  <a:lnTo>
                    <a:pt x="3703442" y="45785"/>
                  </a:lnTo>
                  <a:lnTo>
                    <a:pt x="3650043" y="11766"/>
                  </a:lnTo>
                  <a:lnTo>
                    <a:pt x="3595439" y="1470"/>
                  </a:lnTo>
                  <a:lnTo>
                    <a:pt x="3556909" y="183"/>
                  </a:lnTo>
                  <a:lnTo>
                    <a:pt x="3509130" y="0"/>
                  </a:lnTo>
                  <a:close/>
                </a:path>
              </a:pathLst>
            </a:custGeom>
            <a:solidFill>
              <a:srgbClr val="B08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271570" y="3155842"/>
            <a:ext cx="3129280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Renders</a:t>
            </a: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spc="-20" dirty="0">
                <a:solidFill>
                  <a:srgbClr val="FFFFFF"/>
                </a:solidFill>
                <a:latin typeface="Arial"/>
                <a:cs typeface="Arial"/>
              </a:rPr>
              <a:t>HTML</a:t>
            </a:r>
            <a:endParaRPr sz="34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417686" y="2905184"/>
            <a:ext cx="6042025" cy="1151890"/>
            <a:chOff x="11417686" y="2905184"/>
            <a:chExt cx="6042025" cy="1151890"/>
          </a:xfrm>
        </p:grpSpPr>
        <p:sp>
          <p:nvSpPr>
            <p:cNvPr id="9" name="object 9"/>
            <p:cNvSpPr/>
            <p:nvPr/>
          </p:nvSpPr>
          <p:spPr>
            <a:xfrm>
              <a:off x="11444039" y="3460141"/>
              <a:ext cx="2311400" cy="0"/>
            </a:xfrm>
            <a:custGeom>
              <a:avLst/>
              <a:gdLst/>
              <a:ahLst/>
              <a:cxnLst/>
              <a:rect l="l" t="t" r="r" b="b"/>
              <a:pathLst>
                <a:path w="2311400">
                  <a:moveTo>
                    <a:pt x="0" y="0"/>
                  </a:moveTo>
                  <a:lnTo>
                    <a:pt x="2311110" y="0"/>
                  </a:lnTo>
                </a:path>
              </a:pathLst>
            </a:custGeom>
            <a:ln w="52354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05491" y="2905184"/>
              <a:ext cx="3853936" cy="115179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657846" y="2936597"/>
              <a:ext cx="3749675" cy="1047115"/>
            </a:xfrm>
            <a:custGeom>
              <a:avLst/>
              <a:gdLst/>
              <a:ahLst/>
              <a:cxnLst/>
              <a:rect l="l" t="t" r="r" b="b"/>
              <a:pathLst>
                <a:path w="3749675" h="1047114">
                  <a:moveTo>
                    <a:pt x="3509128" y="0"/>
                  </a:moveTo>
                  <a:lnTo>
                    <a:pt x="240097" y="0"/>
                  </a:lnTo>
                  <a:lnTo>
                    <a:pt x="192318" y="183"/>
                  </a:lnTo>
                  <a:lnTo>
                    <a:pt x="153787" y="1470"/>
                  </a:lnTo>
                  <a:lnTo>
                    <a:pt x="99180" y="11766"/>
                  </a:lnTo>
                  <a:lnTo>
                    <a:pt x="45783" y="45785"/>
                  </a:lnTo>
                  <a:lnTo>
                    <a:pt x="11769" y="99185"/>
                  </a:lnTo>
                  <a:lnTo>
                    <a:pt x="1471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2"/>
                  </a:lnTo>
                  <a:lnTo>
                    <a:pt x="183" y="854770"/>
                  </a:lnTo>
                  <a:lnTo>
                    <a:pt x="1471" y="893300"/>
                  </a:lnTo>
                  <a:lnTo>
                    <a:pt x="11769" y="947904"/>
                  </a:lnTo>
                  <a:lnTo>
                    <a:pt x="45783" y="1001304"/>
                  </a:lnTo>
                  <a:lnTo>
                    <a:pt x="99180" y="1035323"/>
                  </a:lnTo>
                  <a:lnTo>
                    <a:pt x="153787" y="1045617"/>
                  </a:lnTo>
                  <a:lnTo>
                    <a:pt x="192318" y="1046904"/>
                  </a:lnTo>
                  <a:lnTo>
                    <a:pt x="240097" y="1047088"/>
                  </a:lnTo>
                  <a:lnTo>
                    <a:pt x="3509128" y="1047088"/>
                  </a:lnTo>
                  <a:lnTo>
                    <a:pt x="3556907" y="1046904"/>
                  </a:lnTo>
                  <a:lnTo>
                    <a:pt x="3595438" y="1045617"/>
                  </a:lnTo>
                  <a:lnTo>
                    <a:pt x="3650045" y="1035323"/>
                  </a:lnTo>
                  <a:lnTo>
                    <a:pt x="3703442" y="1001304"/>
                  </a:lnTo>
                  <a:lnTo>
                    <a:pt x="3737456" y="947904"/>
                  </a:lnTo>
                  <a:lnTo>
                    <a:pt x="3747754" y="893300"/>
                  </a:lnTo>
                  <a:lnTo>
                    <a:pt x="3749042" y="854770"/>
                  </a:lnTo>
                  <a:lnTo>
                    <a:pt x="3749226" y="806992"/>
                  </a:lnTo>
                  <a:lnTo>
                    <a:pt x="3749226" y="240097"/>
                  </a:lnTo>
                  <a:lnTo>
                    <a:pt x="3749042" y="192319"/>
                  </a:lnTo>
                  <a:lnTo>
                    <a:pt x="3747754" y="153788"/>
                  </a:lnTo>
                  <a:lnTo>
                    <a:pt x="3737456" y="99185"/>
                  </a:lnTo>
                  <a:lnTo>
                    <a:pt x="3703442" y="45785"/>
                  </a:lnTo>
                  <a:lnTo>
                    <a:pt x="3650045" y="11766"/>
                  </a:lnTo>
                  <a:lnTo>
                    <a:pt x="3595438" y="1470"/>
                  </a:lnTo>
                  <a:lnTo>
                    <a:pt x="3556907" y="183"/>
                  </a:lnTo>
                  <a:lnTo>
                    <a:pt x="3509128" y="0"/>
                  </a:lnTo>
                  <a:close/>
                </a:path>
              </a:pathLst>
            </a:custGeom>
            <a:solidFill>
              <a:srgbClr val="436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407426" y="3155842"/>
            <a:ext cx="2250440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JavaScript</a:t>
            </a:r>
            <a:endParaRPr sz="34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529694" y="5046761"/>
            <a:ext cx="3854450" cy="2585085"/>
            <a:chOff x="14529694" y="5046761"/>
            <a:chExt cx="3854450" cy="258508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29694" y="5046761"/>
              <a:ext cx="3853936" cy="25849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82071" y="5078272"/>
              <a:ext cx="3749180" cy="248003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4954070" y="5083543"/>
            <a:ext cx="300672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34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Module</a:t>
            </a:r>
            <a:endParaRPr sz="34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4927848" y="6012292"/>
            <a:ext cx="3058160" cy="842644"/>
            <a:chOff x="14927848" y="6012292"/>
            <a:chExt cx="3058160" cy="842644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27848" y="6012292"/>
              <a:ext cx="3057621" cy="84226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4980202" y="6043706"/>
              <a:ext cx="2953385" cy="737870"/>
            </a:xfrm>
            <a:custGeom>
              <a:avLst/>
              <a:gdLst/>
              <a:ahLst/>
              <a:cxnLst/>
              <a:rect l="l" t="t" r="r" b="b"/>
              <a:pathLst>
                <a:path w="2953384" h="737870">
                  <a:moveTo>
                    <a:pt x="2712817" y="0"/>
                  </a:moveTo>
                  <a:lnTo>
                    <a:pt x="240097" y="0"/>
                  </a:lnTo>
                  <a:lnTo>
                    <a:pt x="192322" y="183"/>
                  </a:lnTo>
                  <a:lnTo>
                    <a:pt x="153792" y="1470"/>
                  </a:lnTo>
                  <a:lnTo>
                    <a:pt x="99190" y="11765"/>
                  </a:lnTo>
                  <a:lnTo>
                    <a:pt x="45789" y="45784"/>
                  </a:lnTo>
                  <a:lnTo>
                    <a:pt x="11769" y="99184"/>
                  </a:lnTo>
                  <a:lnTo>
                    <a:pt x="1471" y="153787"/>
                  </a:lnTo>
                  <a:lnTo>
                    <a:pt x="183" y="192318"/>
                  </a:lnTo>
                  <a:lnTo>
                    <a:pt x="0" y="240096"/>
                  </a:lnTo>
                  <a:lnTo>
                    <a:pt x="0" y="497460"/>
                  </a:lnTo>
                  <a:lnTo>
                    <a:pt x="183" y="545237"/>
                  </a:lnTo>
                  <a:lnTo>
                    <a:pt x="1471" y="583768"/>
                  </a:lnTo>
                  <a:lnTo>
                    <a:pt x="11769" y="638372"/>
                  </a:lnTo>
                  <a:lnTo>
                    <a:pt x="45789" y="691771"/>
                  </a:lnTo>
                  <a:lnTo>
                    <a:pt x="99190" y="725791"/>
                  </a:lnTo>
                  <a:lnTo>
                    <a:pt x="153792" y="736085"/>
                  </a:lnTo>
                  <a:lnTo>
                    <a:pt x="192322" y="737372"/>
                  </a:lnTo>
                  <a:lnTo>
                    <a:pt x="240097" y="737556"/>
                  </a:lnTo>
                  <a:lnTo>
                    <a:pt x="2712817" y="737556"/>
                  </a:lnTo>
                  <a:lnTo>
                    <a:pt x="2760597" y="737372"/>
                  </a:lnTo>
                  <a:lnTo>
                    <a:pt x="2799128" y="736085"/>
                  </a:lnTo>
                  <a:lnTo>
                    <a:pt x="2853735" y="725791"/>
                  </a:lnTo>
                  <a:lnTo>
                    <a:pt x="2907131" y="691771"/>
                  </a:lnTo>
                  <a:lnTo>
                    <a:pt x="2941146" y="638372"/>
                  </a:lnTo>
                  <a:lnTo>
                    <a:pt x="2951444" y="583768"/>
                  </a:lnTo>
                  <a:lnTo>
                    <a:pt x="2952731" y="545237"/>
                  </a:lnTo>
                  <a:lnTo>
                    <a:pt x="2952915" y="497460"/>
                  </a:lnTo>
                  <a:lnTo>
                    <a:pt x="2952915" y="240096"/>
                  </a:lnTo>
                  <a:lnTo>
                    <a:pt x="2952731" y="192318"/>
                  </a:lnTo>
                  <a:lnTo>
                    <a:pt x="2951444" y="153787"/>
                  </a:lnTo>
                  <a:lnTo>
                    <a:pt x="2941146" y="99184"/>
                  </a:lnTo>
                  <a:lnTo>
                    <a:pt x="2907131" y="45784"/>
                  </a:lnTo>
                  <a:lnTo>
                    <a:pt x="2853735" y="11765"/>
                  </a:lnTo>
                  <a:lnTo>
                    <a:pt x="2799128" y="1470"/>
                  </a:lnTo>
                  <a:lnTo>
                    <a:pt x="2760597" y="183"/>
                  </a:lnTo>
                  <a:lnTo>
                    <a:pt x="2712817" y="0"/>
                  </a:lnTo>
                  <a:close/>
                </a:path>
              </a:pathLst>
            </a:custGeom>
            <a:solidFill>
              <a:srgbClr val="314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5663901" y="6277061"/>
            <a:ext cx="1586230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dirty="0">
                <a:solidFill>
                  <a:srgbClr val="FFFFFF"/>
                </a:solidFill>
                <a:latin typeface="Arial"/>
                <a:cs typeface="Arial"/>
              </a:rPr>
              <a:t>my-</a:t>
            </a:r>
            <a:r>
              <a:rPr sz="1450" b="1" spc="-10" dirty="0">
                <a:solidFill>
                  <a:srgbClr val="FFFFFF"/>
                </a:solidFill>
                <a:latin typeface="Arial"/>
                <a:cs typeface="Arial"/>
              </a:rPr>
              <a:t>component.js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757180" y="2905184"/>
            <a:ext cx="3854450" cy="1151890"/>
            <a:chOff x="7757180" y="2905184"/>
            <a:chExt cx="3854450" cy="115189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57180" y="2905184"/>
              <a:ext cx="3853936" cy="115179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809535" y="2936597"/>
              <a:ext cx="3749675" cy="1047115"/>
            </a:xfrm>
            <a:custGeom>
              <a:avLst/>
              <a:gdLst/>
              <a:ahLst/>
              <a:cxnLst/>
              <a:rect l="l" t="t" r="r" b="b"/>
              <a:pathLst>
                <a:path w="3749675" h="1047114">
                  <a:moveTo>
                    <a:pt x="3509125" y="0"/>
                  </a:moveTo>
                  <a:lnTo>
                    <a:pt x="240097" y="0"/>
                  </a:lnTo>
                  <a:lnTo>
                    <a:pt x="192319" y="183"/>
                  </a:lnTo>
                  <a:lnTo>
                    <a:pt x="153788" y="1470"/>
                  </a:lnTo>
                  <a:lnTo>
                    <a:pt x="99184" y="11766"/>
                  </a:lnTo>
                  <a:lnTo>
                    <a:pt x="45785" y="45785"/>
                  </a:lnTo>
                  <a:lnTo>
                    <a:pt x="11766" y="99185"/>
                  </a:lnTo>
                  <a:lnTo>
                    <a:pt x="1470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2"/>
                  </a:lnTo>
                  <a:lnTo>
                    <a:pt x="183" y="854770"/>
                  </a:lnTo>
                  <a:lnTo>
                    <a:pt x="1470" y="893300"/>
                  </a:lnTo>
                  <a:lnTo>
                    <a:pt x="11766" y="947904"/>
                  </a:lnTo>
                  <a:lnTo>
                    <a:pt x="45785" y="1001304"/>
                  </a:lnTo>
                  <a:lnTo>
                    <a:pt x="99184" y="1035323"/>
                  </a:lnTo>
                  <a:lnTo>
                    <a:pt x="153788" y="1045617"/>
                  </a:lnTo>
                  <a:lnTo>
                    <a:pt x="192319" y="1046904"/>
                  </a:lnTo>
                  <a:lnTo>
                    <a:pt x="240097" y="1047088"/>
                  </a:lnTo>
                  <a:lnTo>
                    <a:pt x="3509125" y="1047088"/>
                  </a:lnTo>
                  <a:lnTo>
                    <a:pt x="3556906" y="1046904"/>
                  </a:lnTo>
                  <a:lnTo>
                    <a:pt x="3595439" y="1045617"/>
                  </a:lnTo>
                  <a:lnTo>
                    <a:pt x="3650042" y="1035323"/>
                  </a:lnTo>
                  <a:lnTo>
                    <a:pt x="3703444" y="1001304"/>
                  </a:lnTo>
                  <a:lnTo>
                    <a:pt x="3737464" y="947904"/>
                  </a:lnTo>
                  <a:lnTo>
                    <a:pt x="3747753" y="893300"/>
                  </a:lnTo>
                  <a:lnTo>
                    <a:pt x="3749039" y="854770"/>
                  </a:lnTo>
                  <a:lnTo>
                    <a:pt x="3749223" y="806992"/>
                  </a:lnTo>
                  <a:lnTo>
                    <a:pt x="3749223" y="240097"/>
                  </a:lnTo>
                  <a:lnTo>
                    <a:pt x="3749039" y="192319"/>
                  </a:lnTo>
                  <a:lnTo>
                    <a:pt x="3747753" y="153788"/>
                  </a:lnTo>
                  <a:lnTo>
                    <a:pt x="3737464" y="99185"/>
                  </a:lnTo>
                  <a:lnTo>
                    <a:pt x="3703444" y="45785"/>
                  </a:lnTo>
                  <a:lnTo>
                    <a:pt x="3650042" y="11766"/>
                  </a:lnTo>
                  <a:lnTo>
                    <a:pt x="3595439" y="1470"/>
                  </a:lnTo>
                  <a:lnTo>
                    <a:pt x="3556906" y="183"/>
                  </a:lnTo>
                  <a:lnTo>
                    <a:pt x="3509125" y="0"/>
                  </a:lnTo>
                  <a:close/>
                </a:path>
              </a:pathLst>
            </a:custGeom>
            <a:solidFill>
              <a:srgbClr val="5940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327744" y="3155842"/>
            <a:ext cx="2712720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Components</a:t>
            </a:r>
            <a:endParaRPr sz="34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767196" y="5468383"/>
            <a:ext cx="1454150" cy="842644"/>
            <a:chOff x="6767196" y="5468383"/>
            <a:chExt cx="1454150" cy="842644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67196" y="5468383"/>
              <a:ext cx="1454100" cy="84226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819550" y="5499796"/>
              <a:ext cx="1350010" cy="737870"/>
            </a:xfrm>
            <a:custGeom>
              <a:avLst/>
              <a:gdLst/>
              <a:ahLst/>
              <a:cxnLst/>
              <a:rect l="l" t="t" r="r" b="b"/>
              <a:pathLst>
                <a:path w="1350009" h="737870">
                  <a:moveTo>
                    <a:pt x="1109295" y="0"/>
                  </a:moveTo>
                  <a:lnTo>
                    <a:pt x="240097" y="0"/>
                  </a:lnTo>
                  <a:lnTo>
                    <a:pt x="192319" y="183"/>
                  </a:lnTo>
                  <a:lnTo>
                    <a:pt x="153788" y="1470"/>
                  </a:lnTo>
                  <a:lnTo>
                    <a:pt x="99184" y="11766"/>
                  </a:lnTo>
                  <a:lnTo>
                    <a:pt x="45785" y="45784"/>
                  </a:lnTo>
                  <a:lnTo>
                    <a:pt x="11766" y="99184"/>
                  </a:lnTo>
                  <a:lnTo>
                    <a:pt x="1470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497460"/>
                  </a:lnTo>
                  <a:lnTo>
                    <a:pt x="183" y="545237"/>
                  </a:lnTo>
                  <a:lnTo>
                    <a:pt x="1470" y="583768"/>
                  </a:lnTo>
                  <a:lnTo>
                    <a:pt x="11766" y="638372"/>
                  </a:lnTo>
                  <a:lnTo>
                    <a:pt x="45785" y="691771"/>
                  </a:lnTo>
                  <a:lnTo>
                    <a:pt x="99184" y="725791"/>
                  </a:lnTo>
                  <a:lnTo>
                    <a:pt x="153788" y="736085"/>
                  </a:lnTo>
                  <a:lnTo>
                    <a:pt x="192319" y="737372"/>
                  </a:lnTo>
                  <a:lnTo>
                    <a:pt x="240097" y="737556"/>
                  </a:lnTo>
                  <a:lnTo>
                    <a:pt x="1109295" y="737556"/>
                  </a:lnTo>
                  <a:lnTo>
                    <a:pt x="1157073" y="737372"/>
                  </a:lnTo>
                  <a:lnTo>
                    <a:pt x="1195603" y="736085"/>
                  </a:lnTo>
                  <a:lnTo>
                    <a:pt x="1250206" y="725791"/>
                  </a:lnTo>
                  <a:lnTo>
                    <a:pt x="1303607" y="691771"/>
                  </a:lnTo>
                  <a:lnTo>
                    <a:pt x="1337626" y="638372"/>
                  </a:lnTo>
                  <a:lnTo>
                    <a:pt x="1347920" y="583768"/>
                  </a:lnTo>
                  <a:lnTo>
                    <a:pt x="1349207" y="545237"/>
                  </a:lnTo>
                  <a:lnTo>
                    <a:pt x="1349391" y="497460"/>
                  </a:lnTo>
                  <a:lnTo>
                    <a:pt x="1349391" y="240097"/>
                  </a:lnTo>
                  <a:lnTo>
                    <a:pt x="1349207" y="192319"/>
                  </a:lnTo>
                  <a:lnTo>
                    <a:pt x="1347920" y="153788"/>
                  </a:lnTo>
                  <a:lnTo>
                    <a:pt x="1337626" y="99184"/>
                  </a:lnTo>
                  <a:lnTo>
                    <a:pt x="1303607" y="45784"/>
                  </a:lnTo>
                  <a:lnTo>
                    <a:pt x="1250206" y="11766"/>
                  </a:lnTo>
                  <a:lnTo>
                    <a:pt x="1195603" y="1470"/>
                  </a:lnTo>
                  <a:lnTo>
                    <a:pt x="1157073" y="183"/>
                  </a:lnTo>
                  <a:lnTo>
                    <a:pt x="1109295" y="0"/>
                  </a:lnTo>
                  <a:close/>
                </a:path>
              </a:pathLst>
            </a:custGeom>
            <a:solidFill>
              <a:srgbClr val="7E64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905775" y="5617809"/>
            <a:ext cx="1177290" cy="4718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339725">
              <a:lnSpc>
                <a:spcPct val="100000"/>
              </a:lnSpc>
              <a:spcBef>
                <a:spcPts val="135"/>
              </a:spcBef>
            </a:pPr>
            <a:r>
              <a:rPr sz="1450" b="1" spc="-10" dirty="0">
                <a:solidFill>
                  <a:srgbClr val="FFFFFF"/>
                </a:solidFill>
                <a:latin typeface="Arial"/>
                <a:cs typeface="Arial"/>
              </a:rPr>
              <a:t>Child Components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312632" y="5468383"/>
            <a:ext cx="1454150" cy="842644"/>
            <a:chOff x="8312632" y="5468383"/>
            <a:chExt cx="1454150" cy="842644"/>
          </a:xfrm>
        </p:grpSpPr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12632" y="5468383"/>
              <a:ext cx="1454100" cy="84226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364987" y="5499796"/>
              <a:ext cx="1350010" cy="737870"/>
            </a:xfrm>
            <a:custGeom>
              <a:avLst/>
              <a:gdLst/>
              <a:ahLst/>
              <a:cxnLst/>
              <a:rect l="l" t="t" r="r" b="b"/>
              <a:pathLst>
                <a:path w="1350009" h="737870">
                  <a:moveTo>
                    <a:pt x="1109295" y="0"/>
                  </a:moveTo>
                  <a:lnTo>
                    <a:pt x="240097" y="0"/>
                  </a:lnTo>
                  <a:lnTo>
                    <a:pt x="192319" y="183"/>
                  </a:lnTo>
                  <a:lnTo>
                    <a:pt x="153788" y="1470"/>
                  </a:lnTo>
                  <a:lnTo>
                    <a:pt x="99184" y="11766"/>
                  </a:lnTo>
                  <a:lnTo>
                    <a:pt x="45785" y="45784"/>
                  </a:lnTo>
                  <a:lnTo>
                    <a:pt x="11766" y="99184"/>
                  </a:lnTo>
                  <a:lnTo>
                    <a:pt x="1470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497460"/>
                  </a:lnTo>
                  <a:lnTo>
                    <a:pt x="183" y="545237"/>
                  </a:lnTo>
                  <a:lnTo>
                    <a:pt x="1470" y="583768"/>
                  </a:lnTo>
                  <a:lnTo>
                    <a:pt x="11766" y="638372"/>
                  </a:lnTo>
                  <a:lnTo>
                    <a:pt x="45785" y="691771"/>
                  </a:lnTo>
                  <a:lnTo>
                    <a:pt x="99184" y="725791"/>
                  </a:lnTo>
                  <a:lnTo>
                    <a:pt x="153788" y="736085"/>
                  </a:lnTo>
                  <a:lnTo>
                    <a:pt x="192319" y="737372"/>
                  </a:lnTo>
                  <a:lnTo>
                    <a:pt x="240097" y="737556"/>
                  </a:lnTo>
                  <a:lnTo>
                    <a:pt x="1109295" y="737556"/>
                  </a:lnTo>
                  <a:lnTo>
                    <a:pt x="1157072" y="737372"/>
                  </a:lnTo>
                  <a:lnTo>
                    <a:pt x="1195603" y="736085"/>
                  </a:lnTo>
                  <a:lnTo>
                    <a:pt x="1250206" y="725791"/>
                  </a:lnTo>
                  <a:lnTo>
                    <a:pt x="1303606" y="691771"/>
                  </a:lnTo>
                  <a:lnTo>
                    <a:pt x="1337626" y="638372"/>
                  </a:lnTo>
                  <a:lnTo>
                    <a:pt x="1347920" y="583768"/>
                  </a:lnTo>
                  <a:lnTo>
                    <a:pt x="1349207" y="545237"/>
                  </a:lnTo>
                  <a:lnTo>
                    <a:pt x="1349391" y="497460"/>
                  </a:lnTo>
                  <a:lnTo>
                    <a:pt x="1349391" y="240097"/>
                  </a:lnTo>
                  <a:lnTo>
                    <a:pt x="1349207" y="192319"/>
                  </a:lnTo>
                  <a:lnTo>
                    <a:pt x="1347920" y="153788"/>
                  </a:lnTo>
                  <a:lnTo>
                    <a:pt x="1337626" y="99184"/>
                  </a:lnTo>
                  <a:lnTo>
                    <a:pt x="1303606" y="45784"/>
                  </a:lnTo>
                  <a:lnTo>
                    <a:pt x="1250206" y="11766"/>
                  </a:lnTo>
                  <a:lnTo>
                    <a:pt x="1195603" y="1470"/>
                  </a:lnTo>
                  <a:lnTo>
                    <a:pt x="1157072" y="183"/>
                  </a:lnTo>
                  <a:lnTo>
                    <a:pt x="1109295" y="0"/>
                  </a:lnTo>
                  <a:close/>
                </a:path>
              </a:pathLst>
            </a:custGeom>
            <a:solidFill>
              <a:srgbClr val="7E64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451212" y="5617809"/>
            <a:ext cx="1177290" cy="4718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339725">
              <a:lnSpc>
                <a:spcPct val="100000"/>
              </a:lnSpc>
              <a:spcBef>
                <a:spcPts val="135"/>
              </a:spcBef>
            </a:pPr>
            <a:r>
              <a:rPr sz="1450" b="1" spc="-10" dirty="0">
                <a:solidFill>
                  <a:srgbClr val="FFFFFF"/>
                </a:solidFill>
                <a:latin typeface="Arial"/>
                <a:cs typeface="Arial"/>
              </a:rPr>
              <a:t>Child Components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0929729" y="5468383"/>
            <a:ext cx="1454150" cy="842644"/>
            <a:chOff x="10929729" y="5468383"/>
            <a:chExt cx="1454150" cy="842644"/>
          </a:xfrm>
        </p:grpSpPr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29729" y="5468383"/>
              <a:ext cx="1454100" cy="84226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0982084" y="5499796"/>
              <a:ext cx="1350010" cy="737870"/>
            </a:xfrm>
            <a:custGeom>
              <a:avLst/>
              <a:gdLst/>
              <a:ahLst/>
              <a:cxnLst/>
              <a:rect l="l" t="t" r="r" b="b"/>
              <a:pathLst>
                <a:path w="1350009" h="737870">
                  <a:moveTo>
                    <a:pt x="1109296" y="0"/>
                  </a:moveTo>
                  <a:lnTo>
                    <a:pt x="240097" y="0"/>
                  </a:lnTo>
                  <a:lnTo>
                    <a:pt x="192322" y="183"/>
                  </a:lnTo>
                  <a:lnTo>
                    <a:pt x="153792" y="1470"/>
                  </a:lnTo>
                  <a:lnTo>
                    <a:pt x="99190" y="11766"/>
                  </a:lnTo>
                  <a:lnTo>
                    <a:pt x="45789" y="45784"/>
                  </a:lnTo>
                  <a:lnTo>
                    <a:pt x="11769" y="99184"/>
                  </a:lnTo>
                  <a:lnTo>
                    <a:pt x="1471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497460"/>
                  </a:lnTo>
                  <a:lnTo>
                    <a:pt x="183" y="545237"/>
                  </a:lnTo>
                  <a:lnTo>
                    <a:pt x="1471" y="583768"/>
                  </a:lnTo>
                  <a:lnTo>
                    <a:pt x="11769" y="638372"/>
                  </a:lnTo>
                  <a:lnTo>
                    <a:pt x="45789" y="691771"/>
                  </a:lnTo>
                  <a:lnTo>
                    <a:pt x="99190" y="725791"/>
                  </a:lnTo>
                  <a:lnTo>
                    <a:pt x="153792" y="736085"/>
                  </a:lnTo>
                  <a:lnTo>
                    <a:pt x="192322" y="737372"/>
                  </a:lnTo>
                  <a:lnTo>
                    <a:pt x="240097" y="737556"/>
                  </a:lnTo>
                  <a:lnTo>
                    <a:pt x="1109296" y="737556"/>
                  </a:lnTo>
                  <a:lnTo>
                    <a:pt x="1157075" y="737372"/>
                  </a:lnTo>
                  <a:lnTo>
                    <a:pt x="1195606" y="736085"/>
                  </a:lnTo>
                  <a:lnTo>
                    <a:pt x="1250213" y="725791"/>
                  </a:lnTo>
                  <a:lnTo>
                    <a:pt x="1303610" y="691771"/>
                  </a:lnTo>
                  <a:lnTo>
                    <a:pt x="1337634" y="638372"/>
                  </a:lnTo>
                  <a:lnTo>
                    <a:pt x="1347923" y="583768"/>
                  </a:lnTo>
                  <a:lnTo>
                    <a:pt x="1349209" y="545237"/>
                  </a:lnTo>
                  <a:lnTo>
                    <a:pt x="1349393" y="497460"/>
                  </a:lnTo>
                  <a:lnTo>
                    <a:pt x="1349393" y="240097"/>
                  </a:lnTo>
                  <a:lnTo>
                    <a:pt x="1349209" y="192319"/>
                  </a:lnTo>
                  <a:lnTo>
                    <a:pt x="1347923" y="153788"/>
                  </a:lnTo>
                  <a:lnTo>
                    <a:pt x="1337634" y="99184"/>
                  </a:lnTo>
                  <a:lnTo>
                    <a:pt x="1303610" y="45784"/>
                  </a:lnTo>
                  <a:lnTo>
                    <a:pt x="1250213" y="11766"/>
                  </a:lnTo>
                  <a:lnTo>
                    <a:pt x="1195606" y="1470"/>
                  </a:lnTo>
                  <a:lnTo>
                    <a:pt x="1157075" y="183"/>
                  </a:lnTo>
                  <a:lnTo>
                    <a:pt x="1109296" y="0"/>
                  </a:lnTo>
                  <a:close/>
                </a:path>
              </a:pathLst>
            </a:custGeom>
            <a:solidFill>
              <a:srgbClr val="7E64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1068313" y="5617809"/>
            <a:ext cx="1177290" cy="4718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339725">
              <a:lnSpc>
                <a:spcPct val="100000"/>
              </a:lnSpc>
              <a:spcBef>
                <a:spcPts val="135"/>
              </a:spcBef>
            </a:pPr>
            <a:r>
              <a:rPr sz="1450" b="1" spc="-10" dirty="0">
                <a:solidFill>
                  <a:srgbClr val="FFFFFF"/>
                </a:solidFill>
                <a:latin typeface="Arial"/>
                <a:cs typeface="Arial"/>
              </a:rPr>
              <a:t>Child Components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422914" y="3946033"/>
            <a:ext cx="10274300" cy="3097530"/>
            <a:chOff x="1422914" y="3946033"/>
            <a:chExt cx="10274300" cy="3097530"/>
          </a:xfrm>
        </p:grpSpPr>
        <p:sp>
          <p:nvSpPr>
            <p:cNvPr id="38" name="object 38"/>
            <p:cNvSpPr/>
            <p:nvPr/>
          </p:nvSpPr>
          <p:spPr>
            <a:xfrm>
              <a:off x="9707367" y="5868575"/>
              <a:ext cx="1179195" cy="0"/>
            </a:xfrm>
            <a:custGeom>
              <a:avLst/>
              <a:gdLst/>
              <a:ahLst/>
              <a:cxnLst/>
              <a:rect l="l" t="t" r="r" b="b"/>
              <a:pathLst>
                <a:path w="1179195">
                  <a:moveTo>
                    <a:pt x="0" y="0"/>
                  </a:moveTo>
                  <a:lnTo>
                    <a:pt x="1178759" y="0"/>
                  </a:lnTo>
                </a:path>
              </a:pathLst>
            </a:custGeom>
            <a:ln w="83767">
              <a:solidFill>
                <a:srgbClr val="6C4F8D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489883" y="3966988"/>
              <a:ext cx="1249045" cy="1545590"/>
            </a:xfrm>
            <a:custGeom>
              <a:avLst/>
              <a:gdLst/>
              <a:ahLst/>
              <a:cxnLst/>
              <a:rect l="l" t="t" r="r" b="b"/>
              <a:pathLst>
                <a:path w="1249045" h="1545589">
                  <a:moveTo>
                    <a:pt x="0" y="1545148"/>
                  </a:moveTo>
                  <a:lnTo>
                    <a:pt x="1248524" y="0"/>
                  </a:lnTo>
                </a:path>
              </a:pathLst>
            </a:custGeom>
            <a:ln w="41883">
              <a:solidFill>
                <a:srgbClr val="6C4F8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039968" y="3966989"/>
              <a:ext cx="147320" cy="1545590"/>
            </a:xfrm>
            <a:custGeom>
              <a:avLst/>
              <a:gdLst/>
              <a:ahLst/>
              <a:cxnLst/>
              <a:rect l="l" t="t" r="r" b="b"/>
              <a:pathLst>
                <a:path w="147320" h="1545589">
                  <a:moveTo>
                    <a:pt x="0" y="1545147"/>
                  </a:moveTo>
                  <a:lnTo>
                    <a:pt x="146809" y="0"/>
                  </a:lnTo>
                </a:path>
              </a:pathLst>
            </a:custGeom>
            <a:ln w="41883">
              <a:solidFill>
                <a:srgbClr val="6C4F8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736865" y="3966989"/>
              <a:ext cx="939165" cy="1545590"/>
            </a:xfrm>
            <a:custGeom>
              <a:avLst/>
              <a:gdLst/>
              <a:ahLst/>
              <a:cxnLst/>
              <a:rect l="l" t="t" r="r" b="b"/>
              <a:pathLst>
                <a:path w="939165" h="1545589">
                  <a:moveTo>
                    <a:pt x="938820" y="1545147"/>
                  </a:moveTo>
                  <a:lnTo>
                    <a:pt x="0" y="0"/>
                  </a:lnTo>
                </a:path>
              </a:pathLst>
            </a:custGeom>
            <a:ln w="41883">
              <a:solidFill>
                <a:srgbClr val="6C4F8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2914" y="5891350"/>
              <a:ext cx="3853936" cy="115179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475269" y="5922763"/>
              <a:ext cx="3749675" cy="1047115"/>
            </a:xfrm>
            <a:custGeom>
              <a:avLst/>
              <a:gdLst/>
              <a:ahLst/>
              <a:cxnLst/>
              <a:rect l="l" t="t" r="r" b="b"/>
              <a:pathLst>
                <a:path w="3749675" h="1047115">
                  <a:moveTo>
                    <a:pt x="3509130" y="0"/>
                  </a:moveTo>
                  <a:lnTo>
                    <a:pt x="240097" y="0"/>
                  </a:lnTo>
                  <a:lnTo>
                    <a:pt x="192319" y="183"/>
                  </a:lnTo>
                  <a:lnTo>
                    <a:pt x="153788" y="1470"/>
                  </a:lnTo>
                  <a:lnTo>
                    <a:pt x="99184" y="11765"/>
                  </a:lnTo>
                  <a:lnTo>
                    <a:pt x="45785" y="45784"/>
                  </a:lnTo>
                  <a:lnTo>
                    <a:pt x="11766" y="99184"/>
                  </a:lnTo>
                  <a:lnTo>
                    <a:pt x="1470" y="153787"/>
                  </a:lnTo>
                  <a:lnTo>
                    <a:pt x="183" y="192318"/>
                  </a:lnTo>
                  <a:lnTo>
                    <a:pt x="0" y="240096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0" y="893300"/>
                  </a:lnTo>
                  <a:lnTo>
                    <a:pt x="11766" y="947904"/>
                  </a:lnTo>
                  <a:lnTo>
                    <a:pt x="45785" y="1001303"/>
                  </a:lnTo>
                  <a:lnTo>
                    <a:pt x="99184" y="1035322"/>
                  </a:lnTo>
                  <a:lnTo>
                    <a:pt x="153788" y="1045617"/>
                  </a:lnTo>
                  <a:lnTo>
                    <a:pt x="192319" y="1046904"/>
                  </a:lnTo>
                  <a:lnTo>
                    <a:pt x="240097" y="1047088"/>
                  </a:lnTo>
                  <a:lnTo>
                    <a:pt x="3509130" y="1047088"/>
                  </a:lnTo>
                  <a:lnTo>
                    <a:pt x="3556909" y="1046904"/>
                  </a:lnTo>
                  <a:lnTo>
                    <a:pt x="3595439" y="1045617"/>
                  </a:lnTo>
                  <a:lnTo>
                    <a:pt x="3650042" y="1035322"/>
                  </a:lnTo>
                  <a:lnTo>
                    <a:pt x="3703442" y="1001303"/>
                  </a:lnTo>
                  <a:lnTo>
                    <a:pt x="3737462" y="947904"/>
                  </a:lnTo>
                  <a:lnTo>
                    <a:pt x="3747757" y="893300"/>
                  </a:lnTo>
                  <a:lnTo>
                    <a:pt x="3749044" y="854769"/>
                  </a:lnTo>
                  <a:lnTo>
                    <a:pt x="3749228" y="806991"/>
                  </a:lnTo>
                  <a:lnTo>
                    <a:pt x="3749228" y="240096"/>
                  </a:lnTo>
                  <a:lnTo>
                    <a:pt x="3749044" y="192318"/>
                  </a:lnTo>
                  <a:lnTo>
                    <a:pt x="3747757" y="153787"/>
                  </a:lnTo>
                  <a:lnTo>
                    <a:pt x="3737462" y="99184"/>
                  </a:lnTo>
                  <a:lnTo>
                    <a:pt x="3703442" y="45784"/>
                  </a:lnTo>
                  <a:lnTo>
                    <a:pt x="3650042" y="11765"/>
                  </a:lnTo>
                  <a:lnTo>
                    <a:pt x="3595439" y="1470"/>
                  </a:lnTo>
                  <a:lnTo>
                    <a:pt x="3556909" y="183"/>
                  </a:lnTo>
                  <a:lnTo>
                    <a:pt x="3509130" y="0"/>
                  </a:lnTo>
                  <a:close/>
                </a:path>
              </a:pathLst>
            </a:custGeom>
            <a:solidFill>
              <a:srgbClr val="615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799486" y="6142006"/>
            <a:ext cx="1101090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State</a:t>
            </a:r>
            <a:endParaRPr sz="34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000031" y="3974599"/>
            <a:ext cx="433070" cy="1957705"/>
          </a:xfrm>
          <a:custGeom>
            <a:avLst/>
            <a:gdLst/>
            <a:ahLst/>
            <a:cxnLst/>
            <a:rect l="l" t="t" r="r" b="b"/>
            <a:pathLst>
              <a:path w="433070" h="1957704">
                <a:moveTo>
                  <a:pt x="433055" y="0"/>
                </a:moveTo>
                <a:lnTo>
                  <a:pt x="0" y="1957250"/>
                </a:lnTo>
              </a:path>
            </a:pathLst>
          </a:custGeom>
          <a:ln w="5235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Key</a:t>
            </a:r>
            <a:r>
              <a:rPr spc="-125" dirty="0"/>
              <a:t> </a:t>
            </a:r>
            <a:r>
              <a:rPr spc="105" dirty="0"/>
              <a:t>Terms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56506" y="1989468"/>
            <a:ext cx="17827625" cy="796925"/>
            <a:chOff x="1256506" y="1989468"/>
            <a:chExt cx="17827625" cy="796925"/>
          </a:xfrm>
        </p:grpSpPr>
        <p:sp>
          <p:nvSpPr>
            <p:cNvPr id="4" name="object 4"/>
            <p:cNvSpPr/>
            <p:nvPr/>
          </p:nvSpPr>
          <p:spPr>
            <a:xfrm>
              <a:off x="1256499" y="1989473"/>
              <a:ext cx="17827625" cy="796925"/>
            </a:xfrm>
            <a:custGeom>
              <a:avLst/>
              <a:gdLst/>
              <a:ahLst/>
              <a:cxnLst/>
              <a:rect l="l" t="t" r="r" b="b"/>
              <a:pathLst>
                <a:path w="17827625" h="796925">
                  <a:moveTo>
                    <a:pt x="17827295" y="0"/>
                  </a:moveTo>
                  <a:lnTo>
                    <a:pt x="4518761" y="0"/>
                  </a:lnTo>
                  <a:lnTo>
                    <a:pt x="0" y="0"/>
                  </a:lnTo>
                  <a:lnTo>
                    <a:pt x="0" y="796480"/>
                  </a:lnTo>
                  <a:lnTo>
                    <a:pt x="4518761" y="796480"/>
                  </a:lnTo>
                  <a:lnTo>
                    <a:pt x="17827295" y="796480"/>
                  </a:lnTo>
                  <a:lnTo>
                    <a:pt x="17827295" y="0"/>
                  </a:lnTo>
                  <a:close/>
                </a:path>
              </a:pathLst>
            </a:custGeom>
            <a:solidFill>
              <a:srgbClr val="615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3260" y="2198885"/>
              <a:ext cx="1078501" cy="37695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44677" y="2198885"/>
              <a:ext cx="2052293" cy="376951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2182" y="3444921"/>
            <a:ext cx="2492070" cy="46071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968404" y="3036556"/>
            <a:ext cx="8502650" cy="775335"/>
            <a:chOff x="5968404" y="3036556"/>
            <a:chExt cx="8502650" cy="77533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68404" y="3036556"/>
              <a:ext cx="8502358" cy="40836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68404" y="3476333"/>
              <a:ext cx="4198825" cy="335068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68404" y="3916110"/>
            <a:ext cx="12051989" cy="40836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69022" y="4931786"/>
            <a:ext cx="1277448" cy="4607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68404" y="4963199"/>
            <a:ext cx="11654095" cy="40836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52789" y="6261589"/>
            <a:ext cx="1109913" cy="376951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5968404" y="6073113"/>
            <a:ext cx="9151620" cy="848360"/>
            <a:chOff x="5968404" y="6073113"/>
            <a:chExt cx="9151620" cy="848360"/>
          </a:xfrm>
        </p:grpSpPr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68404" y="6073113"/>
              <a:ext cx="6094055" cy="39789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68404" y="6512890"/>
              <a:ext cx="9151553" cy="408364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816668" y="7591391"/>
            <a:ext cx="1382156" cy="37695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957933" y="7612333"/>
            <a:ext cx="12805892" cy="41883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722430" y="8837427"/>
            <a:ext cx="1570632" cy="37695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957933" y="8858369"/>
            <a:ext cx="10376647" cy="408364"/>
          </a:xfrm>
          <a:prstGeom prst="rect">
            <a:avLst/>
          </a:prstGeom>
        </p:spPr>
      </p:pic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251270" y="1984232"/>
          <a:ext cx="17826990" cy="7631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18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62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3450" b="1" spc="-20" dirty="0">
                          <a:solidFill>
                            <a:srgbClr val="F6F4EF"/>
                          </a:solidFill>
                          <a:latin typeface="Arial"/>
                          <a:cs typeface="Arial"/>
                        </a:rPr>
                        <a:t>Term</a:t>
                      </a:r>
                      <a:endParaRPr sz="3450">
                        <a:latin typeface="Arial"/>
                        <a:cs typeface="Arial"/>
                      </a:endParaRPr>
                    </a:p>
                  </a:txBody>
                  <a:tcPr marL="0" marR="0" marT="1085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775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3450" b="1" spc="-10" dirty="0">
                          <a:solidFill>
                            <a:srgbClr val="F6F4EF"/>
                          </a:solidFill>
                          <a:latin typeface="Arial"/>
                          <a:cs typeface="Arial"/>
                        </a:rPr>
                        <a:t>Definition</a:t>
                      </a:r>
                      <a:endParaRPr sz="3450">
                        <a:latin typeface="Arial"/>
                        <a:cs typeface="Arial"/>
                      </a:endParaRPr>
                    </a:p>
                  </a:txBody>
                  <a:tcPr marL="0" marR="0" marT="1085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7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34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3450" b="1" spc="-10" dirty="0">
                          <a:latin typeface="Arial"/>
                          <a:cs typeface="Arial"/>
                        </a:rPr>
                        <a:t>Component</a:t>
                      </a:r>
                      <a:endParaRPr sz="345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3500"/>
                        </a:lnSpc>
                        <a:spcBef>
                          <a:spcPts val="1310"/>
                        </a:spcBef>
                      </a:pPr>
                      <a:r>
                        <a:rPr sz="2950" dirty="0">
                          <a:latin typeface="Arial MT"/>
                          <a:cs typeface="Arial MT"/>
                        </a:rPr>
                        <a:t>Main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player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295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an</a:t>
                      </a:r>
                      <a:r>
                        <a:rPr sz="295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React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application. Has two</a:t>
                      </a:r>
                      <a:r>
                        <a:rPr sz="295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parts:</a:t>
                      </a:r>
                      <a:endParaRPr sz="2950">
                        <a:latin typeface="Arial MT"/>
                        <a:cs typeface="Arial MT"/>
                      </a:endParaRPr>
                    </a:p>
                    <a:p>
                      <a:pPr marL="633730" indent="-419100">
                        <a:lnSpc>
                          <a:spcPts val="3465"/>
                        </a:lnSpc>
                        <a:buAutoNum type="arabicPeriod"/>
                        <a:tabLst>
                          <a:tab pos="633730" algn="l"/>
                        </a:tabLst>
                      </a:pPr>
                      <a:r>
                        <a:rPr sz="2950" dirty="0">
                          <a:latin typeface="Arial MT"/>
                          <a:cs typeface="Arial MT"/>
                        </a:rPr>
                        <a:t>View</a:t>
                      </a:r>
                      <a:r>
                        <a:rPr sz="29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295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user</a:t>
                      </a:r>
                      <a:r>
                        <a:rPr sz="29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interface</a:t>
                      </a:r>
                      <a:endParaRPr sz="2950">
                        <a:latin typeface="Arial MT"/>
                        <a:cs typeface="Arial MT"/>
                      </a:endParaRPr>
                    </a:p>
                    <a:p>
                      <a:pPr marL="633730" indent="-419100">
                        <a:lnSpc>
                          <a:spcPts val="3500"/>
                        </a:lnSpc>
                        <a:buAutoNum type="arabicPeriod"/>
                        <a:tabLst>
                          <a:tab pos="633730" algn="l"/>
                        </a:tabLst>
                      </a:pPr>
                      <a:r>
                        <a:rPr sz="2950" dirty="0">
                          <a:latin typeface="Arial MT"/>
                          <a:cs typeface="Arial MT"/>
                        </a:rPr>
                        <a:t>JavaScript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contains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application logic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/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event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handling for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-20" dirty="0">
                          <a:latin typeface="Arial MT"/>
                          <a:cs typeface="Arial MT"/>
                        </a:rPr>
                        <a:t>view</a:t>
                      </a:r>
                      <a:endParaRPr sz="2950">
                        <a:latin typeface="Arial MT"/>
                        <a:cs typeface="Arial MT"/>
                      </a:endParaRPr>
                    </a:p>
                  </a:txBody>
                  <a:tcPr marL="0" marR="0" marT="16637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5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0"/>
                        </a:spcBef>
                      </a:pPr>
                      <a:r>
                        <a:rPr sz="3450" b="1" spc="-10" dirty="0">
                          <a:latin typeface="Arial"/>
                          <a:cs typeface="Arial"/>
                        </a:rPr>
                        <a:t>Props</a:t>
                      </a:r>
                      <a:endParaRPr sz="3450">
                        <a:latin typeface="Arial"/>
                        <a:cs typeface="Arial"/>
                      </a:endParaRPr>
                    </a:p>
                  </a:txBody>
                  <a:tcPr marL="0" marR="0" marT="34925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3125"/>
                        </a:spcBef>
                      </a:pPr>
                      <a:r>
                        <a:rPr sz="2950" dirty="0">
                          <a:latin typeface="Arial MT"/>
                          <a:cs typeface="Arial MT"/>
                        </a:rPr>
                        <a:t>How we will</a:t>
                      </a:r>
                      <a:r>
                        <a:rPr sz="295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pass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295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a parent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component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95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a child 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component</a:t>
                      </a:r>
                      <a:endParaRPr sz="2950">
                        <a:latin typeface="Arial MT"/>
                        <a:cs typeface="Arial MT"/>
                      </a:endParaRPr>
                    </a:p>
                  </a:txBody>
                  <a:tcPr marL="0" marR="0" marT="396875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0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65"/>
                        </a:spcBef>
                      </a:pPr>
                      <a:r>
                        <a:rPr sz="3450" b="1" spc="-10" dirty="0">
                          <a:latin typeface="Arial"/>
                          <a:cs typeface="Arial"/>
                        </a:rPr>
                        <a:t>State</a:t>
                      </a:r>
                      <a:endParaRPr sz="3450">
                        <a:latin typeface="Arial"/>
                        <a:cs typeface="Arial"/>
                      </a:endParaRPr>
                    </a:p>
                  </a:txBody>
                  <a:tcPr marL="0" marR="0" marT="401955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3500"/>
                        </a:lnSpc>
                        <a:spcBef>
                          <a:spcPts val="1805"/>
                        </a:spcBef>
                      </a:pPr>
                      <a:r>
                        <a:rPr sz="2950" dirty="0">
                          <a:latin typeface="Arial MT"/>
                          <a:cs typeface="Arial MT"/>
                        </a:rPr>
                        <a:t>Contains</a:t>
                      </a:r>
                      <a:r>
                        <a:rPr sz="295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about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component.</a:t>
                      </a:r>
                      <a:endParaRPr sz="2950">
                        <a:latin typeface="Arial MT"/>
                        <a:cs typeface="Arial MT"/>
                      </a:endParaRPr>
                    </a:p>
                    <a:p>
                      <a:pPr marL="214629">
                        <a:lnSpc>
                          <a:spcPts val="3500"/>
                        </a:lnSpc>
                      </a:pPr>
                      <a:r>
                        <a:rPr sz="2950" dirty="0">
                          <a:latin typeface="Arial MT"/>
                          <a:cs typeface="Arial MT"/>
                        </a:rPr>
                        <a:t>When the state changes,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the component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will 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re-render.</a:t>
                      </a:r>
                      <a:endParaRPr sz="2950">
                        <a:latin typeface="Arial MT"/>
                        <a:cs typeface="Arial MT"/>
                      </a:endParaRPr>
                    </a:p>
                  </a:txBody>
                  <a:tcPr marL="0" marR="0" marT="229235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5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0"/>
                        </a:spcBef>
                      </a:pPr>
                      <a:r>
                        <a:rPr sz="3450" b="1" spc="-10" dirty="0">
                          <a:latin typeface="Arial"/>
                          <a:cs typeface="Arial"/>
                        </a:rPr>
                        <a:t>Hooks</a:t>
                      </a:r>
                      <a:endParaRPr sz="3450">
                        <a:latin typeface="Arial"/>
                        <a:cs typeface="Arial"/>
                      </a:endParaRPr>
                    </a:p>
                  </a:txBody>
                  <a:tcPr marL="0" marR="0" marT="34925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3125"/>
                        </a:spcBef>
                      </a:pPr>
                      <a:r>
                        <a:rPr sz="295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2950" spc="-1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way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use local state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and other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React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features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without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writing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a new 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class</a:t>
                      </a:r>
                      <a:endParaRPr sz="2950">
                        <a:latin typeface="Arial MT"/>
                        <a:cs typeface="Arial MT"/>
                      </a:endParaRPr>
                    </a:p>
                  </a:txBody>
                  <a:tcPr marL="0" marR="0" marT="396875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71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5"/>
                        </a:spcBef>
                      </a:pPr>
                      <a:r>
                        <a:rPr sz="3450" b="1" spc="-10" dirty="0">
                          <a:latin typeface="Arial"/>
                          <a:cs typeface="Arial"/>
                        </a:rPr>
                        <a:t>Module</a:t>
                      </a:r>
                      <a:endParaRPr sz="3450">
                        <a:latin typeface="Arial"/>
                        <a:cs typeface="Arial"/>
                      </a:endParaRPr>
                    </a:p>
                  </a:txBody>
                  <a:tcPr marL="0" marR="0" marT="318135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2875"/>
                        </a:spcBef>
                      </a:pPr>
                      <a:r>
                        <a:rPr sz="295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2950" spc="-1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collection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295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related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components,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create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295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dirty="0">
                          <a:latin typeface="Arial MT"/>
                          <a:cs typeface="Arial MT"/>
                        </a:rPr>
                        <a:t>specific</a:t>
                      </a:r>
                      <a:r>
                        <a:rPr sz="295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950" spc="-10" dirty="0">
                          <a:latin typeface="Arial MT"/>
                          <a:cs typeface="Arial MT"/>
                        </a:rPr>
                        <a:t>view.</a:t>
                      </a:r>
                      <a:endParaRPr sz="2950">
                        <a:latin typeface="Arial MT"/>
                        <a:cs typeface="Arial MT"/>
                      </a:endParaRPr>
                    </a:p>
                  </a:txBody>
                  <a:tcPr marL="0" marR="0" marT="365125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40" dirty="0"/>
              <a:t>Application</a:t>
            </a:r>
            <a:r>
              <a:rPr spc="-60" dirty="0"/>
              <a:t> </a:t>
            </a:r>
            <a:r>
              <a:rPr spc="185" dirty="0"/>
              <a:t>UI</a:t>
            </a:r>
            <a:r>
              <a:rPr spc="-60" dirty="0"/>
              <a:t> </a:t>
            </a:r>
            <a:r>
              <a:rPr spc="140" dirty="0"/>
              <a:t>Composition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36902" y="2209734"/>
            <a:ext cx="10785475" cy="6889115"/>
            <a:chOff x="3736902" y="2209734"/>
            <a:chExt cx="10785475" cy="6889115"/>
          </a:xfrm>
        </p:grpSpPr>
        <p:sp>
          <p:nvSpPr>
            <p:cNvPr id="4" name="object 4"/>
            <p:cNvSpPr/>
            <p:nvPr/>
          </p:nvSpPr>
          <p:spPr>
            <a:xfrm>
              <a:off x="3778812" y="2251644"/>
              <a:ext cx="10701655" cy="6805295"/>
            </a:xfrm>
            <a:custGeom>
              <a:avLst/>
              <a:gdLst/>
              <a:ahLst/>
              <a:cxnLst/>
              <a:rect l="l" t="t" r="r" b="b"/>
              <a:pathLst>
                <a:path w="10701655" h="6805295">
                  <a:moveTo>
                    <a:pt x="0" y="0"/>
                  </a:moveTo>
                  <a:lnTo>
                    <a:pt x="10701527" y="0"/>
                  </a:lnTo>
                  <a:lnTo>
                    <a:pt x="10701527" y="6805266"/>
                  </a:lnTo>
                  <a:lnTo>
                    <a:pt x="0" y="6805266"/>
                  </a:lnTo>
                  <a:lnTo>
                    <a:pt x="0" y="0"/>
                  </a:lnTo>
                  <a:close/>
                </a:path>
              </a:pathLst>
            </a:custGeom>
            <a:ln w="83767">
              <a:solidFill>
                <a:srgbClr val="6C4F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2818" y="2566503"/>
              <a:ext cx="9946156" cy="7120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2818" y="8077245"/>
              <a:ext cx="9946156" cy="71205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209728" y="8125111"/>
            <a:ext cx="369252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Footer</a:t>
            </a:r>
            <a:r>
              <a:rPr sz="34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Component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117773" y="3466053"/>
            <a:ext cx="9876790" cy="4377055"/>
            <a:chOff x="4117773" y="3466053"/>
            <a:chExt cx="9876790" cy="4377055"/>
          </a:xfrm>
        </p:grpSpPr>
        <p:sp>
          <p:nvSpPr>
            <p:cNvPr id="9" name="object 9"/>
            <p:cNvSpPr/>
            <p:nvPr/>
          </p:nvSpPr>
          <p:spPr>
            <a:xfrm>
              <a:off x="4117773" y="3466053"/>
              <a:ext cx="9876790" cy="4377055"/>
            </a:xfrm>
            <a:custGeom>
              <a:avLst/>
              <a:gdLst/>
              <a:ahLst/>
              <a:cxnLst/>
              <a:rect l="l" t="t" r="r" b="b"/>
              <a:pathLst>
                <a:path w="9876790" h="4377055">
                  <a:moveTo>
                    <a:pt x="9636153" y="0"/>
                  </a:moveTo>
                  <a:lnTo>
                    <a:pt x="240097" y="0"/>
                  </a:lnTo>
                  <a:lnTo>
                    <a:pt x="192319" y="183"/>
                  </a:lnTo>
                  <a:lnTo>
                    <a:pt x="153788" y="1470"/>
                  </a:lnTo>
                  <a:lnTo>
                    <a:pt x="99184" y="11766"/>
                  </a:lnTo>
                  <a:lnTo>
                    <a:pt x="45785" y="45785"/>
                  </a:lnTo>
                  <a:lnTo>
                    <a:pt x="11766" y="99185"/>
                  </a:lnTo>
                  <a:lnTo>
                    <a:pt x="1470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4136351"/>
                  </a:lnTo>
                  <a:lnTo>
                    <a:pt x="183" y="4184129"/>
                  </a:lnTo>
                  <a:lnTo>
                    <a:pt x="1470" y="4222660"/>
                  </a:lnTo>
                  <a:lnTo>
                    <a:pt x="11766" y="4277263"/>
                  </a:lnTo>
                  <a:lnTo>
                    <a:pt x="45785" y="4330663"/>
                  </a:lnTo>
                  <a:lnTo>
                    <a:pt x="99184" y="4364682"/>
                  </a:lnTo>
                  <a:lnTo>
                    <a:pt x="153788" y="4374978"/>
                  </a:lnTo>
                  <a:lnTo>
                    <a:pt x="192319" y="4376265"/>
                  </a:lnTo>
                  <a:lnTo>
                    <a:pt x="240097" y="4376448"/>
                  </a:lnTo>
                  <a:lnTo>
                    <a:pt x="9636153" y="4376448"/>
                  </a:lnTo>
                  <a:lnTo>
                    <a:pt x="9683928" y="4376265"/>
                  </a:lnTo>
                  <a:lnTo>
                    <a:pt x="9722458" y="4374978"/>
                  </a:lnTo>
                  <a:lnTo>
                    <a:pt x="9777060" y="4364682"/>
                  </a:lnTo>
                  <a:lnTo>
                    <a:pt x="9830461" y="4330663"/>
                  </a:lnTo>
                  <a:lnTo>
                    <a:pt x="9864481" y="4277263"/>
                  </a:lnTo>
                  <a:lnTo>
                    <a:pt x="9874770" y="4222660"/>
                  </a:lnTo>
                  <a:lnTo>
                    <a:pt x="9876056" y="4184129"/>
                  </a:lnTo>
                  <a:lnTo>
                    <a:pt x="9876240" y="4136351"/>
                  </a:lnTo>
                  <a:lnTo>
                    <a:pt x="9876240" y="240097"/>
                  </a:lnTo>
                  <a:lnTo>
                    <a:pt x="9876056" y="192319"/>
                  </a:lnTo>
                  <a:lnTo>
                    <a:pt x="9874770" y="153788"/>
                  </a:lnTo>
                  <a:lnTo>
                    <a:pt x="9864481" y="99185"/>
                  </a:lnTo>
                  <a:lnTo>
                    <a:pt x="9830461" y="45785"/>
                  </a:lnTo>
                  <a:lnTo>
                    <a:pt x="9777060" y="11766"/>
                  </a:lnTo>
                  <a:lnTo>
                    <a:pt x="9722458" y="1470"/>
                  </a:lnTo>
                  <a:lnTo>
                    <a:pt x="9683928" y="183"/>
                  </a:lnTo>
                  <a:lnTo>
                    <a:pt x="9636153" y="0"/>
                  </a:lnTo>
                  <a:close/>
                </a:path>
              </a:pathLst>
            </a:custGeom>
            <a:solidFill>
              <a:srgbClr val="615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29512" y="7000001"/>
              <a:ext cx="3719901" cy="71205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0270262" y="7175164"/>
            <a:ext cx="323913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Page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Navigation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Component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04963" y="3901745"/>
            <a:ext cx="8502015" cy="2997200"/>
          </a:xfrm>
          <a:custGeom>
            <a:avLst/>
            <a:gdLst/>
            <a:ahLst/>
            <a:cxnLst/>
            <a:rect l="l" t="t" r="r" b="b"/>
            <a:pathLst>
              <a:path w="8502015" h="2997200">
                <a:moveTo>
                  <a:pt x="8278020" y="0"/>
                </a:moveTo>
                <a:lnTo>
                  <a:pt x="223841" y="0"/>
                </a:lnTo>
                <a:lnTo>
                  <a:pt x="179298" y="171"/>
                </a:lnTo>
                <a:lnTo>
                  <a:pt x="114843" y="4627"/>
                </a:lnTo>
                <a:lnTo>
                  <a:pt x="65694" y="24193"/>
                </a:lnTo>
                <a:lnTo>
                  <a:pt x="24193" y="65693"/>
                </a:lnTo>
                <a:lnTo>
                  <a:pt x="4627" y="114842"/>
                </a:lnTo>
                <a:lnTo>
                  <a:pt x="171" y="179297"/>
                </a:lnTo>
                <a:lnTo>
                  <a:pt x="0" y="223841"/>
                </a:lnTo>
                <a:lnTo>
                  <a:pt x="0" y="2773056"/>
                </a:lnTo>
                <a:lnTo>
                  <a:pt x="171" y="2817600"/>
                </a:lnTo>
                <a:lnTo>
                  <a:pt x="4627" y="2882054"/>
                </a:lnTo>
                <a:lnTo>
                  <a:pt x="24193" y="2931204"/>
                </a:lnTo>
                <a:lnTo>
                  <a:pt x="65694" y="2972705"/>
                </a:lnTo>
                <a:lnTo>
                  <a:pt x="114843" y="2992270"/>
                </a:lnTo>
                <a:lnTo>
                  <a:pt x="179298" y="2996726"/>
                </a:lnTo>
                <a:lnTo>
                  <a:pt x="223841" y="2996898"/>
                </a:lnTo>
                <a:lnTo>
                  <a:pt x="8278020" y="2996898"/>
                </a:lnTo>
                <a:lnTo>
                  <a:pt x="8322566" y="2996726"/>
                </a:lnTo>
                <a:lnTo>
                  <a:pt x="8387021" y="2992270"/>
                </a:lnTo>
                <a:lnTo>
                  <a:pt x="8436171" y="2972705"/>
                </a:lnTo>
                <a:lnTo>
                  <a:pt x="8477672" y="2931204"/>
                </a:lnTo>
                <a:lnTo>
                  <a:pt x="8497237" y="2882054"/>
                </a:lnTo>
                <a:lnTo>
                  <a:pt x="8501695" y="2817600"/>
                </a:lnTo>
                <a:lnTo>
                  <a:pt x="8501866" y="2773056"/>
                </a:lnTo>
                <a:lnTo>
                  <a:pt x="8501866" y="223841"/>
                </a:lnTo>
                <a:lnTo>
                  <a:pt x="8501695" y="179297"/>
                </a:lnTo>
                <a:lnTo>
                  <a:pt x="8497237" y="114842"/>
                </a:lnTo>
                <a:lnTo>
                  <a:pt x="8477672" y="65693"/>
                </a:lnTo>
                <a:lnTo>
                  <a:pt x="8436171" y="24193"/>
                </a:lnTo>
                <a:lnTo>
                  <a:pt x="8387021" y="4627"/>
                </a:lnTo>
                <a:lnTo>
                  <a:pt x="8322566" y="171"/>
                </a:lnTo>
                <a:lnTo>
                  <a:pt x="8278020" y="0"/>
                </a:lnTo>
                <a:close/>
              </a:path>
            </a:pathLst>
          </a:custGeom>
          <a:solidFill>
            <a:srgbClr val="5940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345249" y="2614368"/>
            <a:ext cx="6642734" cy="1641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791460">
              <a:lnSpc>
                <a:spcPct val="100000"/>
              </a:lnSpc>
              <a:spcBef>
                <a:spcPts val="110"/>
              </a:spcBef>
            </a:pP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Header 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Component</a:t>
            </a:r>
            <a:endParaRPr sz="3450">
              <a:latin typeface="Arial MT"/>
              <a:cs typeface="Arial MT"/>
            </a:endParaRPr>
          </a:p>
          <a:p>
            <a:pPr marL="683260" marR="3576320" indent="-671195">
              <a:lnSpc>
                <a:spcPct val="146600"/>
              </a:lnSpc>
              <a:spcBef>
                <a:spcPts val="1705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Main</a:t>
            </a:r>
            <a:r>
              <a:rPr sz="195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Content</a:t>
            </a:r>
            <a:r>
              <a:rPr sz="195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Component </a:t>
            </a:r>
            <a:r>
              <a:rPr sz="1950" spc="-20" dirty="0">
                <a:solidFill>
                  <a:srgbClr val="FFFFFF"/>
                </a:solidFill>
                <a:latin typeface="Arial MT"/>
                <a:cs typeface="Arial MT"/>
              </a:rPr>
              <a:t>Todo</a:t>
            </a:r>
            <a:r>
              <a:rPr sz="1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List</a:t>
            </a:r>
            <a:r>
              <a:rPr sz="1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Component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58047" y="4659377"/>
            <a:ext cx="7654536" cy="296905"/>
          </a:xfrm>
          <a:prstGeom prst="rect">
            <a:avLst/>
          </a:prstGeom>
        </p:spPr>
      </p:pic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5152811" y="4654142"/>
          <a:ext cx="7655556" cy="1482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3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3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3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38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146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695B6"/>
                      </a:solidFill>
                      <a:prstDash val="solid"/>
                    </a:lnL>
                    <a:lnR w="12700">
                      <a:solidFill>
                        <a:srgbClr val="7695B6"/>
                      </a:solidFill>
                      <a:prstDash val="solid"/>
                    </a:lnR>
                    <a:lnT w="12700">
                      <a:solidFill>
                        <a:srgbClr val="7695B6"/>
                      </a:solidFill>
                      <a:prstDash val="solid"/>
                    </a:lnT>
                    <a:lnB w="12700">
                      <a:solidFill>
                        <a:srgbClr val="7695B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40" dirty="0"/>
              <a:t>Application</a:t>
            </a:r>
            <a:r>
              <a:rPr spc="-45" dirty="0"/>
              <a:t> </a:t>
            </a:r>
            <a:r>
              <a:rPr spc="105" dirty="0"/>
              <a:t>Interaction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73242" y="5286373"/>
            <a:ext cx="3084005" cy="3813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527733" y="4796012"/>
            <a:ext cx="11753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dirty="0">
                <a:latin typeface="Arial"/>
                <a:cs typeface="Arial"/>
              </a:rPr>
              <a:t>REST</a:t>
            </a:r>
            <a:r>
              <a:rPr sz="1950" b="1" spc="-20" dirty="0">
                <a:latin typeface="Arial"/>
                <a:cs typeface="Arial"/>
              </a:rPr>
              <a:t> </a:t>
            </a:r>
            <a:r>
              <a:rPr sz="1950" b="1" spc="-25" dirty="0">
                <a:latin typeface="Arial"/>
                <a:cs typeface="Arial"/>
              </a:rPr>
              <a:t>API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743077" y="3826770"/>
            <a:ext cx="3150235" cy="3303270"/>
            <a:chOff x="12743077" y="3826770"/>
            <a:chExt cx="3150235" cy="330327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43077" y="3826770"/>
              <a:ext cx="3149991" cy="33031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61913" y="4700912"/>
              <a:ext cx="2312327" cy="154092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346882" y="5039538"/>
            <a:ext cx="1942464" cy="8153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ts val="3085"/>
              </a:lnSpc>
              <a:spcBef>
                <a:spcPts val="135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Spring</a:t>
            </a:r>
            <a:r>
              <a:rPr sz="26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FFFFFF"/>
                </a:solidFill>
                <a:latin typeface="Arial"/>
                <a:cs typeface="Arial"/>
              </a:rPr>
              <a:t>Boot</a:t>
            </a:r>
            <a:endParaRPr sz="2600">
              <a:latin typeface="Arial"/>
              <a:cs typeface="Arial"/>
            </a:endParaRPr>
          </a:p>
          <a:p>
            <a:pPr algn="ctr">
              <a:lnSpc>
                <a:spcPts val="3085"/>
              </a:lnSpc>
            </a:pPr>
            <a:r>
              <a:rPr sz="2600" dirty="0">
                <a:solidFill>
                  <a:srgbClr val="FFFFFF"/>
                </a:solidFill>
                <a:latin typeface="Arial MT"/>
                <a:cs typeface="Arial MT"/>
              </a:rPr>
              <a:t>back-</a:t>
            </a:r>
            <a:r>
              <a:rPr sz="2600" spc="-25" dirty="0">
                <a:solidFill>
                  <a:srgbClr val="FFFFFF"/>
                </a:solidFill>
                <a:latin typeface="Arial MT"/>
                <a:cs typeface="Arial MT"/>
              </a:rPr>
              <a:t>end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55442" y="4630293"/>
            <a:ext cx="1454175" cy="14541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916081" y="5280761"/>
            <a:ext cx="1063789" cy="38132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5569558" y="5075032"/>
            <a:ext cx="3371215" cy="764540"/>
            <a:chOff x="5569558" y="5075032"/>
            <a:chExt cx="3371215" cy="764540"/>
          </a:xfrm>
        </p:grpSpPr>
        <p:sp>
          <p:nvSpPr>
            <p:cNvPr id="12" name="object 12"/>
            <p:cNvSpPr/>
            <p:nvPr/>
          </p:nvSpPr>
          <p:spPr>
            <a:xfrm>
              <a:off x="5595911" y="5436065"/>
              <a:ext cx="771525" cy="0"/>
            </a:xfrm>
            <a:custGeom>
              <a:avLst/>
              <a:gdLst/>
              <a:ahLst/>
              <a:cxnLst/>
              <a:rect l="l" t="t" r="r" b="b"/>
              <a:pathLst>
                <a:path w="771525">
                  <a:moveTo>
                    <a:pt x="0" y="0"/>
                  </a:moveTo>
                  <a:lnTo>
                    <a:pt x="771379" y="0"/>
                  </a:lnTo>
                </a:path>
              </a:pathLst>
            </a:custGeom>
            <a:ln w="52354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61793" y="5075032"/>
              <a:ext cx="2578418" cy="76394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414148" y="5106445"/>
              <a:ext cx="2473960" cy="659765"/>
            </a:xfrm>
            <a:custGeom>
              <a:avLst/>
              <a:gdLst/>
              <a:ahLst/>
              <a:cxnLst/>
              <a:rect l="l" t="t" r="r" b="b"/>
              <a:pathLst>
                <a:path w="2473959" h="659764">
                  <a:moveTo>
                    <a:pt x="2190069" y="0"/>
                  </a:moveTo>
                  <a:lnTo>
                    <a:pt x="283639" y="0"/>
                  </a:lnTo>
                  <a:lnTo>
                    <a:pt x="227196" y="217"/>
                  </a:lnTo>
                  <a:lnTo>
                    <a:pt x="181677" y="1737"/>
                  </a:lnTo>
                  <a:lnTo>
                    <a:pt x="117171" y="13899"/>
                  </a:lnTo>
                  <a:lnTo>
                    <a:pt x="54088" y="54088"/>
                  </a:lnTo>
                  <a:lnTo>
                    <a:pt x="13899" y="117172"/>
                  </a:lnTo>
                  <a:lnTo>
                    <a:pt x="1737" y="181678"/>
                  </a:lnTo>
                  <a:lnTo>
                    <a:pt x="217" y="227197"/>
                  </a:lnTo>
                  <a:lnTo>
                    <a:pt x="0" y="283640"/>
                  </a:lnTo>
                  <a:lnTo>
                    <a:pt x="0" y="375600"/>
                  </a:lnTo>
                  <a:lnTo>
                    <a:pt x="217" y="432043"/>
                  </a:lnTo>
                  <a:lnTo>
                    <a:pt x="1737" y="477562"/>
                  </a:lnTo>
                  <a:lnTo>
                    <a:pt x="13899" y="542068"/>
                  </a:lnTo>
                  <a:lnTo>
                    <a:pt x="54088" y="605151"/>
                  </a:lnTo>
                  <a:lnTo>
                    <a:pt x="117171" y="645340"/>
                  </a:lnTo>
                  <a:lnTo>
                    <a:pt x="181677" y="657503"/>
                  </a:lnTo>
                  <a:lnTo>
                    <a:pt x="227196" y="659023"/>
                  </a:lnTo>
                  <a:lnTo>
                    <a:pt x="283639" y="659240"/>
                  </a:lnTo>
                  <a:lnTo>
                    <a:pt x="2190069" y="659240"/>
                  </a:lnTo>
                  <a:lnTo>
                    <a:pt x="2246512" y="659023"/>
                  </a:lnTo>
                  <a:lnTo>
                    <a:pt x="2292030" y="657503"/>
                  </a:lnTo>
                  <a:lnTo>
                    <a:pt x="2356536" y="645340"/>
                  </a:lnTo>
                  <a:lnTo>
                    <a:pt x="2419620" y="605151"/>
                  </a:lnTo>
                  <a:lnTo>
                    <a:pt x="2459809" y="542068"/>
                  </a:lnTo>
                  <a:lnTo>
                    <a:pt x="2471971" y="477562"/>
                  </a:lnTo>
                  <a:lnTo>
                    <a:pt x="2473491" y="432043"/>
                  </a:lnTo>
                  <a:lnTo>
                    <a:pt x="2473708" y="375600"/>
                  </a:lnTo>
                  <a:lnTo>
                    <a:pt x="2473708" y="283640"/>
                  </a:lnTo>
                  <a:lnTo>
                    <a:pt x="2473491" y="227197"/>
                  </a:lnTo>
                  <a:lnTo>
                    <a:pt x="2471971" y="181678"/>
                  </a:lnTo>
                  <a:lnTo>
                    <a:pt x="2459809" y="117172"/>
                  </a:lnTo>
                  <a:lnTo>
                    <a:pt x="2419620" y="54088"/>
                  </a:lnTo>
                  <a:lnTo>
                    <a:pt x="2356536" y="13899"/>
                  </a:lnTo>
                  <a:lnTo>
                    <a:pt x="2292030" y="1737"/>
                  </a:lnTo>
                  <a:lnTo>
                    <a:pt x="2246512" y="217"/>
                  </a:lnTo>
                  <a:lnTo>
                    <a:pt x="2190069" y="0"/>
                  </a:lnTo>
                  <a:close/>
                </a:path>
              </a:pathLst>
            </a:custGeom>
            <a:solidFill>
              <a:srgbClr val="436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686506" y="5224406"/>
            <a:ext cx="193167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solidFill>
                  <a:srgbClr val="FFFFFF"/>
                </a:solidFill>
                <a:latin typeface="Arial"/>
                <a:cs typeface="Arial"/>
              </a:rPr>
              <a:t>component.js</a:t>
            </a:r>
            <a:endParaRPr sz="2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57347" y="2571080"/>
            <a:ext cx="283654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dirty="0">
                <a:latin typeface="Arial"/>
                <a:cs typeface="Arial"/>
              </a:rPr>
              <a:t>React </a:t>
            </a:r>
            <a:r>
              <a:rPr sz="3450" b="1" spc="-10" dirty="0">
                <a:latin typeface="Arial"/>
                <a:cs typeface="Arial"/>
              </a:rPr>
              <a:t>Project</a:t>
            </a:r>
            <a:endParaRPr sz="34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43010" y="3279775"/>
            <a:ext cx="8065134" cy="4312920"/>
            <a:chOff x="1043010" y="3279775"/>
            <a:chExt cx="8065134" cy="4312920"/>
          </a:xfrm>
        </p:grpSpPr>
        <p:sp>
          <p:nvSpPr>
            <p:cNvPr id="18" name="object 18"/>
            <p:cNvSpPr/>
            <p:nvPr/>
          </p:nvSpPr>
          <p:spPr>
            <a:xfrm>
              <a:off x="1069187" y="3305952"/>
              <a:ext cx="8013065" cy="4260850"/>
            </a:xfrm>
            <a:custGeom>
              <a:avLst/>
              <a:gdLst/>
              <a:ahLst/>
              <a:cxnLst/>
              <a:rect l="l" t="t" r="r" b="b"/>
              <a:pathLst>
                <a:path w="8013065" h="4260850">
                  <a:moveTo>
                    <a:pt x="844317" y="0"/>
                  </a:moveTo>
                  <a:lnTo>
                    <a:pt x="7168284" y="0"/>
                  </a:lnTo>
                  <a:lnTo>
                    <a:pt x="7239690" y="41"/>
                  </a:lnTo>
                  <a:lnTo>
                    <a:pt x="7305446" y="331"/>
                  </a:lnTo>
                  <a:lnTo>
                    <a:pt x="7365851" y="1117"/>
                  </a:lnTo>
                  <a:lnTo>
                    <a:pt x="7421202" y="2648"/>
                  </a:lnTo>
                  <a:lnTo>
                    <a:pt x="7471795" y="5171"/>
                  </a:lnTo>
                  <a:lnTo>
                    <a:pt x="7517929" y="8937"/>
                  </a:lnTo>
                  <a:lnTo>
                    <a:pt x="7559900" y="14191"/>
                  </a:lnTo>
                  <a:lnTo>
                    <a:pt x="7598006" y="21184"/>
                  </a:lnTo>
                  <a:lnTo>
                    <a:pt x="7663812" y="41375"/>
                  </a:lnTo>
                  <a:lnTo>
                    <a:pt x="7710271" y="60909"/>
                  </a:lnTo>
                  <a:lnTo>
                    <a:pt x="7754235" y="84679"/>
                  </a:lnTo>
                  <a:lnTo>
                    <a:pt x="7795454" y="112437"/>
                  </a:lnTo>
                  <a:lnTo>
                    <a:pt x="7833682" y="143933"/>
                  </a:lnTo>
                  <a:lnTo>
                    <a:pt x="7868668" y="178919"/>
                  </a:lnTo>
                  <a:lnTo>
                    <a:pt x="7900164" y="217147"/>
                  </a:lnTo>
                  <a:lnTo>
                    <a:pt x="7927922" y="258366"/>
                  </a:lnTo>
                  <a:lnTo>
                    <a:pt x="7951692" y="302330"/>
                  </a:lnTo>
                  <a:lnTo>
                    <a:pt x="7971226" y="348788"/>
                  </a:lnTo>
                  <a:lnTo>
                    <a:pt x="7991417" y="414595"/>
                  </a:lnTo>
                  <a:lnTo>
                    <a:pt x="7998410" y="452701"/>
                  </a:lnTo>
                  <a:lnTo>
                    <a:pt x="8003664" y="494672"/>
                  </a:lnTo>
                  <a:lnTo>
                    <a:pt x="8007430" y="540806"/>
                  </a:lnTo>
                  <a:lnTo>
                    <a:pt x="8009954" y="591399"/>
                  </a:lnTo>
                  <a:lnTo>
                    <a:pt x="8011484" y="646750"/>
                  </a:lnTo>
                  <a:lnTo>
                    <a:pt x="8012271" y="707155"/>
                  </a:lnTo>
                  <a:lnTo>
                    <a:pt x="8012560" y="772912"/>
                  </a:lnTo>
                  <a:lnTo>
                    <a:pt x="8012602" y="844317"/>
                  </a:lnTo>
                  <a:lnTo>
                    <a:pt x="8012602" y="3415907"/>
                  </a:lnTo>
                  <a:lnTo>
                    <a:pt x="8012560" y="3487313"/>
                  </a:lnTo>
                  <a:lnTo>
                    <a:pt x="8012271" y="3553069"/>
                  </a:lnTo>
                  <a:lnTo>
                    <a:pt x="8011484" y="3613474"/>
                  </a:lnTo>
                  <a:lnTo>
                    <a:pt x="8009954" y="3668825"/>
                  </a:lnTo>
                  <a:lnTo>
                    <a:pt x="8007430" y="3719418"/>
                  </a:lnTo>
                  <a:lnTo>
                    <a:pt x="8003664" y="3765552"/>
                  </a:lnTo>
                  <a:lnTo>
                    <a:pt x="7998410" y="3807523"/>
                  </a:lnTo>
                  <a:lnTo>
                    <a:pt x="7991417" y="3845629"/>
                  </a:lnTo>
                  <a:lnTo>
                    <a:pt x="7971226" y="3911435"/>
                  </a:lnTo>
                  <a:lnTo>
                    <a:pt x="7951692" y="3957894"/>
                  </a:lnTo>
                  <a:lnTo>
                    <a:pt x="7927922" y="4001858"/>
                  </a:lnTo>
                  <a:lnTo>
                    <a:pt x="7900164" y="4043078"/>
                  </a:lnTo>
                  <a:lnTo>
                    <a:pt x="7868668" y="4081305"/>
                  </a:lnTo>
                  <a:lnTo>
                    <a:pt x="7833682" y="4116291"/>
                  </a:lnTo>
                  <a:lnTo>
                    <a:pt x="7795454" y="4147787"/>
                  </a:lnTo>
                  <a:lnTo>
                    <a:pt x="7754235" y="4175545"/>
                  </a:lnTo>
                  <a:lnTo>
                    <a:pt x="7710271" y="4199315"/>
                  </a:lnTo>
                  <a:lnTo>
                    <a:pt x="7663812" y="4218849"/>
                  </a:lnTo>
                  <a:lnTo>
                    <a:pt x="7598006" y="4239040"/>
                  </a:lnTo>
                  <a:lnTo>
                    <a:pt x="7559900" y="4246033"/>
                  </a:lnTo>
                  <a:lnTo>
                    <a:pt x="7517929" y="4251288"/>
                  </a:lnTo>
                  <a:lnTo>
                    <a:pt x="7471795" y="4255053"/>
                  </a:lnTo>
                  <a:lnTo>
                    <a:pt x="7421202" y="4257577"/>
                  </a:lnTo>
                  <a:lnTo>
                    <a:pt x="7365851" y="4259108"/>
                  </a:lnTo>
                  <a:lnTo>
                    <a:pt x="7305446" y="4259894"/>
                  </a:lnTo>
                  <a:lnTo>
                    <a:pt x="7239690" y="4260183"/>
                  </a:lnTo>
                  <a:lnTo>
                    <a:pt x="7168284" y="4260225"/>
                  </a:lnTo>
                  <a:lnTo>
                    <a:pt x="844317" y="4260225"/>
                  </a:lnTo>
                  <a:lnTo>
                    <a:pt x="772912" y="4260183"/>
                  </a:lnTo>
                  <a:lnTo>
                    <a:pt x="707155" y="4259894"/>
                  </a:lnTo>
                  <a:lnTo>
                    <a:pt x="646750" y="4259108"/>
                  </a:lnTo>
                  <a:lnTo>
                    <a:pt x="591399" y="4257577"/>
                  </a:lnTo>
                  <a:lnTo>
                    <a:pt x="540806" y="4255053"/>
                  </a:lnTo>
                  <a:lnTo>
                    <a:pt x="494672" y="4251288"/>
                  </a:lnTo>
                  <a:lnTo>
                    <a:pt x="452701" y="4246033"/>
                  </a:lnTo>
                  <a:lnTo>
                    <a:pt x="414595" y="4239040"/>
                  </a:lnTo>
                  <a:lnTo>
                    <a:pt x="348788" y="4218849"/>
                  </a:lnTo>
                  <a:lnTo>
                    <a:pt x="302330" y="4199315"/>
                  </a:lnTo>
                  <a:lnTo>
                    <a:pt x="258366" y="4175545"/>
                  </a:lnTo>
                  <a:lnTo>
                    <a:pt x="217147" y="4147787"/>
                  </a:lnTo>
                  <a:lnTo>
                    <a:pt x="178919" y="4116291"/>
                  </a:lnTo>
                  <a:lnTo>
                    <a:pt x="143933" y="4081305"/>
                  </a:lnTo>
                  <a:lnTo>
                    <a:pt x="112437" y="4043078"/>
                  </a:lnTo>
                  <a:lnTo>
                    <a:pt x="84679" y="4001858"/>
                  </a:lnTo>
                  <a:lnTo>
                    <a:pt x="60909" y="3957894"/>
                  </a:lnTo>
                  <a:lnTo>
                    <a:pt x="41375" y="3911435"/>
                  </a:lnTo>
                  <a:lnTo>
                    <a:pt x="21184" y="3845629"/>
                  </a:lnTo>
                  <a:lnTo>
                    <a:pt x="14191" y="3807523"/>
                  </a:lnTo>
                  <a:lnTo>
                    <a:pt x="8937" y="3765552"/>
                  </a:lnTo>
                  <a:lnTo>
                    <a:pt x="5171" y="3719418"/>
                  </a:lnTo>
                  <a:lnTo>
                    <a:pt x="2648" y="3668825"/>
                  </a:lnTo>
                  <a:lnTo>
                    <a:pt x="1117" y="3613474"/>
                  </a:lnTo>
                  <a:lnTo>
                    <a:pt x="331" y="3553069"/>
                  </a:lnTo>
                  <a:lnTo>
                    <a:pt x="41" y="3487313"/>
                  </a:lnTo>
                  <a:lnTo>
                    <a:pt x="0" y="3415907"/>
                  </a:lnTo>
                  <a:lnTo>
                    <a:pt x="0" y="844317"/>
                  </a:lnTo>
                  <a:lnTo>
                    <a:pt x="41" y="772912"/>
                  </a:lnTo>
                  <a:lnTo>
                    <a:pt x="331" y="707155"/>
                  </a:lnTo>
                  <a:lnTo>
                    <a:pt x="1117" y="646750"/>
                  </a:lnTo>
                  <a:lnTo>
                    <a:pt x="2648" y="591399"/>
                  </a:lnTo>
                  <a:lnTo>
                    <a:pt x="5171" y="540806"/>
                  </a:lnTo>
                  <a:lnTo>
                    <a:pt x="8937" y="494672"/>
                  </a:lnTo>
                  <a:lnTo>
                    <a:pt x="14191" y="452701"/>
                  </a:lnTo>
                  <a:lnTo>
                    <a:pt x="21184" y="414595"/>
                  </a:lnTo>
                  <a:lnTo>
                    <a:pt x="41375" y="348788"/>
                  </a:lnTo>
                  <a:lnTo>
                    <a:pt x="60909" y="302330"/>
                  </a:lnTo>
                  <a:lnTo>
                    <a:pt x="84679" y="258366"/>
                  </a:lnTo>
                  <a:lnTo>
                    <a:pt x="112437" y="217147"/>
                  </a:lnTo>
                  <a:lnTo>
                    <a:pt x="143933" y="178919"/>
                  </a:lnTo>
                  <a:lnTo>
                    <a:pt x="178919" y="143933"/>
                  </a:lnTo>
                  <a:lnTo>
                    <a:pt x="217147" y="112437"/>
                  </a:lnTo>
                  <a:lnTo>
                    <a:pt x="258366" y="84679"/>
                  </a:lnTo>
                  <a:lnTo>
                    <a:pt x="302330" y="60909"/>
                  </a:lnTo>
                  <a:lnTo>
                    <a:pt x="348788" y="41375"/>
                  </a:lnTo>
                  <a:lnTo>
                    <a:pt x="414595" y="21184"/>
                  </a:lnTo>
                  <a:lnTo>
                    <a:pt x="452701" y="14191"/>
                  </a:lnTo>
                  <a:lnTo>
                    <a:pt x="494672" y="8937"/>
                  </a:lnTo>
                  <a:lnTo>
                    <a:pt x="540806" y="5171"/>
                  </a:lnTo>
                  <a:lnTo>
                    <a:pt x="591399" y="2648"/>
                  </a:lnTo>
                  <a:lnTo>
                    <a:pt x="646750" y="1117"/>
                  </a:lnTo>
                  <a:lnTo>
                    <a:pt x="707155" y="331"/>
                  </a:lnTo>
                  <a:lnTo>
                    <a:pt x="772912" y="41"/>
                  </a:lnTo>
                  <a:lnTo>
                    <a:pt x="844317" y="0"/>
                  </a:lnTo>
                  <a:close/>
                </a:path>
              </a:pathLst>
            </a:custGeom>
            <a:ln w="52354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23487" y="3813135"/>
              <a:ext cx="3925567" cy="25154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80" dirty="0"/>
              <a:t>React</a:t>
            </a:r>
            <a:r>
              <a:rPr spc="-65" dirty="0"/>
              <a:t> </a:t>
            </a:r>
            <a:r>
              <a:rPr spc="55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014" y="2258115"/>
            <a:ext cx="11611610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85470" indent="-572770">
              <a:lnSpc>
                <a:spcPct val="100000"/>
              </a:lnSpc>
              <a:spcBef>
                <a:spcPts val="135"/>
              </a:spcBef>
              <a:buClr>
                <a:srgbClr val="5C86B9"/>
              </a:buClr>
              <a:buSzPct val="70588"/>
              <a:buFont typeface="Arial MT"/>
              <a:buChar char="•"/>
              <a:tabLst>
                <a:tab pos="585470" algn="l"/>
              </a:tabLst>
            </a:pPr>
            <a:r>
              <a:rPr sz="4250" dirty="0">
                <a:latin typeface="Palatino Linotype"/>
                <a:cs typeface="Palatino Linotype"/>
              </a:rPr>
              <a:t>An</a:t>
            </a:r>
            <a:r>
              <a:rPr sz="4250" spc="-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React project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is composed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of multiple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spc="-10" dirty="0">
                <a:latin typeface="Palatino Linotype"/>
                <a:cs typeface="Palatino Linotype"/>
              </a:rPr>
              <a:t>files</a:t>
            </a:r>
            <a:endParaRPr sz="425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7497" y="3552852"/>
            <a:ext cx="2820035" cy="1151890"/>
            <a:chOff x="797497" y="3552852"/>
            <a:chExt cx="2820035" cy="11518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7497" y="3552852"/>
              <a:ext cx="2819449" cy="11517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9852" y="3584264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60" h="1047114">
                  <a:moveTo>
                    <a:pt x="2474643" y="0"/>
                  </a:moveTo>
                  <a:lnTo>
                    <a:pt x="240096" y="0"/>
                  </a:lnTo>
                  <a:lnTo>
                    <a:pt x="192318" y="183"/>
                  </a:lnTo>
                  <a:lnTo>
                    <a:pt x="153788" y="1470"/>
                  </a:lnTo>
                  <a:lnTo>
                    <a:pt x="99184" y="11765"/>
                  </a:lnTo>
                  <a:lnTo>
                    <a:pt x="45785" y="45784"/>
                  </a:lnTo>
                  <a:lnTo>
                    <a:pt x="11765" y="99184"/>
                  </a:lnTo>
                  <a:lnTo>
                    <a:pt x="1470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0" y="893300"/>
                  </a:lnTo>
                  <a:lnTo>
                    <a:pt x="11765" y="947904"/>
                  </a:lnTo>
                  <a:lnTo>
                    <a:pt x="45785" y="1001303"/>
                  </a:lnTo>
                  <a:lnTo>
                    <a:pt x="99184" y="1035322"/>
                  </a:lnTo>
                  <a:lnTo>
                    <a:pt x="153788" y="1045617"/>
                  </a:lnTo>
                  <a:lnTo>
                    <a:pt x="192318" y="1046904"/>
                  </a:lnTo>
                  <a:lnTo>
                    <a:pt x="240096" y="1047088"/>
                  </a:lnTo>
                  <a:lnTo>
                    <a:pt x="2474643" y="1047088"/>
                  </a:lnTo>
                  <a:lnTo>
                    <a:pt x="2522421" y="1046904"/>
                  </a:lnTo>
                  <a:lnTo>
                    <a:pt x="2560952" y="1045617"/>
                  </a:lnTo>
                  <a:lnTo>
                    <a:pt x="2615556" y="1035322"/>
                  </a:lnTo>
                  <a:lnTo>
                    <a:pt x="2668955" y="1001303"/>
                  </a:lnTo>
                  <a:lnTo>
                    <a:pt x="2702974" y="947904"/>
                  </a:lnTo>
                  <a:lnTo>
                    <a:pt x="2713269" y="893300"/>
                  </a:lnTo>
                  <a:lnTo>
                    <a:pt x="2714556" y="854769"/>
                  </a:lnTo>
                  <a:lnTo>
                    <a:pt x="2714740" y="806991"/>
                  </a:lnTo>
                  <a:lnTo>
                    <a:pt x="2714740" y="240097"/>
                  </a:lnTo>
                  <a:lnTo>
                    <a:pt x="2714556" y="192319"/>
                  </a:lnTo>
                  <a:lnTo>
                    <a:pt x="2713269" y="153788"/>
                  </a:lnTo>
                  <a:lnTo>
                    <a:pt x="2702974" y="99184"/>
                  </a:lnTo>
                  <a:lnTo>
                    <a:pt x="2668955" y="45784"/>
                  </a:lnTo>
                  <a:lnTo>
                    <a:pt x="2615556" y="11765"/>
                  </a:lnTo>
                  <a:lnTo>
                    <a:pt x="2560952" y="1470"/>
                  </a:lnTo>
                  <a:lnTo>
                    <a:pt x="2522421" y="183"/>
                  </a:lnTo>
                  <a:lnTo>
                    <a:pt x="2474643" y="0"/>
                  </a:lnTo>
                  <a:close/>
                </a:path>
              </a:pathLst>
            </a:custGeom>
            <a:solidFill>
              <a:srgbClr val="D56F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96021" y="3803508"/>
            <a:ext cx="1223010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20" dirty="0">
                <a:solidFill>
                  <a:srgbClr val="FFFFFF"/>
                </a:solidFill>
                <a:latin typeface="Arial MT"/>
                <a:cs typeface="Arial MT"/>
              </a:rPr>
              <a:t>HTML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97497" y="4873587"/>
            <a:ext cx="2820035" cy="1151890"/>
            <a:chOff x="797497" y="4873587"/>
            <a:chExt cx="2820035" cy="115189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7497" y="4873587"/>
              <a:ext cx="2819449" cy="115179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49852" y="4905000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60" h="1047114">
                  <a:moveTo>
                    <a:pt x="2474643" y="0"/>
                  </a:moveTo>
                  <a:lnTo>
                    <a:pt x="240096" y="0"/>
                  </a:lnTo>
                  <a:lnTo>
                    <a:pt x="192318" y="183"/>
                  </a:lnTo>
                  <a:lnTo>
                    <a:pt x="153788" y="1470"/>
                  </a:lnTo>
                  <a:lnTo>
                    <a:pt x="99184" y="11766"/>
                  </a:lnTo>
                  <a:lnTo>
                    <a:pt x="45785" y="45785"/>
                  </a:lnTo>
                  <a:lnTo>
                    <a:pt x="11765" y="99184"/>
                  </a:lnTo>
                  <a:lnTo>
                    <a:pt x="1470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0" y="893300"/>
                  </a:lnTo>
                  <a:lnTo>
                    <a:pt x="11765" y="947904"/>
                  </a:lnTo>
                  <a:lnTo>
                    <a:pt x="45785" y="1001303"/>
                  </a:lnTo>
                  <a:lnTo>
                    <a:pt x="99184" y="1035322"/>
                  </a:lnTo>
                  <a:lnTo>
                    <a:pt x="153788" y="1045617"/>
                  </a:lnTo>
                  <a:lnTo>
                    <a:pt x="192318" y="1046904"/>
                  </a:lnTo>
                  <a:lnTo>
                    <a:pt x="240096" y="1047088"/>
                  </a:lnTo>
                  <a:lnTo>
                    <a:pt x="2474643" y="1047088"/>
                  </a:lnTo>
                  <a:lnTo>
                    <a:pt x="2522421" y="1046904"/>
                  </a:lnTo>
                  <a:lnTo>
                    <a:pt x="2560952" y="1045617"/>
                  </a:lnTo>
                  <a:lnTo>
                    <a:pt x="2615556" y="1035322"/>
                  </a:lnTo>
                  <a:lnTo>
                    <a:pt x="2668955" y="1001303"/>
                  </a:lnTo>
                  <a:lnTo>
                    <a:pt x="2702974" y="947904"/>
                  </a:lnTo>
                  <a:lnTo>
                    <a:pt x="2713269" y="893300"/>
                  </a:lnTo>
                  <a:lnTo>
                    <a:pt x="2714556" y="854769"/>
                  </a:lnTo>
                  <a:lnTo>
                    <a:pt x="2714740" y="806991"/>
                  </a:lnTo>
                  <a:lnTo>
                    <a:pt x="2714740" y="240097"/>
                  </a:lnTo>
                  <a:lnTo>
                    <a:pt x="2714556" y="192319"/>
                  </a:lnTo>
                  <a:lnTo>
                    <a:pt x="2713269" y="153788"/>
                  </a:lnTo>
                  <a:lnTo>
                    <a:pt x="2702974" y="99184"/>
                  </a:lnTo>
                  <a:lnTo>
                    <a:pt x="2668955" y="45785"/>
                  </a:lnTo>
                  <a:lnTo>
                    <a:pt x="2615556" y="11766"/>
                  </a:lnTo>
                  <a:lnTo>
                    <a:pt x="2560952" y="1470"/>
                  </a:lnTo>
                  <a:lnTo>
                    <a:pt x="2522421" y="183"/>
                  </a:lnTo>
                  <a:lnTo>
                    <a:pt x="2474643" y="0"/>
                  </a:lnTo>
                  <a:close/>
                </a:path>
              </a:pathLst>
            </a:custGeom>
            <a:solidFill>
              <a:srgbClr val="D56F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96021" y="5124245"/>
            <a:ext cx="1223010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20" dirty="0">
                <a:solidFill>
                  <a:srgbClr val="FFFFFF"/>
                </a:solidFill>
                <a:latin typeface="Arial MT"/>
                <a:cs typeface="Arial MT"/>
              </a:rPr>
              <a:t>HTML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730791" y="3552852"/>
            <a:ext cx="2820035" cy="1151890"/>
            <a:chOff x="3730791" y="3552852"/>
            <a:chExt cx="2820035" cy="115189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0791" y="3552852"/>
              <a:ext cx="2819449" cy="115179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783145" y="3584264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60" h="1047114">
                  <a:moveTo>
                    <a:pt x="2474644" y="0"/>
                  </a:moveTo>
                  <a:lnTo>
                    <a:pt x="240097" y="0"/>
                  </a:lnTo>
                  <a:lnTo>
                    <a:pt x="192319" y="183"/>
                  </a:lnTo>
                  <a:lnTo>
                    <a:pt x="153788" y="1470"/>
                  </a:lnTo>
                  <a:lnTo>
                    <a:pt x="99184" y="11765"/>
                  </a:lnTo>
                  <a:lnTo>
                    <a:pt x="45785" y="45784"/>
                  </a:lnTo>
                  <a:lnTo>
                    <a:pt x="11766" y="99184"/>
                  </a:lnTo>
                  <a:lnTo>
                    <a:pt x="1470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0" y="893300"/>
                  </a:lnTo>
                  <a:lnTo>
                    <a:pt x="11766" y="947904"/>
                  </a:lnTo>
                  <a:lnTo>
                    <a:pt x="45785" y="1001303"/>
                  </a:lnTo>
                  <a:lnTo>
                    <a:pt x="99184" y="1035322"/>
                  </a:lnTo>
                  <a:lnTo>
                    <a:pt x="153788" y="1045617"/>
                  </a:lnTo>
                  <a:lnTo>
                    <a:pt x="192319" y="1046904"/>
                  </a:lnTo>
                  <a:lnTo>
                    <a:pt x="240097" y="1047088"/>
                  </a:lnTo>
                  <a:lnTo>
                    <a:pt x="2474644" y="1047088"/>
                  </a:lnTo>
                  <a:lnTo>
                    <a:pt x="2522422" y="1046904"/>
                  </a:lnTo>
                  <a:lnTo>
                    <a:pt x="2560952" y="1045617"/>
                  </a:lnTo>
                  <a:lnTo>
                    <a:pt x="2615555" y="1035322"/>
                  </a:lnTo>
                  <a:lnTo>
                    <a:pt x="2668956" y="1001303"/>
                  </a:lnTo>
                  <a:lnTo>
                    <a:pt x="2702975" y="947904"/>
                  </a:lnTo>
                  <a:lnTo>
                    <a:pt x="2713270" y="893300"/>
                  </a:lnTo>
                  <a:lnTo>
                    <a:pt x="2714557" y="854769"/>
                  </a:lnTo>
                  <a:lnTo>
                    <a:pt x="2714741" y="806991"/>
                  </a:lnTo>
                  <a:lnTo>
                    <a:pt x="2714741" y="240097"/>
                  </a:lnTo>
                  <a:lnTo>
                    <a:pt x="2714557" y="192319"/>
                  </a:lnTo>
                  <a:lnTo>
                    <a:pt x="2713270" y="153788"/>
                  </a:lnTo>
                  <a:lnTo>
                    <a:pt x="2702975" y="99184"/>
                  </a:lnTo>
                  <a:lnTo>
                    <a:pt x="2668956" y="45784"/>
                  </a:lnTo>
                  <a:lnTo>
                    <a:pt x="2615555" y="11765"/>
                  </a:lnTo>
                  <a:lnTo>
                    <a:pt x="2560952" y="1470"/>
                  </a:lnTo>
                  <a:lnTo>
                    <a:pt x="2522422" y="183"/>
                  </a:lnTo>
                  <a:lnTo>
                    <a:pt x="2474644" y="0"/>
                  </a:lnTo>
                  <a:close/>
                </a:path>
              </a:pathLst>
            </a:custGeom>
            <a:solidFill>
              <a:srgbClr val="D56F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529314" y="3803508"/>
            <a:ext cx="1223010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20" dirty="0">
                <a:solidFill>
                  <a:srgbClr val="FFFFFF"/>
                </a:solidFill>
                <a:latin typeface="Arial MT"/>
                <a:cs typeface="Arial MT"/>
              </a:rPr>
              <a:t>HTML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730791" y="4873587"/>
            <a:ext cx="2820035" cy="1151890"/>
            <a:chOff x="3730791" y="4873587"/>
            <a:chExt cx="2820035" cy="115189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0791" y="4873587"/>
              <a:ext cx="2819449" cy="115179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783145" y="4905000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60" h="1047114">
                  <a:moveTo>
                    <a:pt x="2474644" y="0"/>
                  </a:moveTo>
                  <a:lnTo>
                    <a:pt x="240097" y="0"/>
                  </a:lnTo>
                  <a:lnTo>
                    <a:pt x="192319" y="183"/>
                  </a:lnTo>
                  <a:lnTo>
                    <a:pt x="153788" y="1470"/>
                  </a:lnTo>
                  <a:lnTo>
                    <a:pt x="99184" y="11766"/>
                  </a:lnTo>
                  <a:lnTo>
                    <a:pt x="45785" y="45785"/>
                  </a:lnTo>
                  <a:lnTo>
                    <a:pt x="11766" y="99184"/>
                  </a:lnTo>
                  <a:lnTo>
                    <a:pt x="1470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0" y="893300"/>
                  </a:lnTo>
                  <a:lnTo>
                    <a:pt x="11766" y="947904"/>
                  </a:lnTo>
                  <a:lnTo>
                    <a:pt x="45785" y="1001303"/>
                  </a:lnTo>
                  <a:lnTo>
                    <a:pt x="99184" y="1035322"/>
                  </a:lnTo>
                  <a:lnTo>
                    <a:pt x="153788" y="1045617"/>
                  </a:lnTo>
                  <a:lnTo>
                    <a:pt x="192319" y="1046904"/>
                  </a:lnTo>
                  <a:lnTo>
                    <a:pt x="240097" y="1047088"/>
                  </a:lnTo>
                  <a:lnTo>
                    <a:pt x="2474644" y="1047088"/>
                  </a:lnTo>
                  <a:lnTo>
                    <a:pt x="2522422" y="1046904"/>
                  </a:lnTo>
                  <a:lnTo>
                    <a:pt x="2560952" y="1045617"/>
                  </a:lnTo>
                  <a:lnTo>
                    <a:pt x="2615555" y="1035322"/>
                  </a:lnTo>
                  <a:lnTo>
                    <a:pt x="2668956" y="1001303"/>
                  </a:lnTo>
                  <a:lnTo>
                    <a:pt x="2702975" y="947904"/>
                  </a:lnTo>
                  <a:lnTo>
                    <a:pt x="2713270" y="893300"/>
                  </a:lnTo>
                  <a:lnTo>
                    <a:pt x="2714557" y="854769"/>
                  </a:lnTo>
                  <a:lnTo>
                    <a:pt x="2714741" y="806991"/>
                  </a:lnTo>
                  <a:lnTo>
                    <a:pt x="2714741" y="240097"/>
                  </a:lnTo>
                  <a:lnTo>
                    <a:pt x="2714557" y="192319"/>
                  </a:lnTo>
                  <a:lnTo>
                    <a:pt x="2713270" y="153788"/>
                  </a:lnTo>
                  <a:lnTo>
                    <a:pt x="2702975" y="99184"/>
                  </a:lnTo>
                  <a:lnTo>
                    <a:pt x="2668956" y="45785"/>
                  </a:lnTo>
                  <a:lnTo>
                    <a:pt x="2615555" y="11766"/>
                  </a:lnTo>
                  <a:lnTo>
                    <a:pt x="2560952" y="1470"/>
                  </a:lnTo>
                  <a:lnTo>
                    <a:pt x="2522422" y="183"/>
                  </a:lnTo>
                  <a:lnTo>
                    <a:pt x="2474644" y="0"/>
                  </a:lnTo>
                  <a:close/>
                </a:path>
              </a:pathLst>
            </a:custGeom>
            <a:solidFill>
              <a:srgbClr val="D56F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29314" y="5124245"/>
            <a:ext cx="1223010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20" dirty="0">
                <a:solidFill>
                  <a:srgbClr val="FFFFFF"/>
                </a:solidFill>
                <a:latin typeface="Arial MT"/>
                <a:cs typeface="Arial MT"/>
              </a:rPr>
              <a:t>HTML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457865" y="6697628"/>
            <a:ext cx="2820035" cy="1151890"/>
            <a:chOff x="1457865" y="6697628"/>
            <a:chExt cx="2820035" cy="115189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7865" y="6697628"/>
              <a:ext cx="2819449" cy="115179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510219" y="6729041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60" h="1047115">
                  <a:moveTo>
                    <a:pt x="2474644" y="0"/>
                  </a:moveTo>
                  <a:lnTo>
                    <a:pt x="240097" y="0"/>
                  </a:lnTo>
                  <a:lnTo>
                    <a:pt x="192319" y="183"/>
                  </a:lnTo>
                  <a:lnTo>
                    <a:pt x="153788" y="1470"/>
                  </a:lnTo>
                  <a:lnTo>
                    <a:pt x="99184" y="11766"/>
                  </a:lnTo>
                  <a:lnTo>
                    <a:pt x="45785" y="45785"/>
                  </a:lnTo>
                  <a:lnTo>
                    <a:pt x="11766" y="99184"/>
                  </a:lnTo>
                  <a:lnTo>
                    <a:pt x="1470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0" y="893300"/>
                  </a:lnTo>
                  <a:lnTo>
                    <a:pt x="11766" y="947904"/>
                  </a:lnTo>
                  <a:lnTo>
                    <a:pt x="45785" y="1001303"/>
                  </a:lnTo>
                  <a:lnTo>
                    <a:pt x="99184" y="1035322"/>
                  </a:lnTo>
                  <a:lnTo>
                    <a:pt x="153788" y="1045617"/>
                  </a:lnTo>
                  <a:lnTo>
                    <a:pt x="192319" y="1046904"/>
                  </a:lnTo>
                  <a:lnTo>
                    <a:pt x="240097" y="1047088"/>
                  </a:lnTo>
                  <a:lnTo>
                    <a:pt x="2474644" y="1047088"/>
                  </a:lnTo>
                  <a:lnTo>
                    <a:pt x="2522422" y="1046904"/>
                  </a:lnTo>
                  <a:lnTo>
                    <a:pt x="2560952" y="1045617"/>
                  </a:lnTo>
                  <a:lnTo>
                    <a:pt x="2615555" y="1035322"/>
                  </a:lnTo>
                  <a:lnTo>
                    <a:pt x="2668956" y="1001303"/>
                  </a:lnTo>
                  <a:lnTo>
                    <a:pt x="2702975" y="947904"/>
                  </a:lnTo>
                  <a:lnTo>
                    <a:pt x="2713269" y="893300"/>
                  </a:lnTo>
                  <a:lnTo>
                    <a:pt x="2714556" y="854769"/>
                  </a:lnTo>
                  <a:lnTo>
                    <a:pt x="2714740" y="806991"/>
                  </a:lnTo>
                  <a:lnTo>
                    <a:pt x="2714740" y="240097"/>
                  </a:lnTo>
                  <a:lnTo>
                    <a:pt x="2714556" y="192319"/>
                  </a:lnTo>
                  <a:lnTo>
                    <a:pt x="2713269" y="153788"/>
                  </a:lnTo>
                  <a:lnTo>
                    <a:pt x="2702975" y="99184"/>
                  </a:lnTo>
                  <a:lnTo>
                    <a:pt x="2668956" y="45785"/>
                  </a:lnTo>
                  <a:lnTo>
                    <a:pt x="2615555" y="11766"/>
                  </a:lnTo>
                  <a:lnTo>
                    <a:pt x="2560952" y="1470"/>
                  </a:lnTo>
                  <a:lnTo>
                    <a:pt x="2522422" y="183"/>
                  </a:lnTo>
                  <a:lnTo>
                    <a:pt x="2474644" y="0"/>
                  </a:lnTo>
                  <a:close/>
                </a:path>
              </a:pathLst>
            </a:custGeom>
            <a:solidFill>
              <a:srgbClr val="7E64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828423" y="6948285"/>
            <a:ext cx="207835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JavaScript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57865" y="8018365"/>
            <a:ext cx="2820035" cy="1151890"/>
            <a:chOff x="1457865" y="8018365"/>
            <a:chExt cx="2820035" cy="115189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7865" y="8018365"/>
              <a:ext cx="2819449" cy="115179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510219" y="8049778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60" h="1047115">
                  <a:moveTo>
                    <a:pt x="2474644" y="0"/>
                  </a:moveTo>
                  <a:lnTo>
                    <a:pt x="240097" y="0"/>
                  </a:lnTo>
                  <a:lnTo>
                    <a:pt x="192319" y="183"/>
                  </a:lnTo>
                  <a:lnTo>
                    <a:pt x="153788" y="1470"/>
                  </a:lnTo>
                  <a:lnTo>
                    <a:pt x="99184" y="11765"/>
                  </a:lnTo>
                  <a:lnTo>
                    <a:pt x="45785" y="45784"/>
                  </a:lnTo>
                  <a:lnTo>
                    <a:pt x="11766" y="99184"/>
                  </a:lnTo>
                  <a:lnTo>
                    <a:pt x="1470" y="153787"/>
                  </a:lnTo>
                  <a:lnTo>
                    <a:pt x="183" y="192318"/>
                  </a:lnTo>
                  <a:lnTo>
                    <a:pt x="0" y="240096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0" y="893300"/>
                  </a:lnTo>
                  <a:lnTo>
                    <a:pt x="11766" y="947904"/>
                  </a:lnTo>
                  <a:lnTo>
                    <a:pt x="45785" y="1001303"/>
                  </a:lnTo>
                  <a:lnTo>
                    <a:pt x="99184" y="1035322"/>
                  </a:lnTo>
                  <a:lnTo>
                    <a:pt x="153788" y="1045617"/>
                  </a:lnTo>
                  <a:lnTo>
                    <a:pt x="192319" y="1046904"/>
                  </a:lnTo>
                  <a:lnTo>
                    <a:pt x="240097" y="1047088"/>
                  </a:lnTo>
                  <a:lnTo>
                    <a:pt x="2474644" y="1047088"/>
                  </a:lnTo>
                  <a:lnTo>
                    <a:pt x="2522422" y="1046904"/>
                  </a:lnTo>
                  <a:lnTo>
                    <a:pt x="2560952" y="1045617"/>
                  </a:lnTo>
                  <a:lnTo>
                    <a:pt x="2615555" y="1035322"/>
                  </a:lnTo>
                  <a:lnTo>
                    <a:pt x="2668956" y="1001303"/>
                  </a:lnTo>
                  <a:lnTo>
                    <a:pt x="2702975" y="947904"/>
                  </a:lnTo>
                  <a:lnTo>
                    <a:pt x="2713269" y="893300"/>
                  </a:lnTo>
                  <a:lnTo>
                    <a:pt x="2714556" y="854769"/>
                  </a:lnTo>
                  <a:lnTo>
                    <a:pt x="2714740" y="806991"/>
                  </a:lnTo>
                  <a:lnTo>
                    <a:pt x="2714740" y="240096"/>
                  </a:lnTo>
                  <a:lnTo>
                    <a:pt x="2714556" y="192318"/>
                  </a:lnTo>
                  <a:lnTo>
                    <a:pt x="2713269" y="153787"/>
                  </a:lnTo>
                  <a:lnTo>
                    <a:pt x="2702975" y="99184"/>
                  </a:lnTo>
                  <a:lnTo>
                    <a:pt x="2668956" y="45784"/>
                  </a:lnTo>
                  <a:lnTo>
                    <a:pt x="2615555" y="11765"/>
                  </a:lnTo>
                  <a:lnTo>
                    <a:pt x="2560952" y="1470"/>
                  </a:lnTo>
                  <a:lnTo>
                    <a:pt x="2522422" y="183"/>
                  </a:lnTo>
                  <a:lnTo>
                    <a:pt x="2474644" y="0"/>
                  </a:lnTo>
                  <a:close/>
                </a:path>
              </a:pathLst>
            </a:custGeom>
            <a:solidFill>
              <a:srgbClr val="7E64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828423" y="8269021"/>
            <a:ext cx="207835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JavaScript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391159" y="6697628"/>
            <a:ext cx="2820035" cy="1151890"/>
            <a:chOff x="4391159" y="6697628"/>
            <a:chExt cx="2820035" cy="1151890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1159" y="6697628"/>
              <a:ext cx="2819449" cy="115179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443513" y="6729041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59" h="1047115">
                  <a:moveTo>
                    <a:pt x="2474642" y="0"/>
                  </a:moveTo>
                  <a:lnTo>
                    <a:pt x="240097" y="0"/>
                  </a:lnTo>
                  <a:lnTo>
                    <a:pt x="192319" y="183"/>
                  </a:lnTo>
                  <a:lnTo>
                    <a:pt x="153788" y="1470"/>
                  </a:lnTo>
                  <a:lnTo>
                    <a:pt x="99184" y="11766"/>
                  </a:lnTo>
                  <a:lnTo>
                    <a:pt x="45784" y="45785"/>
                  </a:lnTo>
                  <a:lnTo>
                    <a:pt x="11766" y="99184"/>
                  </a:lnTo>
                  <a:lnTo>
                    <a:pt x="1470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0" y="893300"/>
                  </a:lnTo>
                  <a:lnTo>
                    <a:pt x="11766" y="947904"/>
                  </a:lnTo>
                  <a:lnTo>
                    <a:pt x="45784" y="1001303"/>
                  </a:lnTo>
                  <a:lnTo>
                    <a:pt x="99184" y="1035322"/>
                  </a:lnTo>
                  <a:lnTo>
                    <a:pt x="153788" y="1045617"/>
                  </a:lnTo>
                  <a:lnTo>
                    <a:pt x="192319" y="1046904"/>
                  </a:lnTo>
                  <a:lnTo>
                    <a:pt x="240097" y="1047088"/>
                  </a:lnTo>
                  <a:lnTo>
                    <a:pt x="2474642" y="1047088"/>
                  </a:lnTo>
                  <a:lnTo>
                    <a:pt x="2522421" y="1046904"/>
                  </a:lnTo>
                  <a:lnTo>
                    <a:pt x="2560952" y="1045617"/>
                  </a:lnTo>
                  <a:lnTo>
                    <a:pt x="2615555" y="1035322"/>
                  </a:lnTo>
                  <a:lnTo>
                    <a:pt x="2668955" y="1001303"/>
                  </a:lnTo>
                  <a:lnTo>
                    <a:pt x="2702974" y="947904"/>
                  </a:lnTo>
                  <a:lnTo>
                    <a:pt x="2713269" y="893300"/>
                  </a:lnTo>
                  <a:lnTo>
                    <a:pt x="2714556" y="854769"/>
                  </a:lnTo>
                  <a:lnTo>
                    <a:pt x="2714740" y="806991"/>
                  </a:lnTo>
                  <a:lnTo>
                    <a:pt x="2714740" y="240097"/>
                  </a:lnTo>
                  <a:lnTo>
                    <a:pt x="2714556" y="192319"/>
                  </a:lnTo>
                  <a:lnTo>
                    <a:pt x="2713269" y="153788"/>
                  </a:lnTo>
                  <a:lnTo>
                    <a:pt x="2702974" y="99184"/>
                  </a:lnTo>
                  <a:lnTo>
                    <a:pt x="2668955" y="45785"/>
                  </a:lnTo>
                  <a:lnTo>
                    <a:pt x="2615555" y="11766"/>
                  </a:lnTo>
                  <a:lnTo>
                    <a:pt x="2560952" y="1470"/>
                  </a:lnTo>
                  <a:lnTo>
                    <a:pt x="2522421" y="183"/>
                  </a:lnTo>
                  <a:lnTo>
                    <a:pt x="2474642" y="0"/>
                  </a:lnTo>
                  <a:close/>
                </a:path>
              </a:pathLst>
            </a:custGeom>
            <a:solidFill>
              <a:srgbClr val="7E64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761715" y="6948285"/>
            <a:ext cx="207835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JavaScript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391159" y="8018365"/>
            <a:ext cx="2820035" cy="1151890"/>
            <a:chOff x="4391159" y="8018365"/>
            <a:chExt cx="2820035" cy="115189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1159" y="8018365"/>
              <a:ext cx="2819449" cy="115179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443513" y="8049778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59" h="1047115">
                  <a:moveTo>
                    <a:pt x="2474642" y="0"/>
                  </a:moveTo>
                  <a:lnTo>
                    <a:pt x="240097" y="0"/>
                  </a:lnTo>
                  <a:lnTo>
                    <a:pt x="192319" y="183"/>
                  </a:lnTo>
                  <a:lnTo>
                    <a:pt x="153788" y="1470"/>
                  </a:lnTo>
                  <a:lnTo>
                    <a:pt x="99184" y="11765"/>
                  </a:lnTo>
                  <a:lnTo>
                    <a:pt x="45784" y="45784"/>
                  </a:lnTo>
                  <a:lnTo>
                    <a:pt x="11766" y="99184"/>
                  </a:lnTo>
                  <a:lnTo>
                    <a:pt x="1470" y="153787"/>
                  </a:lnTo>
                  <a:lnTo>
                    <a:pt x="183" y="192318"/>
                  </a:lnTo>
                  <a:lnTo>
                    <a:pt x="0" y="240096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0" y="893300"/>
                  </a:lnTo>
                  <a:lnTo>
                    <a:pt x="11766" y="947904"/>
                  </a:lnTo>
                  <a:lnTo>
                    <a:pt x="45784" y="1001303"/>
                  </a:lnTo>
                  <a:lnTo>
                    <a:pt x="99184" y="1035322"/>
                  </a:lnTo>
                  <a:lnTo>
                    <a:pt x="153788" y="1045617"/>
                  </a:lnTo>
                  <a:lnTo>
                    <a:pt x="192319" y="1046904"/>
                  </a:lnTo>
                  <a:lnTo>
                    <a:pt x="240097" y="1047088"/>
                  </a:lnTo>
                  <a:lnTo>
                    <a:pt x="2474642" y="1047088"/>
                  </a:lnTo>
                  <a:lnTo>
                    <a:pt x="2522421" y="1046904"/>
                  </a:lnTo>
                  <a:lnTo>
                    <a:pt x="2560952" y="1045617"/>
                  </a:lnTo>
                  <a:lnTo>
                    <a:pt x="2615555" y="1035322"/>
                  </a:lnTo>
                  <a:lnTo>
                    <a:pt x="2668955" y="1001303"/>
                  </a:lnTo>
                  <a:lnTo>
                    <a:pt x="2702974" y="947904"/>
                  </a:lnTo>
                  <a:lnTo>
                    <a:pt x="2713269" y="893300"/>
                  </a:lnTo>
                  <a:lnTo>
                    <a:pt x="2714556" y="854769"/>
                  </a:lnTo>
                  <a:lnTo>
                    <a:pt x="2714740" y="806991"/>
                  </a:lnTo>
                  <a:lnTo>
                    <a:pt x="2714740" y="240096"/>
                  </a:lnTo>
                  <a:lnTo>
                    <a:pt x="2714556" y="192318"/>
                  </a:lnTo>
                  <a:lnTo>
                    <a:pt x="2713269" y="153787"/>
                  </a:lnTo>
                  <a:lnTo>
                    <a:pt x="2702974" y="99184"/>
                  </a:lnTo>
                  <a:lnTo>
                    <a:pt x="2668955" y="45784"/>
                  </a:lnTo>
                  <a:lnTo>
                    <a:pt x="2615555" y="11765"/>
                  </a:lnTo>
                  <a:lnTo>
                    <a:pt x="2560952" y="1470"/>
                  </a:lnTo>
                  <a:lnTo>
                    <a:pt x="2522421" y="183"/>
                  </a:lnTo>
                  <a:lnTo>
                    <a:pt x="2474642" y="0"/>
                  </a:lnTo>
                  <a:close/>
                </a:path>
              </a:pathLst>
            </a:custGeom>
            <a:solidFill>
              <a:srgbClr val="7E64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761715" y="8269021"/>
            <a:ext cx="207835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JavaScript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385481" y="4028688"/>
            <a:ext cx="2820035" cy="1151890"/>
            <a:chOff x="7385481" y="4028688"/>
            <a:chExt cx="2820035" cy="1151890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5481" y="4028688"/>
              <a:ext cx="2819449" cy="115179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437836" y="4060101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59" h="1047114">
                  <a:moveTo>
                    <a:pt x="2474642" y="0"/>
                  </a:moveTo>
                  <a:lnTo>
                    <a:pt x="240096" y="0"/>
                  </a:lnTo>
                  <a:lnTo>
                    <a:pt x="192318" y="183"/>
                  </a:lnTo>
                  <a:lnTo>
                    <a:pt x="153787" y="1470"/>
                  </a:lnTo>
                  <a:lnTo>
                    <a:pt x="99184" y="11765"/>
                  </a:lnTo>
                  <a:lnTo>
                    <a:pt x="45784" y="45784"/>
                  </a:lnTo>
                  <a:lnTo>
                    <a:pt x="11765" y="99184"/>
                  </a:lnTo>
                  <a:lnTo>
                    <a:pt x="1470" y="153787"/>
                  </a:lnTo>
                  <a:lnTo>
                    <a:pt x="183" y="192318"/>
                  </a:lnTo>
                  <a:lnTo>
                    <a:pt x="0" y="240096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0" y="893300"/>
                  </a:lnTo>
                  <a:lnTo>
                    <a:pt x="11765" y="947904"/>
                  </a:lnTo>
                  <a:lnTo>
                    <a:pt x="45784" y="1001303"/>
                  </a:lnTo>
                  <a:lnTo>
                    <a:pt x="99184" y="1035322"/>
                  </a:lnTo>
                  <a:lnTo>
                    <a:pt x="153787" y="1045617"/>
                  </a:lnTo>
                  <a:lnTo>
                    <a:pt x="192318" y="1046904"/>
                  </a:lnTo>
                  <a:lnTo>
                    <a:pt x="240096" y="1047088"/>
                  </a:lnTo>
                  <a:lnTo>
                    <a:pt x="2474642" y="1047088"/>
                  </a:lnTo>
                  <a:lnTo>
                    <a:pt x="2522421" y="1046904"/>
                  </a:lnTo>
                  <a:lnTo>
                    <a:pt x="2560952" y="1045617"/>
                  </a:lnTo>
                  <a:lnTo>
                    <a:pt x="2615555" y="1035322"/>
                  </a:lnTo>
                  <a:lnTo>
                    <a:pt x="2668955" y="1001303"/>
                  </a:lnTo>
                  <a:lnTo>
                    <a:pt x="2702974" y="947904"/>
                  </a:lnTo>
                  <a:lnTo>
                    <a:pt x="2713269" y="893300"/>
                  </a:lnTo>
                  <a:lnTo>
                    <a:pt x="2714556" y="854769"/>
                  </a:lnTo>
                  <a:lnTo>
                    <a:pt x="2714740" y="806991"/>
                  </a:lnTo>
                  <a:lnTo>
                    <a:pt x="2714740" y="240096"/>
                  </a:lnTo>
                  <a:lnTo>
                    <a:pt x="2714556" y="192318"/>
                  </a:lnTo>
                  <a:lnTo>
                    <a:pt x="2713269" y="153787"/>
                  </a:lnTo>
                  <a:lnTo>
                    <a:pt x="2702974" y="99184"/>
                  </a:lnTo>
                  <a:lnTo>
                    <a:pt x="2668955" y="45784"/>
                  </a:lnTo>
                  <a:lnTo>
                    <a:pt x="2615555" y="11765"/>
                  </a:lnTo>
                  <a:lnTo>
                    <a:pt x="2560952" y="1470"/>
                  </a:lnTo>
                  <a:lnTo>
                    <a:pt x="2522421" y="183"/>
                  </a:lnTo>
                  <a:lnTo>
                    <a:pt x="2474642" y="0"/>
                  </a:lnTo>
                  <a:close/>
                </a:path>
              </a:pathLst>
            </a:custGeom>
            <a:solidFill>
              <a:srgbClr val="C360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330454" y="4279345"/>
            <a:ext cx="93027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25" dirty="0">
                <a:solidFill>
                  <a:srgbClr val="FFFFFF"/>
                </a:solidFill>
                <a:latin typeface="Arial MT"/>
                <a:cs typeface="Arial MT"/>
              </a:rPr>
              <a:t>CSS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385481" y="5349424"/>
            <a:ext cx="2820035" cy="1151890"/>
            <a:chOff x="7385481" y="5349424"/>
            <a:chExt cx="2820035" cy="1151890"/>
          </a:xfrm>
        </p:grpSpPr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5481" y="5349424"/>
              <a:ext cx="2819449" cy="115179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437836" y="5380837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59" h="1047114">
                  <a:moveTo>
                    <a:pt x="2474642" y="0"/>
                  </a:moveTo>
                  <a:lnTo>
                    <a:pt x="240096" y="0"/>
                  </a:lnTo>
                  <a:lnTo>
                    <a:pt x="192318" y="183"/>
                  </a:lnTo>
                  <a:lnTo>
                    <a:pt x="153787" y="1470"/>
                  </a:lnTo>
                  <a:lnTo>
                    <a:pt x="99184" y="11766"/>
                  </a:lnTo>
                  <a:lnTo>
                    <a:pt x="45784" y="45784"/>
                  </a:lnTo>
                  <a:lnTo>
                    <a:pt x="11765" y="99184"/>
                  </a:lnTo>
                  <a:lnTo>
                    <a:pt x="1470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0" y="893300"/>
                  </a:lnTo>
                  <a:lnTo>
                    <a:pt x="11765" y="947904"/>
                  </a:lnTo>
                  <a:lnTo>
                    <a:pt x="45784" y="1001303"/>
                  </a:lnTo>
                  <a:lnTo>
                    <a:pt x="99184" y="1035322"/>
                  </a:lnTo>
                  <a:lnTo>
                    <a:pt x="153787" y="1045617"/>
                  </a:lnTo>
                  <a:lnTo>
                    <a:pt x="192318" y="1046904"/>
                  </a:lnTo>
                  <a:lnTo>
                    <a:pt x="240096" y="1047088"/>
                  </a:lnTo>
                  <a:lnTo>
                    <a:pt x="2474642" y="1047088"/>
                  </a:lnTo>
                  <a:lnTo>
                    <a:pt x="2522421" y="1046904"/>
                  </a:lnTo>
                  <a:lnTo>
                    <a:pt x="2560952" y="1045617"/>
                  </a:lnTo>
                  <a:lnTo>
                    <a:pt x="2615555" y="1035322"/>
                  </a:lnTo>
                  <a:lnTo>
                    <a:pt x="2668955" y="1001303"/>
                  </a:lnTo>
                  <a:lnTo>
                    <a:pt x="2702974" y="947904"/>
                  </a:lnTo>
                  <a:lnTo>
                    <a:pt x="2713269" y="893300"/>
                  </a:lnTo>
                  <a:lnTo>
                    <a:pt x="2714556" y="854769"/>
                  </a:lnTo>
                  <a:lnTo>
                    <a:pt x="2714740" y="806991"/>
                  </a:lnTo>
                  <a:lnTo>
                    <a:pt x="2714740" y="240097"/>
                  </a:lnTo>
                  <a:lnTo>
                    <a:pt x="2714556" y="192319"/>
                  </a:lnTo>
                  <a:lnTo>
                    <a:pt x="2713269" y="153788"/>
                  </a:lnTo>
                  <a:lnTo>
                    <a:pt x="2702974" y="99184"/>
                  </a:lnTo>
                  <a:lnTo>
                    <a:pt x="2668955" y="45784"/>
                  </a:lnTo>
                  <a:lnTo>
                    <a:pt x="2615555" y="11766"/>
                  </a:lnTo>
                  <a:lnTo>
                    <a:pt x="2560952" y="1470"/>
                  </a:lnTo>
                  <a:lnTo>
                    <a:pt x="2522421" y="183"/>
                  </a:lnTo>
                  <a:lnTo>
                    <a:pt x="2474642" y="0"/>
                  </a:lnTo>
                  <a:close/>
                </a:path>
              </a:pathLst>
            </a:custGeom>
            <a:solidFill>
              <a:srgbClr val="C360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330454" y="5600082"/>
            <a:ext cx="93027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25" dirty="0">
                <a:solidFill>
                  <a:srgbClr val="FFFFFF"/>
                </a:solidFill>
                <a:latin typeface="Arial MT"/>
                <a:cs typeface="Arial MT"/>
              </a:rPr>
              <a:t>CSS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0318774" y="4028688"/>
            <a:ext cx="2820035" cy="1151890"/>
            <a:chOff x="10318774" y="4028688"/>
            <a:chExt cx="2820035" cy="1151890"/>
          </a:xfrm>
        </p:grpSpPr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18774" y="4028688"/>
              <a:ext cx="2819449" cy="115179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0371129" y="4060101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59" h="1047114">
                  <a:moveTo>
                    <a:pt x="2474647" y="0"/>
                  </a:moveTo>
                  <a:lnTo>
                    <a:pt x="240097" y="0"/>
                  </a:lnTo>
                  <a:lnTo>
                    <a:pt x="192318" y="183"/>
                  </a:lnTo>
                  <a:lnTo>
                    <a:pt x="153787" y="1470"/>
                  </a:lnTo>
                  <a:lnTo>
                    <a:pt x="99184" y="11765"/>
                  </a:lnTo>
                  <a:lnTo>
                    <a:pt x="45785" y="45784"/>
                  </a:lnTo>
                  <a:lnTo>
                    <a:pt x="11766" y="99184"/>
                  </a:lnTo>
                  <a:lnTo>
                    <a:pt x="1470" y="153787"/>
                  </a:lnTo>
                  <a:lnTo>
                    <a:pt x="183" y="192318"/>
                  </a:lnTo>
                  <a:lnTo>
                    <a:pt x="0" y="240096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0" y="893300"/>
                  </a:lnTo>
                  <a:lnTo>
                    <a:pt x="11766" y="947904"/>
                  </a:lnTo>
                  <a:lnTo>
                    <a:pt x="45785" y="1001303"/>
                  </a:lnTo>
                  <a:lnTo>
                    <a:pt x="99184" y="1035322"/>
                  </a:lnTo>
                  <a:lnTo>
                    <a:pt x="153787" y="1045617"/>
                  </a:lnTo>
                  <a:lnTo>
                    <a:pt x="192318" y="1046904"/>
                  </a:lnTo>
                  <a:lnTo>
                    <a:pt x="240097" y="1047088"/>
                  </a:lnTo>
                  <a:lnTo>
                    <a:pt x="2474647" y="1047088"/>
                  </a:lnTo>
                  <a:lnTo>
                    <a:pt x="2522421" y="1046904"/>
                  </a:lnTo>
                  <a:lnTo>
                    <a:pt x="2560952" y="1045617"/>
                  </a:lnTo>
                  <a:lnTo>
                    <a:pt x="2615553" y="1035322"/>
                  </a:lnTo>
                  <a:lnTo>
                    <a:pt x="2668955" y="1001303"/>
                  </a:lnTo>
                  <a:lnTo>
                    <a:pt x="2702975" y="947904"/>
                  </a:lnTo>
                  <a:lnTo>
                    <a:pt x="2713273" y="893300"/>
                  </a:lnTo>
                  <a:lnTo>
                    <a:pt x="2714560" y="854769"/>
                  </a:lnTo>
                  <a:lnTo>
                    <a:pt x="2714744" y="806991"/>
                  </a:lnTo>
                  <a:lnTo>
                    <a:pt x="2714744" y="240096"/>
                  </a:lnTo>
                  <a:lnTo>
                    <a:pt x="2714560" y="192318"/>
                  </a:lnTo>
                  <a:lnTo>
                    <a:pt x="2713273" y="153787"/>
                  </a:lnTo>
                  <a:lnTo>
                    <a:pt x="2702975" y="99184"/>
                  </a:lnTo>
                  <a:lnTo>
                    <a:pt x="2668955" y="45784"/>
                  </a:lnTo>
                  <a:lnTo>
                    <a:pt x="2615553" y="11765"/>
                  </a:lnTo>
                  <a:lnTo>
                    <a:pt x="2560952" y="1470"/>
                  </a:lnTo>
                  <a:lnTo>
                    <a:pt x="2522421" y="183"/>
                  </a:lnTo>
                  <a:lnTo>
                    <a:pt x="2474647" y="0"/>
                  </a:lnTo>
                  <a:close/>
                </a:path>
              </a:pathLst>
            </a:custGeom>
            <a:solidFill>
              <a:srgbClr val="C360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1263752" y="4279345"/>
            <a:ext cx="93027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25" dirty="0">
                <a:solidFill>
                  <a:srgbClr val="FFFFFF"/>
                </a:solidFill>
                <a:latin typeface="Arial MT"/>
                <a:cs typeface="Arial MT"/>
              </a:rPr>
              <a:t>CSS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0318774" y="5349424"/>
            <a:ext cx="2820035" cy="1151890"/>
            <a:chOff x="10318774" y="5349424"/>
            <a:chExt cx="2820035" cy="1151890"/>
          </a:xfrm>
        </p:grpSpPr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18774" y="5349424"/>
              <a:ext cx="2819449" cy="115179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0371129" y="5380837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59" h="1047114">
                  <a:moveTo>
                    <a:pt x="2474647" y="0"/>
                  </a:moveTo>
                  <a:lnTo>
                    <a:pt x="240097" y="0"/>
                  </a:lnTo>
                  <a:lnTo>
                    <a:pt x="192318" y="183"/>
                  </a:lnTo>
                  <a:lnTo>
                    <a:pt x="153787" y="1470"/>
                  </a:lnTo>
                  <a:lnTo>
                    <a:pt x="99184" y="11766"/>
                  </a:lnTo>
                  <a:lnTo>
                    <a:pt x="45785" y="45784"/>
                  </a:lnTo>
                  <a:lnTo>
                    <a:pt x="11766" y="99184"/>
                  </a:lnTo>
                  <a:lnTo>
                    <a:pt x="1470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0" y="893300"/>
                  </a:lnTo>
                  <a:lnTo>
                    <a:pt x="11766" y="947904"/>
                  </a:lnTo>
                  <a:lnTo>
                    <a:pt x="45785" y="1001303"/>
                  </a:lnTo>
                  <a:lnTo>
                    <a:pt x="99184" y="1035322"/>
                  </a:lnTo>
                  <a:lnTo>
                    <a:pt x="153787" y="1045617"/>
                  </a:lnTo>
                  <a:lnTo>
                    <a:pt x="192318" y="1046904"/>
                  </a:lnTo>
                  <a:lnTo>
                    <a:pt x="240097" y="1047088"/>
                  </a:lnTo>
                  <a:lnTo>
                    <a:pt x="2474647" y="1047088"/>
                  </a:lnTo>
                  <a:lnTo>
                    <a:pt x="2522421" y="1046904"/>
                  </a:lnTo>
                  <a:lnTo>
                    <a:pt x="2560952" y="1045617"/>
                  </a:lnTo>
                  <a:lnTo>
                    <a:pt x="2615553" y="1035322"/>
                  </a:lnTo>
                  <a:lnTo>
                    <a:pt x="2668955" y="1001303"/>
                  </a:lnTo>
                  <a:lnTo>
                    <a:pt x="2702975" y="947904"/>
                  </a:lnTo>
                  <a:lnTo>
                    <a:pt x="2713273" y="893300"/>
                  </a:lnTo>
                  <a:lnTo>
                    <a:pt x="2714560" y="854769"/>
                  </a:lnTo>
                  <a:lnTo>
                    <a:pt x="2714744" y="806991"/>
                  </a:lnTo>
                  <a:lnTo>
                    <a:pt x="2714744" y="240097"/>
                  </a:lnTo>
                  <a:lnTo>
                    <a:pt x="2714560" y="192319"/>
                  </a:lnTo>
                  <a:lnTo>
                    <a:pt x="2713273" y="153788"/>
                  </a:lnTo>
                  <a:lnTo>
                    <a:pt x="2702975" y="99184"/>
                  </a:lnTo>
                  <a:lnTo>
                    <a:pt x="2668955" y="45784"/>
                  </a:lnTo>
                  <a:lnTo>
                    <a:pt x="2615553" y="11766"/>
                  </a:lnTo>
                  <a:lnTo>
                    <a:pt x="2560952" y="1470"/>
                  </a:lnTo>
                  <a:lnTo>
                    <a:pt x="2522421" y="183"/>
                  </a:lnTo>
                  <a:lnTo>
                    <a:pt x="2474647" y="0"/>
                  </a:lnTo>
                  <a:close/>
                </a:path>
              </a:pathLst>
            </a:custGeom>
            <a:solidFill>
              <a:srgbClr val="C360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1263752" y="5600082"/>
            <a:ext cx="93027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25" dirty="0">
                <a:solidFill>
                  <a:srgbClr val="FFFFFF"/>
                </a:solidFill>
                <a:latin typeface="Arial MT"/>
                <a:cs typeface="Arial MT"/>
              </a:rPr>
              <a:t>CSS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8898906" y="7025284"/>
            <a:ext cx="2820035" cy="1151890"/>
            <a:chOff x="8898906" y="7025284"/>
            <a:chExt cx="2820035" cy="1151890"/>
          </a:xfrm>
        </p:grpSpPr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8906" y="7025284"/>
              <a:ext cx="2819449" cy="115179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8951260" y="7056697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59" h="1047115">
                  <a:moveTo>
                    <a:pt x="2474642" y="0"/>
                  </a:moveTo>
                  <a:lnTo>
                    <a:pt x="240097" y="0"/>
                  </a:lnTo>
                  <a:lnTo>
                    <a:pt x="192319" y="183"/>
                  </a:lnTo>
                  <a:lnTo>
                    <a:pt x="153788" y="1470"/>
                  </a:lnTo>
                  <a:lnTo>
                    <a:pt x="99184" y="11765"/>
                  </a:lnTo>
                  <a:lnTo>
                    <a:pt x="45785" y="45784"/>
                  </a:lnTo>
                  <a:lnTo>
                    <a:pt x="11766" y="99184"/>
                  </a:lnTo>
                  <a:lnTo>
                    <a:pt x="1470" y="153787"/>
                  </a:lnTo>
                  <a:lnTo>
                    <a:pt x="183" y="192318"/>
                  </a:lnTo>
                  <a:lnTo>
                    <a:pt x="0" y="240096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0" y="893300"/>
                  </a:lnTo>
                  <a:lnTo>
                    <a:pt x="11766" y="947904"/>
                  </a:lnTo>
                  <a:lnTo>
                    <a:pt x="45785" y="1001303"/>
                  </a:lnTo>
                  <a:lnTo>
                    <a:pt x="99184" y="1035322"/>
                  </a:lnTo>
                  <a:lnTo>
                    <a:pt x="153788" y="1045617"/>
                  </a:lnTo>
                  <a:lnTo>
                    <a:pt x="192319" y="1046904"/>
                  </a:lnTo>
                  <a:lnTo>
                    <a:pt x="240097" y="1047088"/>
                  </a:lnTo>
                  <a:lnTo>
                    <a:pt x="2474642" y="1047088"/>
                  </a:lnTo>
                  <a:lnTo>
                    <a:pt x="2522422" y="1046904"/>
                  </a:lnTo>
                  <a:lnTo>
                    <a:pt x="2560953" y="1045617"/>
                  </a:lnTo>
                  <a:lnTo>
                    <a:pt x="2615560" y="1035322"/>
                  </a:lnTo>
                  <a:lnTo>
                    <a:pt x="2668956" y="1001303"/>
                  </a:lnTo>
                  <a:lnTo>
                    <a:pt x="2702971" y="947904"/>
                  </a:lnTo>
                  <a:lnTo>
                    <a:pt x="2713269" y="893300"/>
                  </a:lnTo>
                  <a:lnTo>
                    <a:pt x="2714556" y="854769"/>
                  </a:lnTo>
                  <a:lnTo>
                    <a:pt x="2714740" y="806991"/>
                  </a:lnTo>
                  <a:lnTo>
                    <a:pt x="2714740" y="240096"/>
                  </a:lnTo>
                  <a:lnTo>
                    <a:pt x="2714556" y="192318"/>
                  </a:lnTo>
                  <a:lnTo>
                    <a:pt x="2713269" y="153787"/>
                  </a:lnTo>
                  <a:lnTo>
                    <a:pt x="2702971" y="99184"/>
                  </a:lnTo>
                  <a:lnTo>
                    <a:pt x="2668956" y="45784"/>
                  </a:lnTo>
                  <a:lnTo>
                    <a:pt x="2615560" y="11765"/>
                  </a:lnTo>
                  <a:lnTo>
                    <a:pt x="2560953" y="1470"/>
                  </a:lnTo>
                  <a:lnTo>
                    <a:pt x="2522422" y="183"/>
                  </a:lnTo>
                  <a:lnTo>
                    <a:pt x="2474642" y="0"/>
                  </a:lnTo>
                  <a:close/>
                </a:path>
              </a:pathLst>
            </a:custGeom>
            <a:solidFill>
              <a:srgbClr val="5F84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9660387" y="7275941"/>
            <a:ext cx="129730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Config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898906" y="8346020"/>
            <a:ext cx="2820035" cy="1151890"/>
            <a:chOff x="8898906" y="8346020"/>
            <a:chExt cx="2820035" cy="1151890"/>
          </a:xfrm>
        </p:grpSpPr>
        <p:pic>
          <p:nvPicPr>
            <p:cNvPr id="57" name="object 5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8906" y="8346020"/>
              <a:ext cx="2819449" cy="1151797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8951260" y="8377432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59" h="1047115">
                  <a:moveTo>
                    <a:pt x="2474642" y="0"/>
                  </a:moveTo>
                  <a:lnTo>
                    <a:pt x="240097" y="0"/>
                  </a:lnTo>
                  <a:lnTo>
                    <a:pt x="192319" y="183"/>
                  </a:lnTo>
                  <a:lnTo>
                    <a:pt x="153788" y="1470"/>
                  </a:lnTo>
                  <a:lnTo>
                    <a:pt x="99184" y="11766"/>
                  </a:lnTo>
                  <a:lnTo>
                    <a:pt x="45785" y="45785"/>
                  </a:lnTo>
                  <a:lnTo>
                    <a:pt x="11766" y="99184"/>
                  </a:lnTo>
                  <a:lnTo>
                    <a:pt x="1470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0" y="893300"/>
                  </a:lnTo>
                  <a:lnTo>
                    <a:pt x="11766" y="947904"/>
                  </a:lnTo>
                  <a:lnTo>
                    <a:pt x="45785" y="1001303"/>
                  </a:lnTo>
                  <a:lnTo>
                    <a:pt x="99184" y="1035322"/>
                  </a:lnTo>
                  <a:lnTo>
                    <a:pt x="153788" y="1045617"/>
                  </a:lnTo>
                  <a:lnTo>
                    <a:pt x="192319" y="1046904"/>
                  </a:lnTo>
                  <a:lnTo>
                    <a:pt x="240097" y="1047088"/>
                  </a:lnTo>
                  <a:lnTo>
                    <a:pt x="2474642" y="1047088"/>
                  </a:lnTo>
                  <a:lnTo>
                    <a:pt x="2522422" y="1046904"/>
                  </a:lnTo>
                  <a:lnTo>
                    <a:pt x="2560953" y="1045617"/>
                  </a:lnTo>
                  <a:lnTo>
                    <a:pt x="2615560" y="1035322"/>
                  </a:lnTo>
                  <a:lnTo>
                    <a:pt x="2668956" y="1001303"/>
                  </a:lnTo>
                  <a:lnTo>
                    <a:pt x="2702971" y="947904"/>
                  </a:lnTo>
                  <a:lnTo>
                    <a:pt x="2713269" y="893300"/>
                  </a:lnTo>
                  <a:lnTo>
                    <a:pt x="2714556" y="854769"/>
                  </a:lnTo>
                  <a:lnTo>
                    <a:pt x="2714740" y="806991"/>
                  </a:lnTo>
                  <a:lnTo>
                    <a:pt x="2714740" y="240097"/>
                  </a:lnTo>
                  <a:lnTo>
                    <a:pt x="2714556" y="192319"/>
                  </a:lnTo>
                  <a:lnTo>
                    <a:pt x="2713269" y="153788"/>
                  </a:lnTo>
                  <a:lnTo>
                    <a:pt x="2702971" y="99184"/>
                  </a:lnTo>
                  <a:lnTo>
                    <a:pt x="2668956" y="45785"/>
                  </a:lnTo>
                  <a:lnTo>
                    <a:pt x="2615560" y="11766"/>
                  </a:lnTo>
                  <a:lnTo>
                    <a:pt x="2560953" y="1470"/>
                  </a:lnTo>
                  <a:lnTo>
                    <a:pt x="2522422" y="183"/>
                  </a:lnTo>
                  <a:lnTo>
                    <a:pt x="2474642" y="0"/>
                  </a:lnTo>
                  <a:close/>
                </a:path>
              </a:pathLst>
            </a:custGeom>
            <a:solidFill>
              <a:srgbClr val="5F84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9660387" y="8596677"/>
            <a:ext cx="129730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Config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1832194" y="7025284"/>
            <a:ext cx="2820035" cy="1151890"/>
            <a:chOff x="11832194" y="7025284"/>
            <a:chExt cx="2820035" cy="1151890"/>
          </a:xfrm>
        </p:grpSpPr>
        <p:pic>
          <p:nvPicPr>
            <p:cNvPr id="61" name="object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32194" y="7025284"/>
              <a:ext cx="2819449" cy="1151797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1884549" y="7056697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59" h="1047115">
                  <a:moveTo>
                    <a:pt x="2474647" y="0"/>
                  </a:moveTo>
                  <a:lnTo>
                    <a:pt x="240097" y="0"/>
                  </a:lnTo>
                  <a:lnTo>
                    <a:pt x="192322" y="183"/>
                  </a:lnTo>
                  <a:lnTo>
                    <a:pt x="153792" y="1470"/>
                  </a:lnTo>
                  <a:lnTo>
                    <a:pt x="99190" y="11765"/>
                  </a:lnTo>
                  <a:lnTo>
                    <a:pt x="45789" y="45784"/>
                  </a:lnTo>
                  <a:lnTo>
                    <a:pt x="11769" y="99184"/>
                  </a:lnTo>
                  <a:lnTo>
                    <a:pt x="1471" y="153787"/>
                  </a:lnTo>
                  <a:lnTo>
                    <a:pt x="183" y="192318"/>
                  </a:lnTo>
                  <a:lnTo>
                    <a:pt x="0" y="240096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1" y="893300"/>
                  </a:lnTo>
                  <a:lnTo>
                    <a:pt x="11769" y="947904"/>
                  </a:lnTo>
                  <a:lnTo>
                    <a:pt x="45789" y="1001303"/>
                  </a:lnTo>
                  <a:lnTo>
                    <a:pt x="99190" y="1035322"/>
                  </a:lnTo>
                  <a:lnTo>
                    <a:pt x="153792" y="1045617"/>
                  </a:lnTo>
                  <a:lnTo>
                    <a:pt x="192322" y="1046904"/>
                  </a:lnTo>
                  <a:lnTo>
                    <a:pt x="240097" y="1047088"/>
                  </a:lnTo>
                  <a:lnTo>
                    <a:pt x="2474647" y="1047088"/>
                  </a:lnTo>
                  <a:lnTo>
                    <a:pt x="2522426" y="1046904"/>
                  </a:lnTo>
                  <a:lnTo>
                    <a:pt x="2560957" y="1045617"/>
                  </a:lnTo>
                  <a:lnTo>
                    <a:pt x="2615564" y="1035322"/>
                  </a:lnTo>
                  <a:lnTo>
                    <a:pt x="2668960" y="1001303"/>
                  </a:lnTo>
                  <a:lnTo>
                    <a:pt x="2702975" y="947904"/>
                  </a:lnTo>
                  <a:lnTo>
                    <a:pt x="2713273" y="893300"/>
                  </a:lnTo>
                  <a:lnTo>
                    <a:pt x="2714560" y="854769"/>
                  </a:lnTo>
                  <a:lnTo>
                    <a:pt x="2714744" y="806991"/>
                  </a:lnTo>
                  <a:lnTo>
                    <a:pt x="2714744" y="240096"/>
                  </a:lnTo>
                  <a:lnTo>
                    <a:pt x="2714560" y="192318"/>
                  </a:lnTo>
                  <a:lnTo>
                    <a:pt x="2713273" y="153787"/>
                  </a:lnTo>
                  <a:lnTo>
                    <a:pt x="2702975" y="99184"/>
                  </a:lnTo>
                  <a:lnTo>
                    <a:pt x="2668960" y="45784"/>
                  </a:lnTo>
                  <a:lnTo>
                    <a:pt x="2615564" y="11765"/>
                  </a:lnTo>
                  <a:lnTo>
                    <a:pt x="2560957" y="1470"/>
                  </a:lnTo>
                  <a:lnTo>
                    <a:pt x="2522426" y="183"/>
                  </a:lnTo>
                  <a:lnTo>
                    <a:pt x="2474647" y="0"/>
                  </a:lnTo>
                  <a:close/>
                </a:path>
              </a:pathLst>
            </a:custGeom>
            <a:solidFill>
              <a:srgbClr val="5F84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12593680" y="7275941"/>
            <a:ext cx="129730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Config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11832194" y="8346020"/>
            <a:ext cx="2820035" cy="1151890"/>
            <a:chOff x="11832194" y="8346020"/>
            <a:chExt cx="2820035" cy="1151890"/>
          </a:xfrm>
        </p:grpSpPr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32194" y="8346020"/>
              <a:ext cx="2819449" cy="1151797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1884549" y="8377432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59" h="1047115">
                  <a:moveTo>
                    <a:pt x="2474647" y="0"/>
                  </a:moveTo>
                  <a:lnTo>
                    <a:pt x="240097" y="0"/>
                  </a:lnTo>
                  <a:lnTo>
                    <a:pt x="192322" y="183"/>
                  </a:lnTo>
                  <a:lnTo>
                    <a:pt x="153792" y="1470"/>
                  </a:lnTo>
                  <a:lnTo>
                    <a:pt x="99190" y="11766"/>
                  </a:lnTo>
                  <a:lnTo>
                    <a:pt x="45789" y="45785"/>
                  </a:lnTo>
                  <a:lnTo>
                    <a:pt x="11769" y="99184"/>
                  </a:lnTo>
                  <a:lnTo>
                    <a:pt x="1471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1" y="893300"/>
                  </a:lnTo>
                  <a:lnTo>
                    <a:pt x="11769" y="947904"/>
                  </a:lnTo>
                  <a:lnTo>
                    <a:pt x="45789" y="1001303"/>
                  </a:lnTo>
                  <a:lnTo>
                    <a:pt x="99190" y="1035322"/>
                  </a:lnTo>
                  <a:lnTo>
                    <a:pt x="153792" y="1045617"/>
                  </a:lnTo>
                  <a:lnTo>
                    <a:pt x="192322" y="1046904"/>
                  </a:lnTo>
                  <a:lnTo>
                    <a:pt x="240097" y="1047088"/>
                  </a:lnTo>
                  <a:lnTo>
                    <a:pt x="2474647" y="1047088"/>
                  </a:lnTo>
                  <a:lnTo>
                    <a:pt x="2522426" y="1046904"/>
                  </a:lnTo>
                  <a:lnTo>
                    <a:pt x="2560957" y="1045617"/>
                  </a:lnTo>
                  <a:lnTo>
                    <a:pt x="2615564" y="1035322"/>
                  </a:lnTo>
                  <a:lnTo>
                    <a:pt x="2668960" y="1001303"/>
                  </a:lnTo>
                  <a:lnTo>
                    <a:pt x="2702975" y="947904"/>
                  </a:lnTo>
                  <a:lnTo>
                    <a:pt x="2713273" y="893300"/>
                  </a:lnTo>
                  <a:lnTo>
                    <a:pt x="2714560" y="854769"/>
                  </a:lnTo>
                  <a:lnTo>
                    <a:pt x="2714744" y="806991"/>
                  </a:lnTo>
                  <a:lnTo>
                    <a:pt x="2714744" y="240097"/>
                  </a:lnTo>
                  <a:lnTo>
                    <a:pt x="2714560" y="192319"/>
                  </a:lnTo>
                  <a:lnTo>
                    <a:pt x="2713273" y="153788"/>
                  </a:lnTo>
                  <a:lnTo>
                    <a:pt x="2702975" y="99184"/>
                  </a:lnTo>
                  <a:lnTo>
                    <a:pt x="2668960" y="45785"/>
                  </a:lnTo>
                  <a:lnTo>
                    <a:pt x="2615564" y="11766"/>
                  </a:lnTo>
                  <a:lnTo>
                    <a:pt x="2560957" y="1470"/>
                  </a:lnTo>
                  <a:lnTo>
                    <a:pt x="2522426" y="183"/>
                  </a:lnTo>
                  <a:lnTo>
                    <a:pt x="2474647" y="0"/>
                  </a:lnTo>
                  <a:close/>
                </a:path>
              </a:pathLst>
            </a:custGeom>
            <a:solidFill>
              <a:srgbClr val="5F84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12593680" y="8596677"/>
            <a:ext cx="129730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Config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13973458" y="3552852"/>
            <a:ext cx="2820035" cy="1151890"/>
            <a:chOff x="13973458" y="3552852"/>
            <a:chExt cx="2820035" cy="1151890"/>
          </a:xfrm>
        </p:grpSpPr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73458" y="3552852"/>
              <a:ext cx="2819449" cy="1151797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4025813" y="3584264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59" h="1047114">
                  <a:moveTo>
                    <a:pt x="2474647" y="0"/>
                  </a:moveTo>
                  <a:lnTo>
                    <a:pt x="240097" y="0"/>
                  </a:lnTo>
                  <a:lnTo>
                    <a:pt x="192322" y="183"/>
                  </a:lnTo>
                  <a:lnTo>
                    <a:pt x="153792" y="1470"/>
                  </a:lnTo>
                  <a:lnTo>
                    <a:pt x="99190" y="11765"/>
                  </a:lnTo>
                  <a:lnTo>
                    <a:pt x="45789" y="45784"/>
                  </a:lnTo>
                  <a:lnTo>
                    <a:pt x="11769" y="99184"/>
                  </a:lnTo>
                  <a:lnTo>
                    <a:pt x="1471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1" y="893300"/>
                  </a:lnTo>
                  <a:lnTo>
                    <a:pt x="11769" y="947904"/>
                  </a:lnTo>
                  <a:lnTo>
                    <a:pt x="45789" y="1001303"/>
                  </a:lnTo>
                  <a:lnTo>
                    <a:pt x="99190" y="1035322"/>
                  </a:lnTo>
                  <a:lnTo>
                    <a:pt x="153792" y="1045617"/>
                  </a:lnTo>
                  <a:lnTo>
                    <a:pt x="192322" y="1046904"/>
                  </a:lnTo>
                  <a:lnTo>
                    <a:pt x="240097" y="1047088"/>
                  </a:lnTo>
                  <a:lnTo>
                    <a:pt x="2474647" y="1047088"/>
                  </a:lnTo>
                  <a:lnTo>
                    <a:pt x="2522426" y="1046904"/>
                  </a:lnTo>
                  <a:lnTo>
                    <a:pt x="2560957" y="1045617"/>
                  </a:lnTo>
                  <a:lnTo>
                    <a:pt x="2615564" y="1035322"/>
                  </a:lnTo>
                  <a:lnTo>
                    <a:pt x="2668960" y="1001303"/>
                  </a:lnTo>
                  <a:lnTo>
                    <a:pt x="2702975" y="947904"/>
                  </a:lnTo>
                  <a:lnTo>
                    <a:pt x="2713273" y="893300"/>
                  </a:lnTo>
                  <a:lnTo>
                    <a:pt x="2714560" y="854769"/>
                  </a:lnTo>
                  <a:lnTo>
                    <a:pt x="2714744" y="806991"/>
                  </a:lnTo>
                  <a:lnTo>
                    <a:pt x="2714744" y="240097"/>
                  </a:lnTo>
                  <a:lnTo>
                    <a:pt x="2714560" y="192319"/>
                  </a:lnTo>
                  <a:lnTo>
                    <a:pt x="2713273" y="153788"/>
                  </a:lnTo>
                  <a:lnTo>
                    <a:pt x="2702975" y="99184"/>
                  </a:lnTo>
                  <a:lnTo>
                    <a:pt x="2668960" y="45784"/>
                  </a:lnTo>
                  <a:lnTo>
                    <a:pt x="2615564" y="11765"/>
                  </a:lnTo>
                  <a:lnTo>
                    <a:pt x="2560957" y="1470"/>
                  </a:lnTo>
                  <a:lnTo>
                    <a:pt x="2522426" y="183"/>
                  </a:lnTo>
                  <a:lnTo>
                    <a:pt x="2474647" y="0"/>
                  </a:lnTo>
                  <a:close/>
                </a:path>
              </a:pathLst>
            </a:custGeom>
            <a:solidFill>
              <a:srgbClr val="C699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14649482" y="3803508"/>
            <a:ext cx="1468120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Images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13973458" y="4873587"/>
            <a:ext cx="2820035" cy="1151890"/>
            <a:chOff x="13973458" y="4873587"/>
            <a:chExt cx="2820035" cy="1151890"/>
          </a:xfrm>
        </p:grpSpPr>
        <p:pic>
          <p:nvPicPr>
            <p:cNvPr id="73" name="object 7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73458" y="4873587"/>
              <a:ext cx="2819449" cy="1151797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4025813" y="4905000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59" h="1047114">
                  <a:moveTo>
                    <a:pt x="2474647" y="0"/>
                  </a:moveTo>
                  <a:lnTo>
                    <a:pt x="240097" y="0"/>
                  </a:lnTo>
                  <a:lnTo>
                    <a:pt x="192322" y="183"/>
                  </a:lnTo>
                  <a:lnTo>
                    <a:pt x="153792" y="1470"/>
                  </a:lnTo>
                  <a:lnTo>
                    <a:pt x="99190" y="11766"/>
                  </a:lnTo>
                  <a:lnTo>
                    <a:pt x="45789" y="45785"/>
                  </a:lnTo>
                  <a:lnTo>
                    <a:pt x="11769" y="99184"/>
                  </a:lnTo>
                  <a:lnTo>
                    <a:pt x="1471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71" y="893300"/>
                  </a:lnTo>
                  <a:lnTo>
                    <a:pt x="11769" y="947904"/>
                  </a:lnTo>
                  <a:lnTo>
                    <a:pt x="45789" y="1001303"/>
                  </a:lnTo>
                  <a:lnTo>
                    <a:pt x="99190" y="1035322"/>
                  </a:lnTo>
                  <a:lnTo>
                    <a:pt x="153792" y="1045617"/>
                  </a:lnTo>
                  <a:lnTo>
                    <a:pt x="192322" y="1046904"/>
                  </a:lnTo>
                  <a:lnTo>
                    <a:pt x="240097" y="1047088"/>
                  </a:lnTo>
                  <a:lnTo>
                    <a:pt x="2474647" y="1047088"/>
                  </a:lnTo>
                  <a:lnTo>
                    <a:pt x="2522426" y="1046904"/>
                  </a:lnTo>
                  <a:lnTo>
                    <a:pt x="2560957" y="1045617"/>
                  </a:lnTo>
                  <a:lnTo>
                    <a:pt x="2615564" y="1035322"/>
                  </a:lnTo>
                  <a:lnTo>
                    <a:pt x="2668960" y="1001303"/>
                  </a:lnTo>
                  <a:lnTo>
                    <a:pt x="2702975" y="947904"/>
                  </a:lnTo>
                  <a:lnTo>
                    <a:pt x="2713273" y="893300"/>
                  </a:lnTo>
                  <a:lnTo>
                    <a:pt x="2714560" y="854769"/>
                  </a:lnTo>
                  <a:lnTo>
                    <a:pt x="2714744" y="806991"/>
                  </a:lnTo>
                  <a:lnTo>
                    <a:pt x="2714744" y="240097"/>
                  </a:lnTo>
                  <a:lnTo>
                    <a:pt x="2714560" y="192319"/>
                  </a:lnTo>
                  <a:lnTo>
                    <a:pt x="2713273" y="153788"/>
                  </a:lnTo>
                  <a:lnTo>
                    <a:pt x="2702975" y="99184"/>
                  </a:lnTo>
                  <a:lnTo>
                    <a:pt x="2668960" y="45785"/>
                  </a:lnTo>
                  <a:lnTo>
                    <a:pt x="2615564" y="11766"/>
                  </a:lnTo>
                  <a:lnTo>
                    <a:pt x="2560957" y="1470"/>
                  </a:lnTo>
                  <a:lnTo>
                    <a:pt x="2522426" y="183"/>
                  </a:lnTo>
                  <a:lnTo>
                    <a:pt x="2474647" y="0"/>
                  </a:lnTo>
                  <a:close/>
                </a:path>
              </a:pathLst>
            </a:custGeom>
            <a:solidFill>
              <a:srgbClr val="615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14710683" y="5124245"/>
            <a:ext cx="134556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Others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6906763" y="3552852"/>
            <a:ext cx="2820035" cy="1151890"/>
            <a:chOff x="16906763" y="3552852"/>
            <a:chExt cx="2820035" cy="1151890"/>
          </a:xfrm>
        </p:grpSpPr>
        <p:pic>
          <p:nvPicPr>
            <p:cNvPr id="77" name="object 7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06763" y="3552852"/>
              <a:ext cx="2819449" cy="1151797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16959117" y="3584264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59" h="1047114">
                  <a:moveTo>
                    <a:pt x="2474636" y="0"/>
                  </a:moveTo>
                  <a:lnTo>
                    <a:pt x="240097" y="0"/>
                  </a:lnTo>
                  <a:lnTo>
                    <a:pt x="192316" y="183"/>
                  </a:lnTo>
                  <a:lnTo>
                    <a:pt x="153783" y="1470"/>
                  </a:lnTo>
                  <a:lnTo>
                    <a:pt x="99180" y="11765"/>
                  </a:lnTo>
                  <a:lnTo>
                    <a:pt x="45778" y="45784"/>
                  </a:lnTo>
                  <a:lnTo>
                    <a:pt x="11758" y="99184"/>
                  </a:lnTo>
                  <a:lnTo>
                    <a:pt x="1469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69" y="893300"/>
                  </a:lnTo>
                  <a:lnTo>
                    <a:pt x="11758" y="947904"/>
                  </a:lnTo>
                  <a:lnTo>
                    <a:pt x="45778" y="1001303"/>
                  </a:lnTo>
                  <a:lnTo>
                    <a:pt x="99180" y="1035322"/>
                  </a:lnTo>
                  <a:lnTo>
                    <a:pt x="153783" y="1045617"/>
                  </a:lnTo>
                  <a:lnTo>
                    <a:pt x="192316" y="1046904"/>
                  </a:lnTo>
                  <a:lnTo>
                    <a:pt x="240097" y="1047088"/>
                  </a:lnTo>
                  <a:lnTo>
                    <a:pt x="2474636" y="1047088"/>
                  </a:lnTo>
                  <a:lnTo>
                    <a:pt x="2522415" y="1046904"/>
                  </a:lnTo>
                  <a:lnTo>
                    <a:pt x="2560946" y="1045617"/>
                  </a:lnTo>
                  <a:lnTo>
                    <a:pt x="2615553" y="1035322"/>
                  </a:lnTo>
                  <a:lnTo>
                    <a:pt x="2668950" y="1001303"/>
                  </a:lnTo>
                  <a:lnTo>
                    <a:pt x="2702964" y="947904"/>
                  </a:lnTo>
                  <a:lnTo>
                    <a:pt x="2713262" y="893300"/>
                  </a:lnTo>
                  <a:lnTo>
                    <a:pt x="2714550" y="854769"/>
                  </a:lnTo>
                  <a:lnTo>
                    <a:pt x="2714734" y="806991"/>
                  </a:lnTo>
                  <a:lnTo>
                    <a:pt x="2714734" y="240097"/>
                  </a:lnTo>
                  <a:lnTo>
                    <a:pt x="2714550" y="192319"/>
                  </a:lnTo>
                  <a:lnTo>
                    <a:pt x="2713262" y="153788"/>
                  </a:lnTo>
                  <a:lnTo>
                    <a:pt x="2702964" y="99184"/>
                  </a:lnTo>
                  <a:lnTo>
                    <a:pt x="2668950" y="45784"/>
                  </a:lnTo>
                  <a:lnTo>
                    <a:pt x="2615553" y="11765"/>
                  </a:lnTo>
                  <a:lnTo>
                    <a:pt x="2560946" y="1470"/>
                  </a:lnTo>
                  <a:lnTo>
                    <a:pt x="2522415" y="183"/>
                  </a:lnTo>
                  <a:lnTo>
                    <a:pt x="2474636" y="0"/>
                  </a:lnTo>
                  <a:close/>
                </a:path>
              </a:pathLst>
            </a:custGeom>
            <a:solidFill>
              <a:srgbClr val="7996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17582774" y="3803508"/>
            <a:ext cx="1468120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Images</a:t>
            </a:r>
            <a:endParaRPr sz="3450">
              <a:latin typeface="Arial MT"/>
              <a:cs typeface="Arial MT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16906763" y="4873587"/>
            <a:ext cx="2820035" cy="1151890"/>
            <a:chOff x="16906763" y="4873587"/>
            <a:chExt cx="2820035" cy="1151890"/>
          </a:xfrm>
        </p:grpSpPr>
        <p:pic>
          <p:nvPicPr>
            <p:cNvPr id="81" name="object 8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06763" y="4873587"/>
              <a:ext cx="2819449" cy="1151797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16959117" y="4905000"/>
              <a:ext cx="2715260" cy="1047115"/>
            </a:xfrm>
            <a:custGeom>
              <a:avLst/>
              <a:gdLst/>
              <a:ahLst/>
              <a:cxnLst/>
              <a:rect l="l" t="t" r="r" b="b"/>
              <a:pathLst>
                <a:path w="2715259" h="1047114">
                  <a:moveTo>
                    <a:pt x="2474636" y="0"/>
                  </a:moveTo>
                  <a:lnTo>
                    <a:pt x="240097" y="0"/>
                  </a:lnTo>
                  <a:lnTo>
                    <a:pt x="192316" y="183"/>
                  </a:lnTo>
                  <a:lnTo>
                    <a:pt x="153783" y="1470"/>
                  </a:lnTo>
                  <a:lnTo>
                    <a:pt x="99180" y="11766"/>
                  </a:lnTo>
                  <a:lnTo>
                    <a:pt x="45778" y="45785"/>
                  </a:lnTo>
                  <a:lnTo>
                    <a:pt x="11758" y="99184"/>
                  </a:lnTo>
                  <a:lnTo>
                    <a:pt x="1469" y="153788"/>
                  </a:lnTo>
                  <a:lnTo>
                    <a:pt x="183" y="192319"/>
                  </a:lnTo>
                  <a:lnTo>
                    <a:pt x="0" y="240097"/>
                  </a:lnTo>
                  <a:lnTo>
                    <a:pt x="0" y="806991"/>
                  </a:lnTo>
                  <a:lnTo>
                    <a:pt x="183" y="854769"/>
                  </a:lnTo>
                  <a:lnTo>
                    <a:pt x="1469" y="893300"/>
                  </a:lnTo>
                  <a:lnTo>
                    <a:pt x="11758" y="947904"/>
                  </a:lnTo>
                  <a:lnTo>
                    <a:pt x="45778" y="1001303"/>
                  </a:lnTo>
                  <a:lnTo>
                    <a:pt x="99180" y="1035322"/>
                  </a:lnTo>
                  <a:lnTo>
                    <a:pt x="153783" y="1045617"/>
                  </a:lnTo>
                  <a:lnTo>
                    <a:pt x="192316" y="1046904"/>
                  </a:lnTo>
                  <a:lnTo>
                    <a:pt x="240097" y="1047088"/>
                  </a:lnTo>
                  <a:lnTo>
                    <a:pt x="2474636" y="1047088"/>
                  </a:lnTo>
                  <a:lnTo>
                    <a:pt x="2522415" y="1046904"/>
                  </a:lnTo>
                  <a:lnTo>
                    <a:pt x="2560946" y="1045617"/>
                  </a:lnTo>
                  <a:lnTo>
                    <a:pt x="2615553" y="1035322"/>
                  </a:lnTo>
                  <a:lnTo>
                    <a:pt x="2668950" y="1001303"/>
                  </a:lnTo>
                  <a:lnTo>
                    <a:pt x="2702964" y="947904"/>
                  </a:lnTo>
                  <a:lnTo>
                    <a:pt x="2713262" y="893300"/>
                  </a:lnTo>
                  <a:lnTo>
                    <a:pt x="2714550" y="854769"/>
                  </a:lnTo>
                  <a:lnTo>
                    <a:pt x="2714734" y="806991"/>
                  </a:lnTo>
                  <a:lnTo>
                    <a:pt x="2714734" y="240097"/>
                  </a:lnTo>
                  <a:lnTo>
                    <a:pt x="2714550" y="192319"/>
                  </a:lnTo>
                  <a:lnTo>
                    <a:pt x="2713262" y="153788"/>
                  </a:lnTo>
                  <a:lnTo>
                    <a:pt x="2702964" y="99184"/>
                  </a:lnTo>
                  <a:lnTo>
                    <a:pt x="2668950" y="45785"/>
                  </a:lnTo>
                  <a:lnTo>
                    <a:pt x="2615553" y="11766"/>
                  </a:lnTo>
                  <a:lnTo>
                    <a:pt x="2560946" y="1470"/>
                  </a:lnTo>
                  <a:lnTo>
                    <a:pt x="2522415" y="183"/>
                  </a:lnTo>
                  <a:lnTo>
                    <a:pt x="2474636" y="0"/>
                  </a:lnTo>
                  <a:close/>
                </a:path>
              </a:pathLst>
            </a:custGeom>
            <a:solidFill>
              <a:srgbClr val="E293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18083964" y="5124245"/>
            <a:ext cx="46545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50" dirty="0">
                <a:solidFill>
                  <a:srgbClr val="FFFFFF"/>
                </a:solidFill>
                <a:latin typeface="Arial MT"/>
                <a:cs typeface="Arial MT"/>
              </a:rPr>
              <a:t>…</a:t>
            </a:r>
            <a:endParaRPr sz="3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95" dirty="0"/>
              <a:t>Creating</a:t>
            </a:r>
            <a:r>
              <a:rPr spc="-70" dirty="0"/>
              <a:t> </a:t>
            </a:r>
            <a:r>
              <a:rPr spc="240" dirty="0"/>
              <a:t>an</a:t>
            </a:r>
            <a:r>
              <a:rPr spc="-65" dirty="0"/>
              <a:t> </a:t>
            </a:r>
            <a:r>
              <a:rPr spc="80" dirty="0"/>
              <a:t>React</a:t>
            </a:r>
            <a:r>
              <a:rPr spc="-65" dirty="0"/>
              <a:t> </a:t>
            </a:r>
            <a:r>
              <a:rPr spc="55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014" y="2602823"/>
            <a:ext cx="1593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6156" y="2486067"/>
            <a:ext cx="13703300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dirty="0">
                <a:latin typeface="Palatino Linotype"/>
                <a:cs typeface="Palatino Linotype"/>
              </a:rPr>
              <a:t>React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provides a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spc="-10" dirty="0">
                <a:latin typeface="Palatino Linotype"/>
                <a:cs typeface="Palatino Linotype"/>
              </a:rPr>
              <a:t>command-</a:t>
            </a:r>
            <a:r>
              <a:rPr sz="4250" dirty="0">
                <a:latin typeface="Palatino Linotype"/>
                <a:cs typeface="Palatino Linotype"/>
              </a:rPr>
              <a:t>line tool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to generate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a </a:t>
            </a:r>
            <a:r>
              <a:rPr sz="4250" spc="-10" dirty="0">
                <a:latin typeface="Palatino Linotype"/>
                <a:cs typeface="Palatino Linotype"/>
              </a:rPr>
              <a:t>project</a:t>
            </a:r>
            <a:endParaRPr sz="425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3014" y="3754621"/>
            <a:ext cx="1593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6156" y="3637863"/>
            <a:ext cx="14489430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dirty="0">
                <a:latin typeface="Palatino Linotype"/>
                <a:cs typeface="Palatino Linotype"/>
              </a:rPr>
              <a:t>Generates</a:t>
            </a:r>
            <a:r>
              <a:rPr sz="4250" spc="-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the</a:t>
            </a:r>
            <a:r>
              <a:rPr sz="4250" spc="-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starter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files</a:t>
            </a:r>
            <a:r>
              <a:rPr sz="4250" spc="-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to help</a:t>
            </a:r>
            <a:r>
              <a:rPr sz="4250" spc="-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you bootstrap</a:t>
            </a:r>
            <a:r>
              <a:rPr sz="4250" spc="-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your </a:t>
            </a:r>
            <a:r>
              <a:rPr sz="4250" spc="-10" dirty="0">
                <a:latin typeface="Palatino Linotype"/>
                <a:cs typeface="Palatino Linotype"/>
              </a:rPr>
              <a:t>project</a:t>
            </a:r>
            <a:endParaRPr sz="4250">
              <a:latin typeface="Palatino Linotype"/>
              <a:cs typeface="Palatino Linotyp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64111" y="4964676"/>
            <a:ext cx="12070080" cy="3618865"/>
            <a:chOff x="3564111" y="4964676"/>
            <a:chExt cx="12070080" cy="361886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64111" y="4964676"/>
              <a:ext cx="12069758" cy="361846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2946" y="5897938"/>
              <a:ext cx="11232087" cy="173799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425607" y="6244194"/>
            <a:ext cx="10347325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1" dirty="0">
                <a:solidFill>
                  <a:srgbClr val="FFFFFF"/>
                </a:solidFill>
                <a:latin typeface="Arial"/>
                <a:cs typeface="Arial"/>
              </a:rPr>
              <a:t>Creating a</a:t>
            </a:r>
            <a:r>
              <a:rPr sz="59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00" b="1" dirty="0">
                <a:solidFill>
                  <a:srgbClr val="FFFFFF"/>
                </a:solidFill>
                <a:latin typeface="Arial"/>
                <a:cs typeface="Arial"/>
              </a:rPr>
              <a:t>React</a:t>
            </a:r>
            <a:r>
              <a:rPr sz="5900" b="1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00" b="1" dirty="0">
                <a:solidFill>
                  <a:srgbClr val="FFFFFF"/>
                </a:solidFill>
                <a:latin typeface="Arial"/>
                <a:cs typeface="Arial"/>
              </a:rPr>
              <a:t>App is</a:t>
            </a:r>
            <a:r>
              <a:rPr sz="59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00" b="1" spc="-20" dirty="0">
                <a:solidFill>
                  <a:srgbClr val="FFFFFF"/>
                </a:solidFill>
                <a:latin typeface="Arial"/>
                <a:cs typeface="Arial"/>
              </a:rPr>
              <a:t>easy</a:t>
            </a:r>
            <a:endParaRPr sz="5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95" dirty="0"/>
              <a:t>Creating</a:t>
            </a:r>
            <a:r>
              <a:rPr spc="-70" dirty="0"/>
              <a:t> </a:t>
            </a:r>
            <a:r>
              <a:rPr spc="130" dirty="0"/>
              <a:t>a</a:t>
            </a:r>
            <a:r>
              <a:rPr spc="-70" dirty="0"/>
              <a:t> </a:t>
            </a:r>
            <a:r>
              <a:rPr spc="245" dirty="0"/>
              <a:t>new</a:t>
            </a:r>
            <a:r>
              <a:rPr spc="-65" dirty="0"/>
              <a:t> </a:t>
            </a:r>
            <a:r>
              <a:rPr spc="80" dirty="0"/>
              <a:t>React</a:t>
            </a:r>
            <a:r>
              <a:rPr spc="-70" dirty="0"/>
              <a:t> </a:t>
            </a:r>
            <a:r>
              <a:rPr spc="105" dirty="0"/>
              <a:t>application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895" y="2375590"/>
            <a:ext cx="12163483" cy="118582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11900" y="2490770"/>
            <a:ext cx="11807825" cy="7251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5560" rIns="0" bIns="0" rtlCol="0">
            <a:spAutoFit/>
          </a:bodyPr>
          <a:lstStyle/>
          <a:p>
            <a:pPr marL="674370" indent="-605155">
              <a:lnSpc>
                <a:spcPct val="100000"/>
              </a:lnSpc>
              <a:spcBef>
                <a:spcPts val="280"/>
              </a:spcBef>
              <a:buChar char="&gt;"/>
              <a:tabLst>
                <a:tab pos="674370" algn="l"/>
              </a:tabLst>
            </a:pPr>
            <a:r>
              <a:rPr sz="3950" b="1" dirty="0">
                <a:latin typeface="Courier New"/>
                <a:cs typeface="Courier New"/>
              </a:rPr>
              <a:t>npx</a:t>
            </a:r>
            <a:r>
              <a:rPr sz="3950" b="1" spc="10" dirty="0">
                <a:latin typeface="Courier New"/>
                <a:cs typeface="Courier New"/>
              </a:rPr>
              <a:t> </a:t>
            </a:r>
            <a:r>
              <a:rPr sz="3950" b="1" dirty="0">
                <a:latin typeface="Courier New"/>
                <a:cs typeface="Courier New"/>
              </a:rPr>
              <a:t>create-react-app</a:t>
            </a:r>
            <a:r>
              <a:rPr sz="3950" b="1" spc="10" dirty="0">
                <a:latin typeface="Courier New"/>
                <a:cs typeface="Courier New"/>
              </a:rPr>
              <a:t> </a:t>
            </a:r>
            <a:r>
              <a:rPr sz="3950" b="1" dirty="0">
                <a:latin typeface="Courier New"/>
                <a:cs typeface="Courier New"/>
              </a:rPr>
              <a:t>my-</a:t>
            </a:r>
            <a:r>
              <a:rPr sz="3950" b="1" spc="-25" dirty="0">
                <a:latin typeface="Courier New"/>
                <a:cs typeface="Courier New"/>
              </a:rPr>
              <a:t>app</a:t>
            </a:r>
            <a:endParaRPr sz="3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5374" y="4406962"/>
            <a:ext cx="12163483" cy="118582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73379" y="4522141"/>
            <a:ext cx="11807825" cy="7251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5560" rIns="0" bIns="0" rtlCol="0">
            <a:spAutoFit/>
          </a:bodyPr>
          <a:lstStyle/>
          <a:p>
            <a:pPr marL="674370" indent="-605155">
              <a:lnSpc>
                <a:spcPct val="100000"/>
              </a:lnSpc>
              <a:spcBef>
                <a:spcPts val="280"/>
              </a:spcBef>
              <a:buChar char="&gt;"/>
              <a:tabLst>
                <a:tab pos="674370" algn="l"/>
              </a:tabLst>
            </a:pPr>
            <a:r>
              <a:rPr sz="3950" b="1" dirty="0">
                <a:latin typeface="Courier New"/>
                <a:cs typeface="Courier New"/>
              </a:rPr>
              <a:t>npm</a:t>
            </a:r>
            <a:r>
              <a:rPr sz="3950" b="1" spc="10" dirty="0">
                <a:latin typeface="Courier New"/>
                <a:cs typeface="Courier New"/>
              </a:rPr>
              <a:t> </a:t>
            </a:r>
            <a:r>
              <a:rPr sz="3950" b="1" spc="-20" dirty="0">
                <a:latin typeface="Courier New"/>
                <a:cs typeface="Courier New"/>
              </a:rPr>
              <a:t>start</a:t>
            </a:r>
            <a:endParaRPr sz="395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5374" y="2368578"/>
            <a:ext cx="12163483" cy="11858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73379" y="2483757"/>
            <a:ext cx="11807825" cy="7251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5560" rIns="0" bIns="0" rtlCol="0">
            <a:spAutoFit/>
          </a:bodyPr>
          <a:lstStyle/>
          <a:p>
            <a:pPr marL="674370" indent="-605155">
              <a:lnSpc>
                <a:spcPct val="100000"/>
              </a:lnSpc>
              <a:spcBef>
                <a:spcPts val="280"/>
              </a:spcBef>
              <a:buChar char="&gt;"/>
              <a:tabLst>
                <a:tab pos="674370" algn="l"/>
              </a:tabLst>
            </a:pPr>
            <a:r>
              <a:rPr sz="3950" b="1" dirty="0">
                <a:latin typeface="Courier New"/>
                <a:cs typeface="Courier New"/>
              </a:rPr>
              <a:t>cd</a:t>
            </a:r>
            <a:r>
              <a:rPr sz="3950" b="1" spc="10" dirty="0">
                <a:latin typeface="Courier New"/>
                <a:cs typeface="Courier New"/>
              </a:rPr>
              <a:t> </a:t>
            </a:r>
            <a:r>
              <a:rPr sz="3950" b="1" dirty="0">
                <a:latin typeface="Courier New"/>
                <a:cs typeface="Courier New"/>
              </a:rPr>
              <a:t>my-</a:t>
            </a:r>
            <a:r>
              <a:rPr sz="3950" b="1" spc="-25" dirty="0">
                <a:latin typeface="Courier New"/>
                <a:cs typeface="Courier New"/>
              </a:rPr>
              <a:t>app</a:t>
            </a:r>
            <a:endParaRPr sz="3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7793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30"/>
              </a:spcBef>
            </a:pPr>
            <a:r>
              <a:rPr spc="195" dirty="0"/>
              <a:t>Running</a:t>
            </a:r>
            <a:r>
              <a:rPr spc="-70" dirty="0"/>
              <a:t> </a:t>
            </a:r>
            <a:r>
              <a:rPr spc="60" dirty="0"/>
              <a:t>your</a:t>
            </a:r>
            <a:r>
              <a:rPr spc="-70" dirty="0"/>
              <a:t> </a:t>
            </a:r>
            <a:r>
              <a:rPr spc="245" dirty="0"/>
              <a:t>new</a:t>
            </a:r>
            <a:r>
              <a:rPr spc="-70" dirty="0"/>
              <a:t> </a:t>
            </a:r>
            <a:r>
              <a:rPr spc="80" dirty="0"/>
              <a:t>React</a:t>
            </a:r>
            <a:r>
              <a:rPr spc="-70" dirty="0"/>
              <a:t> </a:t>
            </a:r>
            <a:r>
              <a:rPr spc="105" dirty="0"/>
              <a:t>application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33895" y="2375590"/>
            <a:ext cx="15487015" cy="8595360"/>
            <a:chOff x="1533895" y="2375590"/>
            <a:chExt cx="15487015" cy="8595360"/>
          </a:xfrm>
        </p:grpSpPr>
        <p:sp>
          <p:nvSpPr>
            <p:cNvPr id="3" name="object 3"/>
            <p:cNvSpPr/>
            <p:nvPr/>
          </p:nvSpPr>
          <p:spPr>
            <a:xfrm>
              <a:off x="1711900" y="2490770"/>
              <a:ext cx="11807825" cy="725170"/>
            </a:xfrm>
            <a:custGeom>
              <a:avLst/>
              <a:gdLst/>
              <a:ahLst/>
              <a:cxnLst/>
              <a:rect l="l" t="t" r="r" b="b"/>
              <a:pathLst>
                <a:path w="11807825" h="725169">
                  <a:moveTo>
                    <a:pt x="11807472" y="0"/>
                  </a:moveTo>
                  <a:lnTo>
                    <a:pt x="0" y="0"/>
                  </a:lnTo>
                  <a:lnTo>
                    <a:pt x="0" y="725108"/>
                  </a:lnTo>
                  <a:lnTo>
                    <a:pt x="11807472" y="725108"/>
                  </a:lnTo>
                  <a:lnTo>
                    <a:pt x="118074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3895" y="2375590"/>
              <a:ext cx="12163483" cy="118582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81270" y="2560139"/>
              <a:ext cx="8775700" cy="586740"/>
            </a:xfrm>
            <a:custGeom>
              <a:avLst/>
              <a:gdLst/>
              <a:ahLst/>
              <a:cxnLst/>
              <a:rect l="l" t="t" r="r" b="b"/>
              <a:pathLst>
                <a:path w="8775700" h="586739">
                  <a:moveTo>
                    <a:pt x="8775172" y="0"/>
                  </a:moveTo>
                  <a:lnTo>
                    <a:pt x="0" y="0"/>
                  </a:lnTo>
                  <a:lnTo>
                    <a:pt x="0" y="586369"/>
                  </a:lnTo>
                  <a:lnTo>
                    <a:pt x="8775172" y="586369"/>
                  </a:lnTo>
                  <a:lnTo>
                    <a:pt x="87751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95" dirty="0"/>
              <a:t>Creating</a:t>
            </a:r>
            <a:r>
              <a:rPr spc="-70" dirty="0"/>
              <a:t> </a:t>
            </a:r>
            <a:r>
              <a:rPr spc="130" dirty="0"/>
              <a:t>a</a:t>
            </a:r>
            <a:r>
              <a:rPr spc="-70" dirty="0"/>
              <a:t> </a:t>
            </a:r>
            <a:r>
              <a:rPr spc="245" dirty="0"/>
              <a:t>new</a:t>
            </a:r>
            <a:r>
              <a:rPr spc="-65" dirty="0"/>
              <a:t> </a:t>
            </a:r>
            <a:r>
              <a:rPr spc="80" dirty="0"/>
              <a:t>React</a:t>
            </a:r>
            <a:r>
              <a:rPr spc="-70" dirty="0"/>
              <a:t> </a:t>
            </a:r>
            <a:r>
              <a:rPr spc="105" dirty="0"/>
              <a:t>application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68570" y="2512673"/>
            <a:ext cx="880173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7855" indent="-605155">
              <a:lnSpc>
                <a:spcPct val="100000"/>
              </a:lnSpc>
              <a:spcBef>
                <a:spcPts val="105"/>
              </a:spcBef>
              <a:buChar char="&gt;"/>
              <a:tabLst>
                <a:tab pos="617855" algn="l"/>
              </a:tabLst>
            </a:pPr>
            <a:r>
              <a:rPr sz="3950" b="1" dirty="0">
                <a:latin typeface="Courier New"/>
                <a:cs typeface="Courier New"/>
              </a:rPr>
              <a:t>npx</a:t>
            </a:r>
            <a:r>
              <a:rPr sz="3950" b="1" spc="10" dirty="0">
                <a:latin typeface="Courier New"/>
                <a:cs typeface="Courier New"/>
              </a:rPr>
              <a:t> </a:t>
            </a:r>
            <a:r>
              <a:rPr sz="3950" b="1" dirty="0">
                <a:latin typeface="Courier New"/>
                <a:cs typeface="Courier New"/>
              </a:rPr>
              <a:t>create-react-app</a:t>
            </a:r>
            <a:r>
              <a:rPr sz="3950" b="1" spc="10" dirty="0">
                <a:latin typeface="Courier New"/>
                <a:cs typeface="Courier New"/>
              </a:rPr>
              <a:t> </a:t>
            </a:r>
            <a:r>
              <a:rPr sz="3950" b="1" dirty="0">
                <a:latin typeface="Courier New"/>
                <a:cs typeface="Courier New"/>
              </a:rPr>
              <a:t>my-</a:t>
            </a:r>
            <a:r>
              <a:rPr sz="3950" b="1" spc="-25" dirty="0">
                <a:latin typeface="Courier New"/>
                <a:cs typeface="Courier New"/>
              </a:rPr>
              <a:t>app</a:t>
            </a:r>
            <a:endParaRPr sz="395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33895" y="8215169"/>
            <a:ext cx="12164060" cy="1186180"/>
            <a:chOff x="1533895" y="8215169"/>
            <a:chExt cx="12164060" cy="1186180"/>
          </a:xfrm>
        </p:grpSpPr>
        <p:sp>
          <p:nvSpPr>
            <p:cNvPr id="9" name="object 9"/>
            <p:cNvSpPr/>
            <p:nvPr/>
          </p:nvSpPr>
          <p:spPr>
            <a:xfrm>
              <a:off x="1711900" y="8330348"/>
              <a:ext cx="11807825" cy="725170"/>
            </a:xfrm>
            <a:custGeom>
              <a:avLst/>
              <a:gdLst/>
              <a:ahLst/>
              <a:cxnLst/>
              <a:rect l="l" t="t" r="r" b="b"/>
              <a:pathLst>
                <a:path w="11807825" h="725170">
                  <a:moveTo>
                    <a:pt x="11807472" y="0"/>
                  </a:moveTo>
                  <a:lnTo>
                    <a:pt x="0" y="0"/>
                  </a:lnTo>
                  <a:lnTo>
                    <a:pt x="0" y="725108"/>
                  </a:lnTo>
                  <a:lnTo>
                    <a:pt x="11807472" y="725108"/>
                  </a:lnTo>
                  <a:lnTo>
                    <a:pt x="118074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3895" y="8215169"/>
              <a:ext cx="12163483" cy="118582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81270" y="8399718"/>
              <a:ext cx="3328670" cy="586740"/>
            </a:xfrm>
            <a:custGeom>
              <a:avLst/>
              <a:gdLst/>
              <a:ahLst/>
              <a:cxnLst/>
              <a:rect l="l" t="t" r="r" b="b"/>
              <a:pathLst>
                <a:path w="3328670" h="586740">
                  <a:moveTo>
                    <a:pt x="3328514" y="0"/>
                  </a:moveTo>
                  <a:lnTo>
                    <a:pt x="0" y="0"/>
                  </a:lnTo>
                  <a:lnTo>
                    <a:pt x="0" y="586369"/>
                  </a:lnTo>
                  <a:lnTo>
                    <a:pt x="3328514" y="586369"/>
                  </a:lnTo>
                  <a:lnTo>
                    <a:pt x="33285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68570" y="8352251"/>
            <a:ext cx="3354704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7855" indent="-605155">
              <a:lnSpc>
                <a:spcPct val="100000"/>
              </a:lnSpc>
              <a:spcBef>
                <a:spcPts val="105"/>
              </a:spcBef>
              <a:buChar char="&gt;"/>
              <a:tabLst>
                <a:tab pos="617855" algn="l"/>
              </a:tabLst>
            </a:pPr>
            <a:r>
              <a:rPr sz="3950" b="1" dirty="0">
                <a:latin typeface="Courier New"/>
                <a:cs typeface="Courier New"/>
              </a:rPr>
              <a:t>npm</a:t>
            </a:r>
            <a:r>
              <a:rPr sz="3950" b="1" spc="10" dirty="0">
                <a:latin typeface="Courier New"/>
                <a:cs typeface="Courier New"/>
              </a:rPr>
              <a:t> </a:t>
            </a:r>
            <a:r>
              <a:rPr sz="3950" b="1" spc="-20" dirty="0">
                <a:latin typeface="Courier New"/>
                <a:cs typeface="Courier New"/>
              </a:rPr>
              <a:t>start</a:t>
            </a:r>
            <a:endParaRPr sz="395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33895" y="6176784"/>
            <a:ext cx="12164060" cy="1186180"/>
            <a:chOff x="1533895" y="6176784"/>
            <a:chExt cx="12164060" cy="1186180"/>
          </a:xfrm>
        </p:grpSpPr>
        <p:sp>
          <p:nvSpPr>
            <p:cNvPr id="14" name="object 14"/>
            <p:cNvSpPr/>
            <p:nvPr/>
          </p:nvSpPr>
          <p:spPr>
            <a:xfrm>
              <a:off x="1711900" y="6291964"/>
              <a:ext cx="11807825" cy="725170"/>
            </a:xfrm>
            <a:custGeom>
              <a:avLst/>
              <a:gdLst/>
              <a:ahLst/>
              <a:cxnLst/>
              <a:rect l="l" t="t" r="r" b="b"/>
              <a:pathLst>
                <a:path w="11807825" h="725170">
                  <a:moveTo>
                    <a:pt x="11807472" y="0"/>
                  </a:moveTo>
                  <a:lnTo>
                    <a:pt x="0" y="0"/>
                  </a:lnTo>
                  <a:lnTo>
                    <a:pt x="0" y="725108"/>
                  </a:lnTo>
                  <a:lnTo>
                    <a:pt x="11807472" y="725108"/>
                  </a:lnTo>
                  <a:lnTo>
                    <a:pt x="118074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3895" y="6176784"/>
              <a:ext cx="12163483" cy="118582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781270" y="6361333"/>
              <a:ext cx="3328670" cy="586740"/>
            </a:xfrm>
            <a:custGeom>
              <a:avLst/>
              <a:gdLst/>
              <a:ahLst/>
              <a:cxnLst/>
              <a:rect l="l" t="t" r="r" b="b"/>
              <a:pathLst>
                <a:path w="3328670" h="586740">
                  <a:moveTo>
                    <a:pt x="3328514" y="0"/>
                  </a:moveTo>
                  <a:lnTo>
                    <a:pt x="0" y="0"/>
                  </a:lnTo>
                  <a:lnTo>
                    <a:pt x="0" y="586369"/>
                  </a:lnTo>
                  <a:lnTo>
                    <a:pt x="3328514" y="586369"/>
                  </a:lnTo>
                  <a:lnTo>
                    <a:pt x="33285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68570" y="6313867"/>
            <a:ext cx="3354704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7855" indent="-605155">
              <a:lnSpc>
                <a:spcPct val="100000"/>
              </a:lnSpc>
              <a:spcBef>
                <a:spcPts val="105"/>
              </a:spcBef>
              <a:buChar char="&gt;"/>
              <a:tabLst>
                <a:tab pos="617855" algn="l"/>
              </a:tabLst>
            </a:pPr>
            <a:r>
              <a:rPr sz="3950" b="1" dirty="0">
                <a:latin typeface="Courier New"/>
                <a:cs typeface="Courier New"/>
              </a:rPr>
              <a:t>cd</a:t>
            </a:r>
            <a:r>
              <a:rPr sz="3950" b="1" spc="10" dirty="0">
                <a:latin typeface="Courier New"/>
                <a:cs typeface="Courier New"/>
              </a:rPr>
              <a:t> </a:t>
            </a:r>
            <a:r>
              <a:rPr sz="3950" b="1" dirty="0">
                <a:latin typeface="Courier New"/>
                <a:cs typeface="Courier New"/>
              </a:rPr>
              <a:t>my-</a:t>
            </a:r>
            <a:r>
              <a:rPr sz="3950" b="1" spc="-25" dirty="0">
                <a:latin typeface="Courier New"/>
                <a:cs typeface="Courier New"/>
              </a:rPr>
              <a:t>app</a:t>
            </a:r>
            <a:endParaRPr sz="3950">
              <a:latin typeface="Courier New"/>
              <a:cs typeface="Courier New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208183" y="1864801"/>
            <a:ext cx="11751310" cy="5267325"/>
            <a:chOff x="8208183" y="1864801"/>
            <a:chExt cx="11751310" cy="526732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08183" y="1864801"/>
              <a:ext cx="11750951" cy="526685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627018" y="3107138"/>
              <a:ext cx="10913745" cy="2768600"/>
            </a:xfrm>
            <a:custGeom>
              <a:avLst/>
              <a:gdLst/>
              <a:ahLst/>
              <a:cxnLst/>
              <a:rect l="l" t="t" r="r" b="b"/>
              <a:pathLst>
                <a:path w="10913744" h="2768600">
                  <a:moveTo>
                    <a:pt x="0" y="0"/>
                  </a:moveTo>
                  <a:lnTo>
                    <a:pt x="713655" y="489840"/>
                  </a:lnTo>
                  <a:lnTo>
                    <a:pt x="713655" y="2716540"/>
                  </a:lnTo>
                  <a:lnTo>
                    <a:pt x="717751" y="2736719"/>
                  </a:lnTo>
                  <a:lnTo>
                    <a:pt x="728913" y="2753147"/>
                  </a:lnTo>
                  <a:lnTo>
                    <a:pt x="745453" y="2764196"/>
                  </a:lnTo>
                  <a:lnTo>
                    <a:pt x="765683" y="2768240"/>
                  </a:lnTo>
                  <a:lnTo>
                    <a:pt x="10861256" y="2768240"/>
                  </a:lnTo>
                  <a:lnTo>
                    <a:pt x="10881484" y="2764196"/>
                  </a:lnTo>
                  <a:lnTo>
                    <a:pt x="10898021" y="2753147"/>
                  </a:lnTo>
                  <a:lnTo>
                    <a:pt x="10909181" y="2736719"/>
                  </a:lnTo>
                  <a:lnTo>
                    <a:pt x="10913276" y="2716540"/>
                  </a:lnTo>
                  <a:lnTo>
                    <a:pt x="10913276" y="392658"/>
                  </a:lnTo>
                  <a:lnTo>
                    <a:pt x="10909181" y="372426"/>
                  </a:lnTo>
                  <a:lnTo>
                    <a:pt x="10898021" y="355887"/>
                  </a:lnTo>
                  <a:lnTo>
                    <a:pt x="10881484" y="344725"/>
                  </a:lnTo>
                  <a:lnTo>
                    <a:pt x="10861256" y="340630"/>
                  </a:lnTo>
                  <a:lnTo>
                    <a:pt x="944669" y="340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537392" y="3509809"/>
            <a:ext cx="9775825" cy="1323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400"/>
              </a:lnSpc>
              <a:spcBef>
                <a:spcPts val="100"/>
              </a:spcBef>
            </a:pP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Creates</a:t>
            </a:r>
            <a:r>
              <a:rPr sz="3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brand</a:t>
            </a: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sz="3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React</a:t>
            </a: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 without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sz="3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having</a:t>
            </a:r>
            <a:r>
              <a:rPr sz="3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sz="3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any</a:t>
            </a:r>
            <a:r>
              <a:rPr sz="3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build</a:t>
            </a: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 configurations!</a:t>
            </a:r>
            <a:endParaRPr sz="34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83015" y="4498821"/>
            <a:ext cx="13520419" cy="1021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0" b="1" spc="195" dirty="0">
                <a:latin typeface="Times New Roman"/>
                <a:cs typeface="Times New Roman"/>
              </a:rPr>
              <a:t>Running</a:t>
            </a:r>
            <a:r>
              <a:rPr sz="6500" b="1" spc="-35" dirty="0">
                <a:latin typeface="Times New Roman"/>
                <a:cs typeface="Times New Roman"/>
              </a:rPr>
              <a:t> </a:t>
            </a:r>
            <a:r>
              <a:rPr sz="6500" b="1" spc="60" dirty="0">
                <a:latin typeface="Times New Roman"/>
                <a:cs typeface="Times New Roman"/>
              </a:rPr>
              <a:t>your</a:t>
            </a:r>
            <a:r>
              <a:rPr sz="6500" b="1" spc="-35" dirty="0">
                <a:latin typeface="Times New Roman"/>
                <a:cs typeface="Times New Roman"/>
              </a:rPr>
              <a:t> </a:t>
            </a:r>
            <a:r>
              <a:rPr sz="6500" b="1" spc="245" dirty="0">
                <a:latin typeface="Times New Roman"/>
                <a:cs typeface="Times New Roman"/>
              </a:rPr>
              <a:t>new</a:t>
            </a:r>
            <a:r>
              <a:rPr sz="6500" b="1" spc="-35" dirty="0">
                <a:latin typeface="Times New Roman"/>
                <a:cs typeface="Times New Roman"/>
              </a:rPr>
              <a:t> </a:t>
            </a:r>
            <a:r>
              <a:rPr sz="6500" b="1" spc="-85" dirty="0">
                <a:latin typeface="Times New Roman"/>
                <a:cs typeface="Times New Roman"/>
              </a:rPr>
              <a:t>Rea</a:t>
            </a:r>
            <a:r>
              <a:rPr sz="6500" b="1" spc="-2250" dirty="0">
                <a:latin typeface="Times New Roman"/>
                <a:cs typeface="Times New Roman"/>
              </a:rPr>
              <a:t>c</a:t>
            </a:r>
            <a:r>
              <a:rPr sz="5175" b="1" spc="67" baseline="-483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5175" b="1" spc="-3929" baseline="-4830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6500" b="1" spc="290" dirty="0">
                <a:latin typeface="Times New Roman"/>
                <a:cs typeface="Times New Roman"/>
              </a:rPr>
              <a:t>t</a:t>
            </a:r>
            <a:r>
              <a:rPr sz="5175" b="1" spc="-862" baseline="-483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6500" b="1" spc="-2625" dirty="0">
                <a:latin typeface="Times New Roman"/>
                <a:cs typeface="Times New Roman"/>
              </a:rPr>
              <a:t>a</a:t>
            </a:r>
            <a:r>
              <a:rPr sz="5175" b="1" spc="67" baseline="-483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5175" b="1" spc="-592" baseline="-48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6500" b="1" spc="-3170" dirty="0">
                <a:latin typeface="Times New Roman"/>
                <a:cs typeface="Times New Roman"/>
              </a:rPr>
              <a:t>p</a:t>
            </a:r>
            <a:r>
              <a:rPr sz="5175" b="1" spc="67" baseline="-4830" dirty="0">
                <a:solidFill>
                  <a:srgbClr val="FFFFFF"/>
                </a:solidFill>
                <a:latin typeface="Arial"/>
                <a:cs typeface="Arial"/>
              </a:rPr>
              <a:t>!!</a:t>
            </a:r>
            <a:r>
              <a:rPr sz="5175" b="1" spc="89" baseline="-48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500" b="1" spc="120" dirty="0">
                <a:latin typeface="Times New Roman"/>
                <a:cs typeface="Times New Roman"/>
              </a:rPr>
              <a:t>plication</a:t>
            </a:r>
            <a:endParaRPr sz="65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371735" y="5592259"/>
            <a:ext cx="11732895" cy="2324100"/>
            <a:chOff x="8371735" y="5592259"/>
            <a:chExt cx="11732895" cy="232410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71735" y="5592259"/>
              <a:ext cx="11732364" cy="232348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790570" y="6282714"/>
              <a:ext cx="11049635" cy="929005"/>
            </a:xfrm>
            <a:custGeom>
              <a:avLst/>
              <a:gdLst/>
              <a:ahLst/>
              <a:cxnLst/>
              <a:rect l="l" t="t" r="r" b="b"/>
              <a:pathLst>
                <a:path w="11049635" h="929004">
                  <a:moveTo>
                    <a:pt x="10996721" y="0"/>
                  </a:moveTo>
                  <a:lnTo>
                    <a:pt x="694022" y="0"/>
                  </a:lnTo>
                  <a:lnTo>
                    <a:pt x="673644" y="4114"/>
                  </a:lnTo>
                  <a:lnTo>
                    <a:pt x="657002" y="15333"/>
                  </a:lnTo>
                  <a:lnTo>
                    <a:pt x="645782" y="31975"/>
                  </a:lnTo>
                  <a:lnTo>
                    <a:pt x="641668" y="52354"/>
                  </a:lnTo>
                  <a:lnTo>
                    <a:pt x="641668" y="302673"/>
                  </a:lnTo>
                  <a:lnTo>
                    <a:pt x="0" y="407382"/>
                  </a:lnTo>
                  <a:lnTo>
                    <a:pt x="641668" y="512091"/>
                  </a:lnTo>
                  <a:lnTo>
                    <a:pt x="641668" y="876282"/>
                  </a:lnTo>
                  <a:lnTo>
                    <a:pt x="645782" y="896660"/>
                  </a:lnTo>
                  <a:lnTo>
                    <a:pt x="657002" y="913302"/>
                  </a:lnTo>
                  <a:lnTo>
                    <a:pt x="673644" y="924522"/>
                  </a:lnTo>
                  <a:lnTo>
                    <a:pt x="694022" y="928636"/>
                  </a:lnTo>
                  <a:lnTo>
                    <a:pt x="10996721" y="928636"/>
                  </a:lnTo>
                  <a:lnTo>
                    <a:pt x="11017098" y="924522"/>
                  </a:lnTo>
                  <a:lnTo>
                    <a:pt x="11033740" y="913302"/>
                  </a:lnTo>
                  <a:lnTo>
                    <a:pt x="11044961" y="896660"/>
                  </a:lnTo>
                  <a:lnTo>
                    <a:pt x="11049076" y="876282"/>
                  </a:lnTo>
                  <a:lnTo>
                    <a:pt x="11049076" y="52354"/>
                  </a:lnTo>
                  <a:lnTo>
                    <a:pt x="11044961" y="31975"/>
                  </a:lnTo>
                  <a:lnTo>
                    <a:pt x="11033740" y="15333"/>
                  </a:lnTo>
                  <a:lnTo>
                    <a:pt x="11017098" y="4114"/>
                  </a:lnTo>
                  <a:lnTo>
                    <a:pt x="10996721" y="0"/>
                  </a:lnTo>
                  <a:close/>
                </a:path>
              </a:pathLst>
            </a:custGeom>
            <a:solidFill>
              <a:srgbClr val="A532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662650" y="6436802"/>
            <a:ext cx="994727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Jump</a:t>
            </a:r>
            <a:r>
              <a:rPr sz="3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sz="3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sz="3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sz="3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React</a:t>
            </a:r>
            <a:r>
              <a:rPr sz="3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r>
              <a:rPr sz="3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directory</a:t>
            </a:r>
            <a:endParaRPr sz="345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036642" y="6359171"/>
            <a:ext cx="13892530" cy="4949825"/>
            <a:chOff x="5036642" y="6359171"/>
            <a:chExt cx="13892530" cy="4949825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6642" y="6359171"/>
              <a:ext cx="13892247" cy="494938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455477" y="7618686"/>
              <a:ext cx="13054965" cy="2825750"/>
            </a:xfrm>
            <a:custGeom>
              <a:avLst/>
              <a:gdLst/>
              <a:ahLst/>
              <a:cxnLst/>
              <a:rect l="l" t="t" r="r" b="b"/>
              <a:pathLst>
                <a:path w="13054965" h="2825750">
                  <a:moveTo>
                    <a:pt x="13002221" y="0"/>
                  </a:moveTo>
                  <a:lnTo>
                    <a:pt x="490168" y="0"/>
                  </a:lnTo>
                  <a:lnTo>
                    <a:pt x="469789" y="4114"/>
                  </a:lnTo>
                  <a:lnTo>
                    <a:pt x="453148" y="15334"/>
                  </a:lnTo>
                  <a:lnTo>
                    <a:pt x="441928" y="31975"/>
                  </a:lnTo>
                  <a:lnTo>
                    <a:pt x="437813" y="52354"/>
                  </a:lnTo>
                  <a:lnTo>
                    <a:pt x="437813" y="961684"/>
                  </a:lnTo>
                  <a:lnTo>
                    <a:pt x="0" y="1066721"/>
                  </a:lnTo>
                  <a:lnTo>
                    <a:pt x="437813" y="1171430"/>
                  </a:lnTo>
                  <a:lnTo>
                    <a:pt x="437813" y="2773148"/>
                  </a:lnTo>
                  <a:lnTo>
                    <a:pt x="441928" y="2793527"/>
                  </a:lnTo>
                  <a:lnTo>
                    <a:pt x="453148" y="2810168"/>
                  </a:lnTo>
                  <a:lnTo>
                    <a:pt x="469789" y="2821388"/>
                  </a:lnTo>
                  <a:lnTo>
                    <a:pt x="490168" y="2825502"/>
                  </a:lnTo>
                  <a:lnTo>
                    <a:pt x="13002221" y="2825502"/>
                  </a:lnTo>
                  <a:lnTo>
                    <a:pt x="13022598" y="2821388"/>
                  </a:lnTo>
                  <a:lnTo>
                    <a:pt x="13039240" y="2810168"/>
                  </a:lnTo>
                  <a:lnTo>
                    <a:pt x="13050461" y="2793527"/>
                  </a:lnTo>
                  <a:lnTo>
                    <a:pt x="13054576" y="2773148"/>
                  </a:lnTo>
                  <a:lnTo>
                    <a:pt x="13054576" y="52354"/>
                  </a:lnTo>
                  <a:lnTo>
                    <a:pt x="13050461" y="31975"/>
                  </a:lnTo>
                  <a:lnTo>
                    <a:pt x="13039240" y="15334"/>
                  </a:lnTo>
                  <a:lnTo>
                    <a:pt x="13022598" y="4114"/>
                  </a:lnTo>
                  <a:lnTo>
                    <a:pt x="13002221" y="0"/>
                  </a:lnTo>
                  <a:close/>
                </a:path>
              </a:pathLst>
            </a:custGeom>
            <a:solidFill>
              <a:srgbClr val="7E64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939490" y="7551710"/>
            <a:ext cx="11974830" cy="262191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501650" indent="-488950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501650" algn="l"/>
              </a:tabLst>
            </a:pP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Builds</a:t>
            </a:r>
            <a:r>
              <a:rPr sz="34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34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app</a:t>
            </a:r>
            <a:r>
              <a:rPr sz="34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(compile</a:t>
            </a:r>
            <a:r>
              <a:rPr sz="34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34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transpile)</a:t>
            </a:r>
            <a:endParaRPr sz="3450">
              <a:latin typeface="Arial"/>
              <a:cs typeface="Arial"/>
            </a:endParaRPr>
          </a:p>
          <a:p>
            <a:pPr marL="501650" indent="-488950">
              <a:lnSpc>
                <a:spcPct val="100000"/>
              </a:lnSpc>
              <a:spcBef>
                <a:spcPts val="969"/>
              </a:spcBef>
              <a:buAutoNum type="arabicPeriod"/>
              <a:tabLst>
                <a:tab pos="501650" algn="l"/>
              </a:tabLst>
            </a:pP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Starts</a:t>
            </a:r>
            <a:r>
              <a:rPr sz="34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 server</a:t>
            </a:r>
            <a:endParaRPr sz="3450">
              <a:latin typeface="Arial"/>
              <a:cs typeface="Arial"/>
            </a:endParaRPr>
          </a:p>
          <a:p>
            <a:pPr marL="501650" indent="-488950">
              <a:lnSpc>
                <a:spcPct val="100000"/>
              </a:lnSpc>
              <a:spcBef>
                <a:spcPts val="975"/>
              </a:spcBef>
              <a:buAutoNum type="arabicPeriod"/>
              <a:tabLst>
                <a:tab pos="501650" algn="l"/>
              </a:tabLst>
            </a:pP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Watches</a:t>
            </a:r>
            <a:r>
              <a:rPr sz="34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34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source</a:t>
            </a:r>
            <a:r>
              <a:rPr sz="34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files</a:t>
            </a:r>
            <a:endParaRPr sz="3450">
              <a:latin typeface="Arial"/>
              <a:cs typeface="Arial"/>
            </a:endParaRPr>
          </a:p>
          <a:p>
            <a:pPr marL="501650" indent="-488950">
              <a:lnSpc>
                <a:spcPct val="100000"/>
              </a:lnSpc>
              <a:spcBef>
                <a:spcPts val="969"/>
              </a:spcBef>
              <a:buAutoNum type="arabicPeriod"/>
              <a:tabLst>
                <a:tab pos="501650" algn="l"/>
              </a:tabLst>
            </a:pP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Rebuilds</a:t>
            </a:r>
            <a:r>
              <a:rPr sz="34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3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apps</a:t>
            </a:r>
            <a:r>
              <a:rPr sz="3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3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source</a:t>
            </a:r>
            <a:r>
              <a:rPr sz="3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3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updated</a:t>
            </a:r>
            <a:r>
              <a:rPr sz="3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(hot</a:t>
            </a:r>
            <a:r>
              <a:rPr sz="3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spc="-10" dirty="0">
                <a:solidFill>
                  <a:srgbClr val="FFFFFF"/>
                </a:solidFill>
                <a:latin typeface="Arial"/>
                <a:cs typeface="Arial"/>
              </a:rPr>
              <a:t>reload)</a:t>
            </a:r>
            <a:endParaRPr sz="3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0" dirty="0"/>
              <a:t>Changing</a:t>
            </a:r>
            <a:r>
              <a:rPr spc="-65" dirty="0"/>
              <a:t> </a:t>
            </a:r>
            <a:r>
              <a:rPr spc="285" dirty="0"/>
              <a:t>the</a:t>
            </a:r>
            <a:r>
              <a:rPr spc="-65" dirty="0"/>
              <a:t> </a:t>
            </a:r>
            <a:r>
              <a:rPr spc="70" dirty="0"/>
              <a:t>Server</a:t>
            </a:r>
            <a:r>
              <a:rPr spc="-65" dirty="0"/>
              <a:t> </a:t>
            </a:r>
            <a:r>
              <a:rPr spc="55" dirty="0"/>
              <a:t>Port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25881" y="3151830"/>
            <a:ext cx="12164060" cy="1186180"/>
            <a:chOff x="925881" y="3151830"/>
            <a:chExt cx="12164060" cy="1186180"/>
          </a:xfrm>
        </p:grpSpPr>
        <p:sp>
          <p:nvSpPr>
            <p:cNvPr id="4" name="object 4"/>
            <p:cNvSpPr/>
            <p:nvPr/>
          </p:nvSpPr>
          <p:spPr>
            <a:xfrm>
              <a:off x="1103886" y="3267010"/>
              <a:ext cx="11807825" cy="725170"/>
            </a:xfrm>
            <a:custGeom>
              <a:avLst/>
              <a:gdLst/>
              <a:ahLst/>
              <a:cxnLst/>
              <a:rect l="l" t="t" r="r" b="b"/>
              <a:pathLst>
                <a:path w="11807825" h="725170">
                  <a:moveTo>
                    <a:pt x="11807472" y="0"/>
                  </a:moveTo>
                  <a:lnTo>
                    <a:pt x="0" y="0"/>
                  </a:lnTo>
                  <a:lnTo>
                    <a:pt x="0" y="725108"/>
                  </a:lnTo>
                  <a:lnTo>
                    <a:pt x="11807472" y="725108"/>
                  </a:lnTo>
                  <a:lnTo>
                    <a:pt x="118074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5881" y="3151830"/>
              <a:ext cx="12163483" cy="11858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73256" y="3336380"/>
              <a:ext cx="8472805" cy="586740"/>
            </a:xfrm>
            <a:custGeom>
              <a:avLst/>
              <a:gdLst/>
              <a:ahLst/>
              <a:cxnLst/>
              <a:rect l="l" t="t" r="r" b="b"/>
              <a:pathLst>
                <a:path w="8472805" h="586739">
                  <a:moveTo>
                    <a:pt x="8472582" y="0"/>
                  </a:moveTo>
                  <a:lnTo>
                    <a:pt x="0" y="0"/>
                  </a:lnTo>
                  <a:lnTo>
                    <a:pt x="0" y="586369"/>
                  </a:lnTo>
                  <a:lnTo>
                    <a:pt x="8472582" y="586369"/>
                  </a:lnTo>
                  <a:lnTo>
                    <a:pt x="84725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60556" y="3288913"/>
            <a:ext cx="849884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7855" indent="-605155">
              <a:lnSpc>
                <a:spcPct val="100000"/>
              </a:lnSpc>
              <a:spcBef>
                <a:spcPts val="105"/>
              </a:spcBef>
              <a:buChar char="&gt;"/>
              <a:tabLst>
                <a:tab pos="617855" algn="l"/>
              </a:tabLst>
            </a:pPr>
            <a:r>
              <a:rPr sz="3950" b="1" dirty="0">
                <a:latin typeface="Courier New"/>
                <a:cs typeface="Courier New"/>
              </a:rPr>
              <a:t>set</a:t>
            </a:r>
            <a:r>
              <a:rPr sz="3950" b="1" spc="10" dirty="0">
                <a:latin typeface="Courier New"/>
                <a:cs typeface="Courier New"/>
              </a:rPr>
              <a:t> </a:t>
            </a:r>
            <a:r>
              <a:rPr sz="3950" b="1" dirty="0">
                <a:latin typeface="Courier New"/>
                <a:cs typeface="Courier New"/>
              </a:rPr>
              <a:t>PORT=5100</a:t>
            </a:r>
            <a:r>
              <a:rPr sz="3950" b="1" spc="10" dirty="0">
                <a:latin typeface="Courier New"/>
                <a:cs typeface="Courier New"/>
              </a:rPr>
              <a:t> </a:t>
            </a:r>
            <a:r>
              <a:rPr sz="3950" b="1" dirty="0">
                <a:latin typeface="Courier New"/>
                <a:cs typeface="Courier New"/>
              </a:rPr>
              <a:t>&amp;&amp;</a:t>
            </a:r>
            <a:r>
              <a:rPr sz="3950" b="1" spc="10" dirty="0">
                <a:latin typeface="Courier New"/>
                <a:cs typeface="Courier New"/>
              </a:rPr>
              <a:t> </a:t>
            </a:r>
            <a:r>
              <a:rPr sz="3950" b="1" dirty="0">
                <a:latin typeface="Courier New"/>
                <a:cs typeface="Courier New"/>
              </a:rPr>
              <a:t>npm</a:t>
            </a:r>
            <a:r>
              <a:rPr sz="3950" b="1" spc="10" dirty="0">
                <a:latin typeface="Courier New"/>
                <a:cs typeface="Courier New"/>
              </a:rPr>
              <a:t> </a:t>
            </a:r>
            <a:r>
              <a:rPr sz="3950" b="1" spc="-10" dirty="0">
                <a:latin typeface="Courier New"/>
                <a:cs typeface="Courier New"/>
              </a:rPr>
              <a:t>start</a:t>
            </a:r>
            <a:endParaRPr sz="395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43693" y="2812121"/>
            <a:ext cx="9032875" cy="4909185"/>
            <a:chOff x="4743693" y="2812121"/>
            <a:chExt cx="9032875" cy="490918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3693" y="2812121"/>
              <a:ext cx="9032774" cy="490875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162528" y="3987313"/>
              <a:ext cx="8195309" cy="2544445"/>
            </a:xfrm>
            <a:custGeom>
              <a:avLst/>
              <a:gdLst/>
              <a:ahLst/>
              <a:cxnLst/>
              <a:rect l="l" t="t" r="r" b="b"/>
              <a:pathLst>
                <a:path w="8195309" h="2544445">
                  <a:moveTo>
                    <a:pt x="8142752" y="821636"/>
                  </a:moveTo>
                  <a:lnTo>
                    <a:pt x="52354" y="821636"/>
                  </a:lnTo>
                  <a:lnTo>
                    <a:pt x="31975" y="825751"/>
                  </a:lnTo>
                  <a:lnTo>
                    <a:pt x="15334" y="836971"/>
                  </a:lnTo>
                  <a:lnTo>
                    <a:pt x="4114" y="853612"/>
                  </a:lnTo>
                  <a:lnTo>
                    <a:pt x="0" y="873991"/>
                  </a:lnTo>
                  <a:lnTo>
                    <a:pt x="0" y="2492070"/>
                  </a:lnTo>
                  <a:lnTo>
                    <a:pt x="4114" y="2512449"/>
                  </a:lnTo>
                  <a:lnTo>
                    <a:pt x="15334" y="2529090"/>
                  </a:lnTo>
                  <a:lnTo>
                    <a:pt x="31975" y="2540310"/>
                  </a:lnTo>
                  <a:lnTo>
                    <a:pt x="52354" y="2544425"/>
                  </a:lnTo>
                  <a:lnTo>
                    <a:pt x="8142752" y="2544425"/>
                  </a:lnTo>
                  <a:lnTo>
                    <a:pt x="8163128" y="2540310"/>
                  </a:lnTo>
                  <a:lnTo>
                    <a:pt x="8179770" y="2529090"/>
                  </a:lnTo>
                  <a:lnTo>
                    <a:pt x="8190991" y="2512449"/>
                  </a:lnTo>
                  <a:lnTo>
                    <a:pt x="8195106" y="2492070"/>
                  </a:lnTo>
                  <a:lnTo>
                    <a:pt x="8195106" y="873991"/>
                  </a:lnTo>
                  <a:lnTo>
                    <a:pt x="8190991" y="853612"/>
                  </a:lnTo>
                  <a:lnTo>
                    <a:pt x="8179770" y="836971"/>
                  </a:lnTo>
                  <a:lnTo>
                    <a:pt x="8163128" y="825751"/>
                  </a:lnTo>
                  <a:lnTo>
                    <a:pt x="8142752" y="821636"/>
                  </a:lnTo>
                  <a:close/>
                </a:path>
                <a:path w="8195309" h="2544445">
                  <a:moveTo>
                    <a:pt x="1144925" y="0"/>
                  </a:moveTo>
                  <a:lnTo>
                    <a:pt x="1040216" y="821636"/>
                  </a:lnTo>
                  <a:lnTo>
                    <a:pt x="1249634" y="821636"/>
                  </a:lnTo>
                  <a:lnTo>
                    <a:pt x="1144925" y="0"/>
                  </a:lnTo>
                  <a:close/>
                </a:path>
              </a:pathLst>
            </a:custGeom>
            <a:solidFill>
              <a:srgbClr val="A532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582394" y="5112247"/>
            <a:ext cx="5356225" cy="10560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709295" marR="5080" indent="-697230">
              <a:lnSpc>
                <a:spcPts val="3960"/>
              </a:lnSpc>
              <a:spcBef>
                <a:spcPts val="390"/>
              </a:spcBef>
            </a:pP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r>
              <a:rPr sz="345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listens on</a:t>
            </a:r>
            <a:r>
              <a:rPr sz="34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port </a:t>
            </a:r>
            <a:r>
              <a:rPr sz="3450" spc="-20" dirty="0">
                <a:solidFill>
                  <a:srgbClr val="FFFFFF"/>
                </a:solidFill>
                <a:latin typeface="Arial MT"/>
                <a:cs typeface="Arial MT"/>
              </a:rPr>
              <a:t>5100 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  <a:hlinkClick r:id="rId4"/>
              </a:rPr>
              <a:t>http://localhost:5100</a:t>
            </a:r>
            <a:endParaRPr sz="3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3015" y="489330"/>
            <a:ext cx="4665980" cy="1021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85" dirty="0"/>
              <a:t>Project</a:t>
            </a:r>
            <a:r>
              <a:rPr spc="-70" dirty="0"/>
              <a:t> </a:t>
            </a:r>
            <a:r>
              <a:rPr spc="165" dirty="0"/>
              <a:t>Files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48595" y="514207"/>
            <a:ext cx="11661140" cy="9352915"/>
            <a:chOff x="648595" y="514207"/>
            <a:chExt cx="11661140" cy="93529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8595" y="1874682"/>
              <a:ext cx="4052457" cy="799234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1179" y="514207"/>
              <a:ext cx="9268369" cy="272661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60015" y="1280249"/>
              <a:ext cx="8430698" cy="118059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3194" y="1896970"/>
              <a:ext cx="9235647" cy="25130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42029" y="2622961"/>
              <a:ext cx="8397976" cy="104708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715152" y="2959870"/>
            <a:ext cx="1824989" cy="374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10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React</a:t>
            </a:r>
            <a:r>
              <a:rPr sz="260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FFFFFF"/>
                </a:solidFill>
                <a:latin typeface="Arial"/>
                <a:cs typeface="Arial"/>
              </a:rPr>
              <a:t>Logo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223194" y="2203527"/>
            <a:ext cx="9236075" cy="2513330"/>
            <a:chOff x="2223194" y="2203527"/>
            <a:chExt cx="9236075" cy="251333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3194" y="2203527"/>
              <a:ext cx="9235647" cy="25130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42029" y="2929519"/>
              <a:ext cx="8397976" cy="104708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378938" y="1369436"/>
            <a:ext cx="6127750" cy="207708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475105" marR="17780" indent="-456565">
              <a:lnSpc>
                <a:spcPts val="3050"/>
              </a:lnSpc>
              <a:spcBef>
                <a:spcPts val="295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Holds</a:t>
            </a:r>
            <a:r>
              <a:rPr sz="26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26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installed</a:t>
            </a:r>
            <a:r>
              <a:rPr sz="26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libraries</a:t>
            </a:r>
            <a:r>
              <a:rPr sz="26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node</a:t>
            </a:r>
            <a:r>
              <a:rPr sz="26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pack</a:t>
            </a:r>
            <a:r>
              <a:rPr sz="26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manager</a:t>
            </a:r>
            <a:r>
              <a:rPr sz="260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(npm)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26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6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HTML </a:t>
            </a:r>
            <a:r>
              <a:rPr sz="2600" b="1" spc="1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600" b="1" spc="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600" b="1" spc="-77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900" b="1" spc="-787" baseline="17094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2600" b="1" spc="-135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900" b="1" spc="7" baseline="17094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00" b="1" spc="-352" baseline="1709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600" b="1" spc="-178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b="1" spc="7" baseline="17094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900" b="1" spc="-787" baseline="17094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600" b="1" spc="-163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3900" b="1" spc="15" baseline="17094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00" b="1" spc="67" baseline="1709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b="1" spc="-1245" baseline="1709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3900" b="1" spc="-2325" baseline="17094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b="1" spc="-2115" baseline="17094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600" b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49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b="1" spc="-600" baseline="17094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2600" b="1" spc="-122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900" b="1" spc="-382" baseline="17094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600" b="1" spc="-122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00" b="1" spc="-7" baseline="17094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900" b="1" spc="-382" baseline="17094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600" b="1" spc="-16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b="1" spc="-7" baseline="17094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900" b="1" spc="-2129" baseline="17094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600" b="1" spc="-5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00" b="1" spc="-2332" baseline="17094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600" b="1" spc="-5" dirty="0">
                <a:solidFill>
                  <a:srgbClr val="FFFFFF"/>
                </a:solidFill>
                <a:latin typeface="Arial"/>
                <a:cs typeface="Arial"/>
              </a:rPr>
              <a:t>act</a:t>
            </a:r>
            <a:endParaRPr sz="2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91689" y="3406128"/>
            <a:ext cx="179451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085684" y="2617738"/>
            <a:ext cx="9236075" cy="2513330"/>
            <a:chOff x="2085684" y="2617738"/>
            <a:chExt cx="9236075" cy="251333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5684" y="2617738"/>
              <a:ext cx="9235647" cy="25130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04519" y="3343728"/>
              <a:ext cx="8397976" cy="104708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725871" y="3680637"/>
            <a:ext cx="1713230" cy="374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10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React</a:t>
            </a:r>
            <a:r>
              <a:rPr sz="260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FFFFFF"/>
                </a:solidFill>
                <a:latin typeface="Arial"/>
                <a:cs typeface="Arial"/>
              </a:rPr>
              <a:t>logo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085684" y="2964664"/>
            <a:ext cx="9236075" cy="2513330"/>
            <a:chOff x="2085684" y="2964664"/>
            <a:chExt cx="9236075" cy="251333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5684" y="2964664"/>
              <a:ext cx="9235647" cy="251301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04519" y="3690655"/>
              <a:ext cx="8397976" cy="104708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531755" y="4027565"/>
            <a:ext cx="1918970" cy="374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10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60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6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specific</a:t>
            </a:r>
            <a:endParaRPr sz="2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19055" y="3636197"/>
            <a:ext cx="2670175" cy="7747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5080" algn="r">
              <a:lnSpc>
                <a:spcPts val="2925"/>
              </a:lnSpc>
              <a:spcBef>
                <a:spcPts val="135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6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600" b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specific</a:t>
            </a:r>
            <a:r>
              <a:rPr sz="2600" b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endParaRPr sz="2600">
              <a:latin typeface="Arial"/>
              <a:cs typeface="Arial"/>
            </a:endParaRPr>
          </a:p>
          <a:p>
            <a:pPr marR="5080" algn="r">
              <a:lnSpc>
                <a:spcPts val="2925"/>
              </a:lnSpc>
            </a:pPr>
            <a:r>
              <a:rPr sz="2600" b="1" spc="-2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endParaRPr sz="2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99368" y="4404247"/>
            <a:ext cx="7354570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75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Provides</a:t>
            </a:r>
            <a:r>
              <a:rPr sz="2600" b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sz="2600" b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sz="2600" b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600" b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project.</a:t>
            </a:r>
            <a:r>
              <a:rPr sz="2600" b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Name,</a:t>
            </a:r>
            <a:endParaRPr sz="2600">
              <a:latin typeface="Arial"/>
              <a:cs typeface="Arial"/>
            </a:endParaRPr>
          </a:p>
          <a:p>
            <a:pPr algn="ctr">
              <a:lnSpc>
                <a:spcPts val="3085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author,</a:t>
            </a:r>
            <a:r>
              <a:rPr sz="26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icon</a:t>
            </a:r>
            <a:r>
              <a:rPr sz="26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etc.</a:t>
            </a:r>
            <a:r>
              <a:rPr sz="26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26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inside</a:t>
            </a:r>
            <a:r>
              <a:rPr sz="26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6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JSON</a:t>
            </a:r>
            <a:r>
              <a:rPr sz="26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FFFFFF"/>
                </a:solidFill>
                <a:latin typeface="Arial"/>
                <a:cs typeface="Arial"/>
              </a:rPr>
              <a:t>file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287200" y="3091867"/>
            <a:ext cx="11557000" cy="3397885"/>
            <a:chOff x="2287200" y="3091867"/>
            <a:chExt cx="11557000" cy="3397885"/>
          </a:xfrm>
        </p:grpSpPr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87200" y="3091867"/>
              <a:ext cx="11556915" cy="339780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06035" y="3983756"/>
              <a:ext cx="10719244" cy="1600082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1940754" y="3375978"/>
            <a:ext cx="11513185" cy="3397885"/>
            <a:chOff x="1940754" y="3375978"/>
            <a:chExt cx="11513185" cy="3397885"/>
          </a:xfrm>
        </p:grpSpPr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40754" y="3375978"/>
              <a:ext cx="11513063" cy="339780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59589" y="4267866"/>
              <a:ext cx="10675392" cy="160008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209862" y="3983124"/>
            <a:ext cx="2241550" cy="1088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15620">
              <a:lnSpc>
                <a:spcPct val="100000"/>
              </a:lnSpc>
              <a:spcBef>
                <a:spcPts val="135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React</a:t>
            </a:r>
            <a:r>
              <a:rPr sz="260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FFFFFF"/>
                </a:solidFill>
                <a:latin typeface="Arial"/>
                <a:cs typeface="Arial"/>
              </a:rPr>
              <a:t>logo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85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26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endParaRPr sz="2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670725" y="4643919"/>
            <a:ext cx="129222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6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crawl</a:t>
            </a:r>
            <a:endParaRPr sz="2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44396" y="4688359"/>
            <a:ext cx="5046345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75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prevent</a:t>
            </a:r>
            <a:r>
              <a:rPr sz="26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search</a:t>
            </a:r>
            <a:r>
              <a:rPr sz="260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engine</a:t>
            </a:r>
            <a:r>
              <a:rPr sz="26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60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FFFFFF"/>
                </a:solidFill>
                <a:latin typeface="Arial"/>
                <a:cs typeface="Arial"/>
              </a:rPr>
              <a:t>bots</a:t>
            </a:r>
            <a:endParaRPr sz="2600">
              <a:latin typeface="Arial"/>
              <a:cs typeface="Arial"/>
            </a:endParaRPr>
          </a:p>
          <a:p>
            <a:pPr marL="37465" algn="ctr">
              <a:lnSpc>
                <a:spcPts val="3085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2600" b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6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React</a:t>
            </a:r>
            <a:r>
              <a:rPr sz="26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765367" y="4178925"/>
            <a:ext cx="10685780" cy="3397885"/>
            <a:chOff x="1765367" y="4178925"/>
            <a:chExt cx="10685780" cy="3397885"/>
          </a:xfrm>
        </p:grpSpPr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65367" y="4178925"/>
              <a:ext cx="10685538" cy="339780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84202" y="5070814"/>
              <a:ext cx="9847867" cy="1600082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5548302" y="5676837"/>
            <a:ext cx="1824989" cy="374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10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Global</a:t>
            </a:r>
            <a:r>
              <a:rPr sz="26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5" dirty="0">
                <a:solidFill>
                  <a:srgbClr val="FFFFFF"/>
                </a:solidFill>
                <a:latin typeface="Arial"/>
                <a:cs typeface="Arial"/>
              </a:rPr>
              <a:t>CSS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600945" y="4512395"/>
            <a:ext cx="10685780" cy="3397885"/>
            <a:chOff x="1600945" y="4512395"/>
            <a:chExt cx="10685780" cy="3397885"/>
          </a:xfrm>
        </p:grpSpPr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00945" y="4512395"/>
              <a:ext cx="10685538" cy="339780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19780" y="5404284"/>
              <a:ext cx="9847867" cy="1600082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5352528" y="5780336"/>
            <a:ext cx="106807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Global</a:t>
            </a:r>
            <a:endParaRPr sz="26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500774" y="5676837"/>
            <a:ext cx="3594100" cy="90995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521334" indent="-521970">
              <a:lnSpc>
                <a:spcPts val="3050"/>
              </a:lnSpc>
              <a:spcBef>
                <a:spcPts val="1060"/>
              </a:spcBef>
            </a:pPr>
            <a:r>
              <a:rPr sz="2600" b="1" spc="10" dirty="0">
                <a:solidFill>
                  <a:srgbClr val="FFFFFF"/>
                </a:solidFill>
                <a:latin typeface="Arial"/>
                <a:cs typeface="Arial"/>
              </a:rPr>
              <a:t>Java</a:t>
            </a:r>
            <a:r>
              <a:rPr sz="2600" b="1" spc="-2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900" b="1" spc="-1252" baseline="24572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2600" b="1" spc="-60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900" b="1" spc="-1470" baseline="24572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600" b="1" spc="-2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900" b="1" spc="-1470" baseline="24572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600" b="1" spc="5" dirty="0">
                <a:solidFill>
                  <a:srgbClr val="FFFFFF"/>
                </a:solidFill>
                <a:latin typeface="Arial"/>
                <a:cs typeface="Arial"/>
              </a:rPr>
              <a:t>ip</a:t>
            </a:r>
            <a:r>
              <a:rPr sz="2600" b="1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60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component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React</a:t>
            </a:r>
            <a:r>
              <a:rPr sz="260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001698" y="4899692"/>
            <a:ext cx="10685780" cy="3397885"/>
            <a:chOff x="2001698" y="4899692"/>
            <a:chExt cx="10685780" cy="3397885"/>
          </a:xfrm>
        </p:grpSpPr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01698" y="4899692"/>
              <a:ext cx="10685538" cy="339780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20533" y="5791581"/>
              <a:ext cx="9847867" cy="1600082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5905375" y="6212073"/>
            <a:ext cx="1917700" cy="374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10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Global</a:t>
            </a:r>
            <a:r>
              <a:rPr sz="26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FFFFFF"/>
                </a:solidFill>
                <a:latin typeface="Arial"/>
                <a:cs typeface="Arial"/>
              </a:rPr>
              <a:t>tests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001698" y="5196206"/>
            <a:ext cx="10685780" cy="3397885"/>
            <a:chOff x="2001698" y="5196206"/>
            <a:chExt cx="10685780" cy="3397885"/>
          </a:xfrm>
        </p:grpSpPr>
        <p:pic>
          <p:nvPicPr>
            <p:cNvPr id="48" name="object 4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01698" y="5196206"/>
              <a:ext cx="10685538" cy="339780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20533" y="6088095"/>
              <a:ext cx="9847867" cy="1600082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7022814" y="6694118"/>
            <a:ext cx="688975" cy="374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10"/>
              </a:lnSpc>
            </a:pPr>
            <a:r>
              <a:rPr sz="2600" b="1" spc="-25" dirty="0">
                <a:solidFill>
                  <a:srgbClr val="FFFFFF"/>
                </a:solidFill>
                <a:latin typeface="Arial"/>
                <a:cs typeface="Arial"/>
              </a:rPr>
              <a:t>CSS</a:t>
            </a:r>
            <a:endParaRPr sz="26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766763" y="5499243"/>
            <a:ext cx="3986529" cy="157797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38100" marR="30480" indent="200660">
              <a:lnSpc>
                <a:spcPct val="128400"/>
              </a:lnSpc>
              <a:spcBef>
                <a:spcPts val="300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sz="26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React</a:t>
            </a:r>
            <a:r>
              <a:rPr sz="26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600" b="1" spc="-27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900" b="1" spc="-914" baseline="-24572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2600" b="1" spc="-100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900" b="1" spc="-922" baseline="-24572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600" b="1" spc="-13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900" b="1" spc="-1357" baseline="-24572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600" b="1" spc="-56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900" b="1" spc="-1357" baseline="-24572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600" b="1" spc="-56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00" b="1" spc="-1567" baseline="-24572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600" b="1" spc="-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600" b="1" spc="-56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900" b="1" spc="-1567" baseline="-24572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2600" b="1" spc="-56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b="1" spc="-705" baseline="-24572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600" b="1" spc="-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600" b="1" spc="-5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directory</a:t>
            </a:r>
            <a:r>
              <a:rPr sz="26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6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sz="26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React </a:t>
            </a:r>
            <a:r>
              <a:rPr sz="2600" b="1" spc="5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2600" b="1" spc="-152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900" b="1" spc="7" baseline="160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900" b="1" spc="-2287" baseline="1602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600" b="1" spc="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60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00" b="1" spc="-2077" baseline="1602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600" b="1" spc="-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600" b="1" spc="-95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900" b="1" spc="-7" baseline="1602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900" b="1" spc="-765" baseline="1602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600" b="1" spc="-109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900" b="1" spc="-555" baseline="1602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600" b="1" spc="-109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900" b="1" spc="-555" baseline="160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600" b="1" spc="-109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3900" b="1" baseline="160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900" b="1" spc="-765" baseline="1602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600" b="1" spc="-22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3900" b="1" spc="-2077" baseline="1602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600" b="1" spc="-22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3900" b="1" spc="-2077" baseline="1602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600" b="1" spc="-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2600" b="1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FFFFFF"/>
                </a:solidFill>
                <a:latin typeface="Arial"/>
                <a:cs typeface="Arial"/>
              </a:rPr>
              <a:t>file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765367" y="5573878"/>
            <a:ext cx="10685780" cy="3397885"/>
            <a:chOff x="1765367" y="5573878"/>
            <a:chExt cx="10685780" cy="3397885"/>
          </a:xfrm>
        </p:grpSpPr>
        <p:pic>
          <p:nvPicPr>
            <p:cNvPr id="53" name="object 5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65367" y="5573878"/>
              <a:ext cx="10685538" cy="339780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184202" y="6465767"/>
              <a:ext cx="9847867" cy="1600082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5172638" y="6644692"/>
            <a:ext cx="2278380" cy="81534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19050">
              <a:lnSpc>
                <a:spcPts val="3050"/>
              </a:lnSpc>
              <a:spcBef>
                <a:spcPts val="295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6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main</a:t>
            </a:r>
            <a:r>
              <a:rPr sz="26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FFFFFF"/>
                </a:solidFill>
                <a:latin typeface="Arial"/>
                <a:cs typeface="Arial"/>
              </a:rPr>
              <a:t>root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index.html</a:t>
            </a:r>
            <a:r>
              <a:rPr sz="2600" b="1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FFFFFF"/>
                </a:solidFill>
                <a:latin typeface="Arial"/>
                <a:cs typeface="Arial"/>
              </a:rPr>
              <a:t>file</a:t>
            </a:r>
            <a:endParaRPr sz="26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12766" y="6689132"/>
            <a:ext cx="4449445" cy="1149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75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component.</a:t>
            </a:r>
            <a:r>
              <a:rPr sz="2600" b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Hooks</a:t>
            </a:r>
            <a:r>
              <a:rPr sz="2600" b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onto</a:t>
            </a:r>
            <a:r>
              <a:rPr sz="2600" b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endParaRPr sz="2600">
              <a:latin typeface="Arial"/>
              <a:cs typeface="Arial"/>
            </a:endParaRPr>
          </a:p>
          <a:p>
            <a:pPr marL="64769" indent="-46990">
              <a:lnSpc>
                <a:spcPts val="3050"/>
              </a:lnSpc>
              <a:spcBef>
                <a:spcPts val="75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26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able</a:t>
            </a:r>
            <a:r>
              <a:rPr sz="26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start</a:t>
            </a:r>
            <a:r>
              <a:rPr sz="26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rendering components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765367" y="6214864"/>
            <a:ext cx="11643360" cy="4191000"/>
            <a:chOff x="1765367" y="6214864"/>
            <a:chExt cx="11643360" cy="4191000"/>
          </a:xfrm>
        </p:grpSpPr>
        <p:pic>
          <p:nvPicPr>
            <p:cNvPr id="58" name="object 5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22887" y="6214864"/>
              <a:ext cx="10685538" cy="339780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141723" y="7106753"/>
              <a:ext cx="9847867" cy="160008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65367" y="7007986"/>
              <a:ext cx="10685538" cy="339780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184202" y="7899875"/>
              <a:ext cx="9847867" cy="1600082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5163721" y="8275927"/>
            <a:ext cx="132905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Files</a:t>
            </a:r>
            <a:r>
              <a:rPr sz="2600" b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5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endParaRPr sz="26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553269" y="7462827"/>
            <a:ext cx="3430904" cy="1240790"/>
          </a:xfrm>
          <a:prstGeom prst="rect">
            <a:avLst/>
          </a:prstGeom>
        </p:spPr>
        <p:txBody>
          <a:bodyPr vert="horz" wrap="square" lIns="0" tIns="222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26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26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FFFFFF"/>
                </a:solidFill>
                <a:latin typeface="Arial"/>
                <a:cs typeface="Arial"/>
              </a:rPr>
              <a:t>skip</a:t>
            </a:r>
            <a:endParaRPr sz="2600">
              <a:latin typeface="Arial"/>
              <a:cs typeface="Arial"/>
            </a:endParaRPr>
          </a:p>
          <a:p>
            <a:pPr marL="1871980">
              <a:lnSpc>
                <a:spcPct val="100000"/>
              </a:lnSpc>
              <a:spcBef>
                <a:spcPts val="1664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sz="2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5" dirty="0">
                <a:solidFill>
                  <a:srgbClr val="FFFFFF"/>
                </a:solidFill>
                <a:latin typeface="Arial"/>
                <a:cs typeface="Arial"/>
              </a:rPr>
              <a:t>Git</a:t>
            </a:r>
            <a:endParaRPr sz="26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572841" y="8320367"/>
            <a:ext cx="3760470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2875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Git</a:t>
            </a:r>
            <a:r>
              <a:rPr sz="2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ignore</a:t>
            </a:r>
            <a:r>
              <a:rPr sz="26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2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sz="26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FFFFFF"/>
                </a:solidFill>
                <a:latin typeface="Arial"/>
                <a:cs typeface="Arial"/>
              </a:rPr>
              <a:t>plan</a:t>
            </a:r>
            <a:endParaRPr sz="2600">
              <a:latin typeface="Arial"/>
              <a:cs typeface="Arial"/>
            </a:endParaRPr>
          </a:p>
          <a:p>
            <a:pPr marR="19050" algn="r">
              <a:lnSpc>
                <a:spcPts val="3085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26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remote</a:t>
            </a:r>
            <a:r>
              <a:rPr sz="26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repositories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139207" y="7771777"/>
            <a:ext cx="10685780" cy="3397885"/>
            <a:chOff x="2139207" y="7771777"/>
            <a:chExt cx="10685780" cy="3397885"/>
          </a:xfrm>
        </p:grpSpPr>
        <p:pic>
          <p:nvPicPr>
            <p:cNvPr id="66" name="object 6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39207" y="7771777"/>
              <a:ext cx="10685538" cy="3397802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558042" y="8663666"/>
              <a:ext cx="9847867" cy="1600082"/>
            </a:xfrm>
            <a:prstGeom prst="rect">
              <a:avLst/>
            </a:prstGeom>
          </p:spPr>
        </p:pic>
      </p:grpSp>
      <p:sp>
        <p:nvSpPr>
          <p:cNvPr id="68" name="object 68"/>
          <p:cNvSpPr txBox="1"/>
          <p:nvPr/>
        </p:nvSpPr>
        <p:spPr>
          <a:xfrm>
            <a:off x="5707980" y="8887031"/>
            <a:ext cx="6479540" cy="1149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355">
              <a:lnSpc>
                <a:spcPts val="2875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2600" b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600" b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dependencies,</a:t>
            </a:r>
            <a:r>
              <a:rPr sz="2600" b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defining</a:t>
            </a:r>
            <a:r>
              <a:rPr sz="2600" b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endParaRPr sz="2600">
              <a:latin typeface="Arial"/>
              <a:cs typeface="Arial"/>
            </a:endParaRPr>
          </a:p>
          <a:p>
            <a:pPr marL="2485390" indent="-2486025">
              <a:lnSpc>
                <a:spcPts val="3050"/>
              </a:lnSpc>
              <a:spcBef>
                <a:spcPts val="75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properties,</a:t>
            </a:r>
            <a:r>
              <a:rPr sz="26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description,</a:t>
            </a:r>
            <a:r>
              <a:rPr sz="26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author,</a:t>
            </a:r>
            <a:r>
              <a:rPr sz="26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licensing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6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2610720" y="7416723"/>
            <a:ext cx="10641965" cy="3397885"/>
            <a:chOff x="2610720" y="7416723"/>
            <a:chExt cx="10641965" cy="3397885"/>
          </a:xfrm>
        </p:grpSpPr>
        <p:pic>
          <p:nvPicPr>
            <p:cNvPr id="70" name="object 7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10720" y="7416723"/>
              <a:ext cx="10641686" cy="3397802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029555" y="8308611"/>
              <a:ext cx="9804020" cy="1600082"/>
            </a:xfrm>
            <a:prstGeom prst="rect">
              <a:avLst/>
            </a:prstGeom>
          </p:spPr>
        </p:pic>
      </p:grpSp>
      <p:sp>
        <p:nvSpPr>
          <p:cNvPr id="72" name="object 72"/>
          <p:cNvSpPr txBox="1"/>
          <p:nvPr/>
        </p:nvSpPr>
        <p:spPr>
          <a:xfrm>
            <a:off x="6163050" y="8531977"/>
            <a:ext cx="6424930" cy="1149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75"/>
              </a:lnSpc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Lock</a:t>
            </a:r>
            <a:r>
              <a:rPr sz="26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dependencies</a:t>
            </a:r>
            <a:r>
              <a:rPr sz="26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6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6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specific</a:t>
            </a:r>
            <a:r>
              <a:rPr sz="260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version</a:t>
            </a:r>
            <a:endParaRPr sz="2600">
              <a:latin typeface="Arial"/>
              <a:cs typeface="Arial"/>
            </a:endParaRPr>
          </a:p>
          <a:p>
            <a:pPr marL="428625" marR="421005" algn="ctr">
              <a:lnSpc>
                <a:spcPts val="3050"/>
              </a:lnSpc>
              <a:spcBef>
                <a:spcPts val="75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number</a:t>
            </a:r>
            <a:r>
              <a:rPr sz="2600" b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600" b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records</a:t>
            </a:r>
            <a:r>
              <a:rPr sz="2600" b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versioning</a:t>
            </a:r>
            <a:r>
              <a:rPr sz="2600" b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5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installation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2161131" y="8146639"/>
            <a:ext cx="10641965" cy="3162300"/>
            <a:chOff x="2161131" y="8146639"/>
            <a:chExt cx="10641965" cy="3162300"/>
          </a:xfrm>
        </p:grpSpPr>
        <p:pic>
          <p:nvPicPr>
            <p:cNvPr id="74" name="object 7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161131" y="8146639"/>
              <a:ext cx="10641686" cy="3161916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579966" y="9038528"/>
              <a:ext cx="9804020" cy="1600082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5844080" y="9414580"/>
            <a:ext cx="6163310" cy="81534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308860" marR="5080" indent="-2296795">
              <a:lnSpc>
                <a:spcPts val="3050"/>
              </a:lnSpc>
              <a:spcBef>
                <a:spcPts val="295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sz="26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personal</a:t>
            </a:r>
            <a:r>
              <a:rPr sz="26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README</a:t>
            </a:r>
            <a:r>
              <a:rPr sz="26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6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sz="26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React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r>
              <a:rPr sz="2600" b="1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:-</a:t>
            </a: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514</Words>
  <Application>Microsoft Macintosh PowerPoint</Application>
  <PresentationFormat>Custom</PresentationFormat>
  <Paragraphs>139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MT</vt:lpstr>
      <vt:lpstr>Calibri</vt:lpstr>
      <vt:lpstr>Courier New</vt:lpstr>
      <vt:lpstr>Palatino Linotype</vt:lpstr>
      <vt:lpstr>Times New Roman</vt:lpstr>
      <vt:lpstr>Office Theme</vt:lpstr>
      <vt:lpstr>React - Getting Started</vt:lpstr>
      <vt:lpstr>React</vt:lpstr>
      <vt:lpstr>React Features</vt:lpstr>
      <vt:lpstr>React Architecture</vt:lpstr>
      <vt:lpstr>Key Terms</vt:lpstr>
      <vt:lpstr>Application UI Composition</vt:lpstr>
      <vt:lpstr>Application Interaction</vt:lpstr>
      <vt:lpstr>React Project</vt:lpstr>
      <vt:lpstr>Creating an React Project</vt:lpstr>
      <vt:lpstr>Creating a new React application</vt:lpstr>
      <vt:lpstr>Running your new React application</vt:lpstr>
      <vt:lpstr>Creating a new React application</vt:lpstr>
      <vt:lpstr>Changing the Server Port</vt:lpstr>
      <vt:lpstr>Project Files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006-react-crashcourse-overview.pdf</dc:title>
  <dc:subject>luv2code</dc:subject>
  <dc:creator>www.luv2code.com</dc:creator>
  <cp:keywords>luv2code</cp:keywords>
  <cp:lastModifiedBy>Syed Nouman Ali Shah</cp:lastModifiedBy>
  <cp:revision>20</cp:revision>
  <dcterms:created xsi:type="dcterms:W3CDTF">2025-09-25T08:49:05Z</dcterms:created>
  <dcterms:modified xsi:type="dcterms:W3CDTF">2025-09-25T08:52:57Z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2022-11-14T00:00:00Z</vt:filetime>
  </property>
  <property fmtid="{D5CDD505-2E9C-101B-9397-08002B2CF9AE}" pid="3" name="Creator">
    <vt:lpwstr>luv2code</vt:lpwstr>
  </property>
  <property fmtid="{D5CDD505-2E9C-101B-9397-08002B2CF9AE}" pid="4" name="LastSaved">
    <vt:filetime>2025-09-25T00:00:00Z</vt:filetime>
  </property>
  <property fmtid="{D5CDD505-2E9C-101B-9397-08002B2CF9AE}" pid="5" name="Producer">
    <vt:lpwstr>macOS Version 12.2.1 (Build 21D62) Quartz PDFContext</vt:lpwstr>
  </property>
</Properties>
</file>