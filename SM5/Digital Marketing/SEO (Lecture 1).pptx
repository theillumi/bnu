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colors16.xml" ContentType="application/vnd.openxmlformats-officedocument.drawingml.diagramColors+xml"/>
  <Override PartName="/ppt/diagrams/colors17.xml" ContentType="application/vnd.openxmlformats-officedocument.drawingml.diagramColors+xml"/>
  <Override PartName="/ppt/diagrams/colors18.xml" ContentType="application/vnd.openxmlformats-officedocument.drawingml.diagramColors+xml"/>
  <Override PartName="/ppt/diagrams/colors19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drawing16.xml" ContentType="application/vnd.ms-office.drawingml.diagramDrawing+xml"/>
  <Override PartName="/ppt/diagrams/drawing17.xml" ContentType="application/vnd.ms-office.drawingml.diagramDrawing+xml"/>
  <Override PartName="/ppt/diagrams/drawing18.xml" ContentType="application/vnd.ms-office.drawingml.diagramDrawing+xml"/>
  <Override PartName="/ppt/diagrams/drawing19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layout16.xml" ContentType="application/vnd.openxmlformats-officedocument.drawingml.diagramLayout+xml"/>
  <Override PartName="/ppt/diagrams/layout17.xml" ContentType="application/vnd.openxmlformats-officedocument.drawingml.diagramLayout+xml"/>
  <Override PartName="/ppt/diagrams/layout18.xml" ContentType="application/vnd.openxmlformats-officedocument.drawingml.diagramLayout+xml"/>
  <Override PartName="/ppt/diagrams/layout19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18.xml" ContentType="application/vnd.openxmlformats-officedocument.drawingml.diagramStyle+xml"/>
  <Override PartName="/ppt/diagrams/quickStyle19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fonts/font1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532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19" r:id="rId20"/>
    <p:sldId id="520" r:id="rId21"/>
    <p:sldId id="521" r:id="rId22"/>
    <p:sldId id="522" r:id="rId23"/>
    <p:sldId id="523" r:id="rId24"/>
    <p:sldId id="524" r:id="rId25"/>
    <p:sldId id="537" r:id="rId26"/>
    <p:sldId id="538" r:id="rId27"/>
    <p:sldId id="539" r:id="rId28"/>
    <p:sldId id="540" r:id="rId29"/>
    <p:sldId id="541" r:id="rId30"/>
    <p:sldId id="542" r:id="rId31"/>
    <p:sldId id="543" r:id="rId32"/>
    <p:sldId id="544" r:id="rId33"/>
    <p:sldId id="545" r:id="rId34"/>
    <p:sldId id="554" r:id="rId35"/>
  </p:sldIdLst>
  <p:sldSz cx="18288000" cy="10287000"/>
  <p:notesSz cx="6858000" cy="9144000"/>
  <p:embeddedFontLst>
    <p:embeddedFont>
      <p:font typeface="Clear Sans" panose="020B05030302020203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04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font" Target="fonts/font1.fntdata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ata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svg"/><Relationship Id="rId5" Type="http://schemas.openxmlformats.org/officeDocument/2006/relationships/image" Target="../media/image12.png"/><Relationship Id="rId4" Type="http://schemas.openxmlformats.org/officeDocument/2006/relationships/image" Target="../media/image2.svg"/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image" Target="../media/image10.png"/></Relationships>
</file>

<file path=ppt/diagrams/_rels/data16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svg"/><Relationship Id="rId5" Type="http://schemas.openxmlformats.org/officeDocument/2006/relationships/image" Target="../media/image14.png"/><Relationship Id="rId4" Type="http://schemas.openxmlformats.org/officeDocument/2006/relationships/image" Target="../media/image2.svg"/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13.png"/></Relationships>
</file>

<file path=ppt/diagrams/_rels/data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svg"/><Relationship Id="rId5" Type="http://schemas.openxmlformats.org/officeDocument/2006/relationships/image" Target="../media/image17.png"/><Relationship Id="rId4" Type="http://schemas.openxmlformats.org/officeDocument/2006/relationships/image" Target="../media/image7.svg"/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image" Target="../media/image15.png"/></Relationships>
</file>

<file path=ppt/diagrams/_rels/data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svg"/><Relationship Id="rId5" Type="http://schemas.openxmlformats.org/officeDocument/2006/relationships/image" Target="../media/image20.png"/><Relationship Id="rId4" Type="http://schemas.openxmlformats.org/officeDocument/2006/relationships/image" Target="../media/image10.svg"/><Relationship Id="rId3" Type="http://schemas.openxmlformats.org/officeDocument/2006/relationships/image" Target="../media/image19.png"/><Relationship Id="rId2" Type="http://schemas.openxmlformats.org/officeDocument/2006/relationships/image" Target="../media/image9.svg"/><Relationship Id="rId1" Type="http://schemas.openxmlformats.org/officeDocument/2006/relationships/image" Target="../media/image18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svg"/><Relationship Id="rId5" Type="http://schemas.openxmlformats.org/officeDocument/2006/relationships/image" Target="../media/image12.png"/><Relationship Id="rId4" Type="http://schemas.openxmlformats.org/officeDocument/2006/relationships/image" Target="../media/image2.svg"/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image" Target="../media/image10.png"/></Relationships>
</file>

<file path=ppt/diagrams/_rels/drawing16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svg"/><Relationship Id="rId5" Type="http://schemas.openxmlformats.org/officeDocument/2006/relationships/image" Target="../media/image14.png"/><Relationship Id="rId4" Type="http://schemas.openxmlformats.org/officeDocument/2006/relationships/image" Target="../media/image2.svg"/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13.png"/></Relationships>
</file>

<file path=ppt/diagrams/_rels/drawing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svg"/><Relationship Id="rId5" Type="http://schemas.openxmlformats.org/officeDocument/2006/relationships/image" Target="../media/image17.png"/><Relationship Id="rId4" Type="http://schemas.openxmlformats.org/officeDocument/2006/relationships/image" Target="../media/image7.svg"/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image" Target="../media/image15.png"/></Relationships>
</file>

<file path=ppt/diagrams/_rels/drawing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svg"/><Relationship Id="rId5" Type="http://schemas.openxmlformats.org/officeDocument/2006/relationships/image" Target="../media/image20.png"/><Relationship Id="rId4" Type="http://schemas.openxmlformats.org/officeDocument/2006/relationships/image" Target="../media/image10.svg"/><Relationship Id="rId3" Type="http://schemas.openxmlformats.org/officeDocument/2006/relationships/image" Target="../media/image19.png"/><Relationship Id="rId2" Type="http://schemas.openxmlformats.org/officeDocument/2006/relationships/image" Target="../media/image9.sv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5B844-0853-48A6-89BD-6BBF5975C3A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3D410C2-B5A9-44E9-AEBE-A629A9161B67}">
      <dgm:prSet/>
      <dgm:spPr/>
      <dgm:t>
        <a:bodyPr/>
        <a:lstStyle/>
        <a:p>
          <a:r>
            <a:rPr lang="en-US"/>
            <a:t>Aligning Digital Presence with Business Objectives</a:t>
          </a:r>
        </a:p>
      </dgm:t>
    </dgm:pt>
    <dgm:pt modelId="{698A0AF1-997C-4421-AC28-07D09B26451C}" cxnId="{193DA4C9-9964-48CB-8A06-EEEC38C3C948}" type="parTrans">
      <dgm:prSet/>
      <dgm:spPr/>
      <dgm:t>
        <a:bodyPr/>
        <a:lstStyle/>
        <a:p>
          <a:endParaRPr lang="en-US"/>
        </a:p>
      </dgm:t>
    </dgm:pt>
    <dgm:pt modelId="{2441795A-551F-42CD-9141-83B07F0468FE}" cxnId="{193DA4C9-9964-48CB-8A06-EEEC38C3C948}" type="sibTrans">
      <dgm:prSet/>
      <dgm:spPr/>
      <dgm:t>
        <a:bodyPr/>
        <a:lstStyle/>
        <a:p>
          <a:endParaRPr lang="en-US"/>
        </a:p>
      </dgm:t>
    </dgm:pt>
    <dgm:pt modelId="{F63A5668-FC7B-4CD1-AA52-C56321BA491E}">
      <dgm:prSet/>
      <dgm:spPr/>
      <dgm:t>
        <a:bodyPr/>
        <a:lstStyle/>
        <a:p>
          <a:r>
            <a:rPr lang="en-US"/>
            <a:t>Examples of Alignment:</a:t>
          </a:r>
        </a:p>
      </dgm:t>
    </dgm:pt>
    <dgm:pt modelId="{2B3E953A-13C7-4F2F-A253-F79C36039B11}" cxnId="{C40FBE25-22B7-4754-A5D7-C1BFD3B794BD}" type="parTrans">
      <dgm:prSet/>
      <dgm:spPr/>
      <dgm:t>
        <a:bodyPr/>
        <a:lstStyle/>
        <a:p>
          <a:endParaRPr lang="en-US"/>
        </a:p>
      </dgm:t>
    </dgm:pt>
    <dgm:pt modelId="{E101975E-B835-40CE-9046-1CEEED4C8DEA}" cxnId="{C40FBE25-22B7-4754-A5D7-C1BFD3B794BD}" type="sibTrans">
      <dgm:prSet/>
      <dgm:spPr/>
      <dgm:t>
        <a:bodyPr/>
        <a:lstStyle/>
        <a:p>
          <a:endParaRPr lang="en-US"/>
        </a:p>
      </dgm:t>
    </dgm:pt>
    <dgm:pt modelId="{6DF96DFD-81FF-4EE9-818B-67139D4B4B1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/>
            <a:t/>
          </a:r>
          <a:endParaRPr lang="en-US"/>
        </a:p>
      </dgm:t>
    </dgm:pt>
    <dgm:pt modelId="{EBC8351F-1763-468E-8FF1-9D31BB2A6D64}" cxnId="{9DFF232D-B5AD-4A67-91A8-4B1F8C4E65DF}" type="parTrans">
      <dgm:prSet/>
      <dgm:spPr/>
      <dgm:t>
        <a:bodyPr/>
        <a:lstStyle/>
        <a:p>
          <a:endParaRPr lang="en-US"/>
        </a:p>
      </dgm:t>
    </dgm:pt>
    <dgm:pt modelId="{E3BC52CE-50B2-42E4-AE8F-78158D196EFA}" cxnId="{9DFF232D-B5AD-4A67-91A8-4B1F8C4E65DF}" type="sibTrans">
      <dgm:prSet/>
      <dgm:spPr/>
      <dgm:t>
        <a:bodyPr/>
        <a:lstStyle/>
        <a:p>
          <a:endParaRPr lang="en-US"/>
        </a:p>
      </dgm:t>
    </dgm:pt>
    <dgm:pt modelId="{A8B87355-B17D-4CC1-874E-375989E90E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/>
            <a:t>Increase Sales → Boost Website Traffic</a:t>
          </a:r>
          <a:r>
            <a:rPr lang="en-US"/>
            <a:t/>
          </a:r>
          <a:endParaRPr lang="en-US"/>
        </a:p>
      </dgm:t>
    </dgm:pt>
    <dgm:pt modelId="{65652DE8-2CDA-4B30-987A-913D1A65C84C}" cxnId="{C2FE3A4B-BA80-4027-989F-B244835F4BDA}" type="parTrans">
      <dgm:prSet/>
      <dgm:spPr/>
    </dgm:pt>
    <dgm:pt modelId="{FE961816-6BAA-445F-9F76-E536B6CE5606}" cxnId="{C2FE3A4B-BA80-4027-989F-B244835F4BDA}" type="sibTrans">
      <dgm:prSet/>
      <dgm:spPr/>
    </dgm:pt>
    <dgm:pt modelId="{99FF9EFA-3CBF-45B5-9E62-4ECFF7C69AE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/>
            <a:t>Brand Awareness → Social Media Engagement</a:t>
          </a:r>
          <a:r>
            <a:rPr lang="en-US"/>
            <a:t/>
          </a:r>
          <a:endParaRPr lang="en-US"/>
        </a:p>
      </dgm:t>
    </dgm:pt>
    <dgm:pt modelId="{D478C6A7-5498-444F-854C-6E6734DB6E16}" cxnId="{F09A5009-0C7A-4502-A0EF-0A82E8F7EFF0}" type="parTrans">
      <dgm:prSet/>
      <dgm:spPr/>
    </dgm:pt>
    <dgm:pt modelId="{91FA5290-B8A4-4806-9966-C09E8022CE6A}" cxnId="{F09A5009-0C7A-4502-A0EF-0A82E8F7EFF0}" type="sibTrans">
      <dgm:prSet/>
      <dgm:spPr/>
    </dgm:pt>
    <dgm:pt modelId="{A03F319D-2053-4D7B-8747-348697FF5D1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/>
            <a:t>Customer Support → Chatbot Integration</a:t>
          </a:r>
          <a:r>
            <a:rPr/>
            <a:t/>
          </a:r>
          <a:endParaRPr/>
        </a:p>
      </dgm:t>
    </dgm:pt>
    <dgm:pt modelId="{2361B6A3-DD4D-4D65-A8D8-801B2517452A}" cxnId="{11FD780E-254F-4F32-9F22-4E06378592C3}" type="parTrans">
      <dgm:prSet/>
      <dgm:spPr/>
    </dgm:pt>
    <dgm:pt modelId="{C7406189-A32D-43F6-A064-103E26BC0CFA}" cxnId="{11FD780E-254F-4F32-9F22-4E06378592C3}" type="sibTrans">
      <dgm:prSet/>
      <dgm:spPr/>
    </dgm:pt>
    <dgm:pt modelId="{B00EC3EC-FA67-6E4A-B5A8-6BBC89DBC64C}" type="pres">
      <dgm:prSet presAssocID="{DF95B844-0853-48A6-89BD-6BBF5975C3AF}" presName="linear" presStyleCnt="0">
        <dgm:presLayoutVars>
          <dgm:animLvl val="lvl"/>
          <dgm:resizeHandles val="exact"/>
        </dgm:presLayoutVars>
      </dgm:prSet>
      <dgm:spPr/>
    </dgm:pt>
    <dgm:pt modelId="{4D846E24-408D-8C44-B654-2CF8BCC4B1D4}" type="pres">
      <dgm:prSet presAssocID="{23D410C2-B5A9-44E9-AEBE-A629A9161B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B7D04F3-B53C-E341-B697-64776CD855AD}" type="pres">
      <dgm:prSet presAssocID="{2441795A-551F-42CD-9141-83B07F0468FE}" presName="spacer" presStyleCnt="0"/>
      <dgm:spPr/>
    </dgm:pt>
    <dgm:pt modelId="{04C3949D-5943-B349-8600-E63B7C3C4B43}" type="pres">
      <dgm:prSet presAssocID="{F63A5668-FC7B-4CD1-AA52-C56321BA491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715E8A3-FDB9-6244-BD39-C7D1A2305E4F}" type="pres">
      <dgm:prSet presAssocID="{F63A5668-FC7B-4CD1-AA52-C56321BA491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93DA4C9-9964-48CB-8A06-EEEC38C3C948}" srcId="{DF95B844-0853-48A6-89BD-6BBF5975C3AF}" destId="{23D410C2-B5A9-44E9-AEBE-A629A9161B67}" srcOrd="0" destOrd="0" parTransId="{698A0AF1-997C-4421-AC28-07D09B26451C}" sibTransId="{2441795A-551F-42CD-9141-83B07F0468FE}"/>
    <dgm:cxn modelId="{C40FBE25-22B7-4754-A5D7-C1BFD3B794BD}" srcId="{DF95B844-0853-48A6-89BD-6BBF5975C3AF}" destId="{F63A5668-FC7B-4CD1-AA52-C56321BA491E}" srcOrd="1" destOrd="0" parTransId="{2B3E953A-13C7-4F2F-A253-F79C36039B11}" sibTransId="{E101975E-B835-40CE-9046-1CEEED4C8DEA}"/>
    <dgm:cxn modelId="{9DFF232D-B5AD-4A67-91A8-4B1F8C4E65DF}" srcId="{F63A5668-FC7B-4CD1-AA52-C56321BA491E}" destId="{6DF96DFD-81FF-4EE9-818B-67139D4B4B12}" srcOrd="0" destOrd="1" parTransId="{EBC8351F-1763-468E-8FF1-9D31BB2A6D64}" sibTransId="{E3BC52CE-50B2-42E4-AE8F-78158D196EFA}"/>
    <dgm:cxn modelId="{C2FE3A4B-BA80-4027-989F-B244835F4BDA}" srcId="{F63A5668-FC7B-4CD1-AA52-C56321BA491E}" destId="{A8B87355-B17D-4CC1-874E-375989E90E3C}" srcOrd="1" destOrd="1" parTransId="{65652DE8-2CDA-4B30-987A-913D1A65C84C}" sibTransId="{FE961816-6BAA-445F-9F76-E536B6CE5606}"/>
    <dgm:cxn modelId="{F09A5009-0C7A-4502-A0EF-0A82E8F7EFF0}" srcId="{F63A5668-FC7B-4CD1-AA52-C56321BA491E}" destId="{99FF9EFA-3CBF-45B5-9E62-4ECFF7C69AEB}" srcOrd="2" destOrd="1" parTransId="{D478C6A7-5498-444F-854C-6E6734DB6E16}" sibTransId="{91FA5290-B8A4-4806-9966-C09E8022CE6A}"/>
    <dgm:cxn modelId="{11FD780E-254F-4F32-9F22-4E06378592C3}" srcId="{F63A5668-FC7B-4CD1-AA52-C56321BA491E}" destId="{A03F319D-2053-4D7B-8747-348697FF5D12}" srcOrd="3" destOrd="1" parTransId="{2361B6A3-DD4D-4D65-A8D8-801B2517452A}" sibTransId="{C7406189-A32D-43F6-A064-103E26BC0CFA}"/>
    <dgm:cxn modelId="{1F2A87F8-3143-417C-8A48-B9DB0336100F}" type="presOf" srcId="{DF95B844-0853-48A6-89BD-6BBF5975C3AF}" destId="{B00EC3EC-FA67-6E4A-B5A8-6BBC89DBC64C}" srcOrd="0" destOrd="0" presId="urn:microsoft.com/office/officeart/2005/8/layout/vList2"/>
    <dgm:cxn modelId="{858F5F18-B28B-435C-A6B8-CD035B0EF0FF}" type="presParOf" srcId="{B00EC3EC-FA67-6E4A-B5A8-6BBC89DBC64C}" destId="{4D846E24-408D-8C44-B654-2CF8BCC4B1D4}" srcOrd="0" destOrd="0" presId="urn:microsoft.com/office/officeart/2005/8/layout/vList2"/>
    <dgm:cxn modelId="{2799242A-86D2-46A6-B2AE-FCAC90B167DA}" type="presOf" srcId="{23D410C2-B5A9-44E9-AEBE-A629A9161B67}" destId="{4D846E24-408D-8C44-B654-2CF8BCC4B1D4}" srcOrd="0" destOrd="0" presId="urn:microsoft.com/office/officeart/2005/8/layout/vList2"/>
    <dgm:cxn modelId="{D07F2395-E3B2-43A5-8A60-B5BCD204742F}" type="presParOf" srcId="{B00EC3EC-FA67-6E4A-B5A8-6BBC89DBC64C}" destId="{2B7D04F3-B53C-E341-B697-64776CD855AD}" srcOrd="1" destOrd="0" presId="urn:microsoft.com/office/officeart/2005/8/layout/vList2"/>
    <dgm:cxn modelId="{42878DDB-DD92-4B7A-A363-3AE413A3A8F4}" type="presParOf" srcId="{B00EC3EC-FA67-6E4A-B5A8-6BBC89DBC64C}" destId="{04C3949D-5943-B349-8600-E63B7C3C4B43}" srcOrd="2" destOrd="0" presId="urn:microsoft.com/office/officeart/2005/8/layout/vList2"/>
    <dgm:cxn modelId="{111A8A77-C6A2-446F-9020-8B7C0DEAA086}" type="presOf" srcId="{F63A5668-FC7B-4CD1-AA52-C56321BA491E}" destId="{04C3949D-5943-B349-8600-E63B7C3C4B43}" srcOrd="0" destOrd="0" presId="urn:microsoft.com/office/officeart/2005/8/layout/vList2"/>
    <dgm:cxn modelId="{4F07E289-85A3-47D3-9070-03113F2B5465}" type="presParOf" srcId="{B00EC3EC-FA67-6E4A-B5A8-6BBC89DBC64C}" destId="{E715E8A3-FDB9-6244-BD39-C7D1A2305E4F}" srcOrd="3" destOrd="0" presId="urn:microsoft.com/office/officeart/2005/8/layout/vList2"/>
    <dgm:cxn modelId="{F4BC2D34-A428-49C2-AB2D-DFD19BE5C18C}" type="presOf" srcId="{6DF96DFD-81FF-4EE9-818B-67139D4B4B12}" destId="{E715E8A3-FDB9-6244-BD39-C7D1A2305E4F}" srcOrd="0" destOrd="0" presId="urn:microsoft.com/office/officeart/2005/8/layout/vList2"/>
    <dgm:cxn modelId="{D9143738-4AF6-47BD-9206-CDD5F04F6AD3}" type="presOf" srcId="{A8B87355-B17D-4CC1-874E-375989E90E3C}" destId="{E715E8A3-FDB9-6244-BD39-C7D1A2305E4F}" srcOrd="0" destOrd="1" presId="urn:microsoft.com/office/officeart/2005/8/layout/vList2"/>
    <dgm:cxn modelId="{B8FD6684-C8C6-434C-A562-66F31FBCF0DD}" type="presOf" srcId="{99FF9EFA-3CBF-45B5-9E62-4ECFF7C69AEB}" destId="{E715E8A3-FDB9-6244-BD39-C7D1A2305E4F}" srcOrd="0" destOrd="2" presId="urn:microsoft.com/office/officeart/2005/8/layout/vList2"/>
    <dgm:cxn modelId="{2E15D930-0ADB-41A5-B37A-06675D8C2490}" type="presOf" srcId="{A03F319D-2053-4D7B-8747-348697FF5D12}" destId="{E715E8A3-FDB9-6244-BD39-C7D1A2305E4F}" srcOrd="0" destOrd="3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4E7F37-576F-4233-9243-12D9715F8AA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06794C-0554-4594-A920-63C1D4C1E2ED}">
      <dgm:prSet/>
      <dgm:spPr/>
      <dgm:t>
        <a:bodyPr/>
        <a:lstStyle/>
        <a:p>
          <a:r>
            <a:rPr lang="en-US" b="1"/>
            <a:t>Short-Term Goals:</a:t>
          </a:r>
          <a:endParaRPr lang="en-US"/>
        </a:p>
      </dgm:t>
    </dgm:pt>
    <dgm:pt modelId="{F3DF6900-6DC0-484F-8A60-FB2F1BB4BE95}" cxnId="{C217C11F-F667-4128-A3DA-16A4972F13A4}" type="parTrans">
      <dgm:prSet/>
      <dgm:spPr/>
      <dgm:t>
        <a:bodyPr/>
        <a:lstStyle/>
        <a:p>
          <a:endParaRPr lang="en-US"/>
        </a:p>
      </dgm:t>
    </dgm:pt>
    <dgm:pt modelId="{4EF067E9-9D62-4C66-A8E5-6F6656BC0879}" cxnId="{C217C11F-F667-4128-A3DA-16A4972F13A4}" type="sibTrans">
      <dgm:prSet/>
      <dgm:spPr/>
      <dgm:t>
        <a:bodyPr/>
        <a:lstStyle/>
        <a:p>
          <a:endParaRPr lang="en-US"/>
        </a:p>
      </dgm:t>
    </dgm:pt>
    <dgm:pt modelId="{BCAFAF3D-16A6-4DDF-AFA4-62638206A207}">
      <dgm:prSet/>
      <dgm:spPr/>
      <dgm:t>
        <a:bodyPr/>
        <a:lstStyle/>
        <a:p>
          <a:r>
            <a:rPr lang="en-US"/>
            <a:t>Social Media Account Setup</a:t>
          </a:r>
        </a:p>
      </dgm:t>
    </dgm:pt>
    <dgm:pt modelId="{0883C26C-91CA-4985-AAF7-081F3D59AD3B}" cxnId="{C8131FAE-6D4E-4A0E-BFC3-ACEF008D7196}" type="parTrans">
      <dgm:prSet/>
      <dgm:spPr/>
      <dgm:t>
        <a:bodyPr/>
        <a:lstStyle/>
        <a:p>
          <a:endParaRPr lang="en-US"/>
        </a:p>
      </dgm:t>
    </dgm:pt>
    <dgm:pt modelId="{79EC489F-4DF2-4969-9381-5E03058EA982}" cxnId="{C8131FAE-6D4E-4A0E-BFC3-ACEF008D7196}" type="sibTrans">
      <dgm:prSet/>
      <dgm:spPr/>
      <dgm:t>
        <a:bodyPr/>
        <a:lstStyle/>
        <a:p>
          <a:endParaRPr lang="en-US"/>
        </a:p>
      </dgm:t>
    </dgm:pt>
    <dgm:pt modelId="{1280A40D-A237-4938-83F8-227D99A35624}">
      <dgm:prSet/>
      <dgm:spPr/>
      <dgm:t>
        <a:bodyPr/>
        <a:lstStyle/>
        <a:p>
          <a:r>
            <a:rPr lang="en-US"/>
            <a:t>Initial Website Launch</a:t>
          </a:r>
        </a:p>
      </dgm:t>
    </dgm:pt>
    <dgm:pt modelId="{DEF5BC9C-5CF9-406A-94CC-D5F01D865B85}" cxnId="{6AEF62C0-7E91-4A9B-98D0-301BD6E07CDF}" type="parTrans">
      <dgm:prSet/>
      <dgm:spPr/>
      <dgm:t>
        <a:bodyPr/>
        <a:lstStyle/>
        <a:p>
          <a:endParaRPr lang="en-US"/>
        </a:p>
      </dgm:t>
    </dgm:pt>
    <dgm:pt modelId="{9B085D4C-DCEB-4C86-9892-C409072872A2}" cxnId="{6AEF62C0-7E91-4A9B-98D0-301BD6E07CDF}" type="sibTrans">
      <dgm:prSet/>
      <dgm:spPr/>
      <dgm:t>
        <a:bodyPr/>
        <a:lstStyle/>
        <a:p>
          <a:endParaRPr lang="en-US"/>
        </a:p>
      </dgm:t>
    </dgm:pt>
    <dgm:pt modelId="{032BCFEA-3712-4403-8E44-7900B21518DC}">
      <dgm:prSet/>
      <dgm:spPr/>
      <dgm:t>
        <a:bodyPr/>
        <a:lstStyle/>
        <a:p>
          <a:r>
            <a:rPr lang="en-US"/>
            <a:t>Email List Creation</a:t>
          </a:r>
        </a:p>
      </dgm:t>
    </dgm:pt>
    <dgm:pt modelId="{BBD406E4-F553-4E50-A475-8EB2D8AF4A1E}" cxnId="{CCBDC5B0-3F5E-4DC3-B3CA-6DA18F65A2F0}" type="parTrans">
      <dgm:prSet/>
      <dgm:spPr/>
      <dgm:t>
        <a:bodyPr/>
        <a:lstStyle/>
        <a:p>
          <a:endParaRPr lang="en-US"/>
        </a:p>
      </dgm:t>
    </dgm:pt>
    <dgm:pt modelId="{A16F9B93-3661-4945-99BA-808FC44F35A5}" cxnId="{CCBDC5B0-3F5E-4DC3-B3CA-6DA18F65A2F0}" type="sibTrans">
      <dgm:prSet/>
      <dgm:spPr/>
      <dgm:t>
        <a:bodyPr/>
        <a:lstStyle/>
        <a:p>
          <a:endParaRPr lang="en-US"/>
        </a:p>
      </dgm:t>
    </dgm:pt>
    <dgm:pt modelId="{CD8E5DAC-921C-4E90-A0D3-08685DFC7C49}">
      <dgm:prSet/>
      <dgm:spPr/>
      <dgm:t>
        <a:bodyPr/>
        <a:lstStyle/>
        <a:p>
          <a:r>
            <a:rPr lang="en-US" b="1"/>
            <a:t>Long-Term Goals:</a:t>
          </a:r>
          <a:endParaRPr lang="en-US"/>
        </a:p>
      </dgm:t>
    </dgm:pt>
    <dgm:pt modelId="{CB6BA7B2-849F-427A-B0D3-A7609BAD9734}" cxnId="{283CAFF1-3F60-41DF-9C58-6AC0A3D2912D}" type="parTrans">
      <dgm:prSet/>
      <dgm:spPr/>
      <dgm:t>
        <a:bodyPr/>
        <a:lstStyle/>
        <a:p>
          <a:endParaRPr lang="en-US"/>
        </a:p>
      </dgm:t>
    </dgm:pt>
    <dgm:pt modelId="{5CBCD365-484F-4343-AFFE-DB9F1321D841}" cxnId="{283CAFF1-3F60-41DF-9C58-6AC0A3D2912D}" type="sibTrans">
      <dgm:prSet/>
      <dgm:spPr/>
      <dgm:t>
        <a:bodyPr/>
        <a:lstStyle/>
        <a:p>
          <a:endParaRPr lang="en-US"/>
        </a:p>
      </dgm:t>
    </dgm:pt>
    <dgm:pt modelId="{F6FC0D93-F4ED-41D6-B7BC-2F341A7F827A}">
      <dgm:prSet/>
      <dgm:spPr/>
      <dgm:t>
        <a:bodyPr/>
        <a:lstStyle/>
        <a:p>
          <a:r>
            <a:rPr lang="en-US"/>
            <a:t>Brand Awareness</a:t>
          </a:r>
        </a:p>
      </dgm:t>
    </dgm:pt>
    <dgm:pt modelId="{2B25034B-8142-48F8-A81E-B69A1B5E2722}" cxnId="{492DE0AC-23DD-4772-BD77-E24D02996B35}" type="parTrans">
      <dgm:prSet/>
      <dgm:spPr/>
      <dgm:t>
        <a:bodyPr/>
        <a:lstStyle/>
        <a:p>
          <a:endParaRPr lang="en-US"/>
        </a:p>
      </dgm:t>
    </dgm:pt>
    <dgm:pt modelId="{9D544CCD-36BF-44F0-B74A-5AB536AB1B65}" cxnId="{492DE0AC-23DD-4772-BD77-E24D02996B35}" type="sibTrans">
      <dgm:prSet/>
      <dgm:spPr/>
      <dgm:t>
        <a:bodyPr/>
        <a:lstStyle/>
        <a:p>
          <a:endParaRPr lang="en-US"/>
        </a:p>
      </dgm:t>
    </dgm:pt>
    <dgm:pt modelId="{3332877A-9B6C-48FD-AC5A-389DCD503216}">
      <dgm:prSet/>
      <dgm:spPr/>
      <dgm:t>
        <a:bodyPr/>
        <a:lstStyle/>
        <a:p>
          <a:r>
            <a:rPr lang="en-US"/>
            <a:t>SEO Improvements</a:t>
          </a:r>
        </a:p>
      </dgm:t>
    </dgm:pt>
    <dgm:pt modelId="{A2A0289D-0FA5-4642-A565-C332BA5A3CC9}" cxnId="{51087C45-DC25-4FA0-A478-DD53F6B12136}" type="parTrans">
      <dgm:prSet/>
      <dgm:spPr/>
      <dgm:t>
        <a:bodyPr/>
        <a:lstStyle/>
        <a:p>
          <a:endParaRPr lang="en-US"/>
        </a:p>
      </dgm:t>
    </dgm:pt>
    <dgm:pt modelId="{C976CCE2-3695-4832-A860-4F74A53B5C5B}" cxnId="{51087C45-DC25-4FA0-A478-DD53F6B12136}" type="sibTrans">
      <dgm:prSet/>
      <dgm:spPr/>
      <dgm:t>
        <a:bodyPr/>
        <a:lstStyle/>
        <a:p>
          <a:endParaRPr lang="en-US"/>
        </a:p>
      </dgm:t>
    </dgm:pt>
    <dgm:pt modelId="{FC3B7382-815E-4518-9BCD-3665386AACD0}">
      <dgm:prSet/>
      <dgm:spPr/>
      <dgm:t>
        <a:bodyPr/>
        <a:lstStyle/>
        <a:p>
          <a:r>
            <a:rPr lang="en-US"/>
            <a:t>Customer Loyalty Programs</a:t>
          </a:r>
        </a:p>
      </dgm:t>
    </dgm:pt>
    <dgm:pt modelId="{65824596-70B6-4C38-A59E-C096DDB9E027}" cxnId="{BC00B59D-7922-4CB3-A2D5-F55FCC8431DA}" type="parTrans">
      <dgm:prSet/>
      <dgm:spPr/>
      <dgm:t>
        <a:bodyPr/>
        <a:lstStyle/>
        <a:p>
          <a:endParaRPr lang="en-US"/>
        </a:p>
      </dgm:t>
    </dgm:pt>
    <dgm:pt modelId="{C2BD6B6F-2C9A-47A7-875B-1E598DF9E251}" cxnId="{BC00B59D-7922-4CB3-A2D5-F55FCC8431DA}" type="sibTrans">
      <dgm:prSet/>
      <dgm:spPr/>
      <dgm:t>
        <a:bodyPr/>
        <a:lstStyle/>
        <a:p>
          <a:endParaRPr lang="en-US"/>
        </a:p>
      </dgm:t>
    </dgm:pt>
    <dgm:pt modelId="{0E0B4EF7-DB08-3648-8CB4-C4F9E3CF44EE}" type="pres">
      <dgm:prSet presAssocID="{A54E7F37-576F-4233-9243-12D9715F8AA1}" presName="linear" presStyleCnt="0">
        <dgm:presLayoutVars>
          <dgm:dir/>
          <dgm:animLvl val="lvl"/>
          <dgm:resizeHandles val="exact"/>
        </dgm:presLayoutVars>
      </dgm:prSet>
      <dgm:spPr/>
    </dgm:pt>
    <dgm:pt modelId="{0E86CD66-B7A8-4D4C-8439-BA09B35B1B30}" type="pres">
      <dgm:prSet presAssocID="{0606794C-0554-4594-A920-63C1D4C1E2ED}" presName="parentLin" presStyleCnt="0"/>
      <dgm:spPr/>
    </dgm:pt>
    <dgm:pt modelId="{2F2DD8E5-EDB5-7D44-89DD-DCD04A038009}" type="pres">
      <dgm:prSet presAssocID="{0606794C-0554-4594-A920-63C1D4C1E2ED}" presName="parentLeftMargin" presStyleLbl="node1" presStyleIdx="0" presStyleCnt="2"/>
      <dgm:spPr/>
    </dgm:pt>
    <dgm:pt modelId="{4D353C4B-3663-6946-86A6-78F319C74949}" type="pres">
      <dgm:prSet presAssocID="{0606794C-0554-4594-A920-63C1D4C1E2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7FF5089-13EF-814B-9C3E-F660325DB993}" type="pres">
      <dgm:prSet presAssocID="{0606794C-0554-4594-A920-63C1D4C1E2ED}" presName="negativeSpace" presStyleCnt="0"/>
      <dgm:spPr/>
    </dgm:pt>
    <dgm:pt modelId="{4E5240D7-A366-1A43-9F92-A7C4632F5117}" type="pres">
      <dgm:prSet presAssocID="{0606794C-0554-4594-A920-63C1D4C1E2ED}" presName="childText" presStyleLbl="conFgAcc1" presStyleIdx="0" presStyleCnt="2">
        <dgm:presLayoutVars>
          <dgm:bulletEnabled val="1"/>
        </dgm:presLayoutVars>
      </dgm:prSet>
      <dgm:spPr/>
    </dgm:pt>
    <dgm:pt modelId="{7C5BD417-EE67-B14D-BD04-7F8C7847E18B}" type="pres">
      <dgm:prSet presAssocID="{4EF067E9-9D62-4C66-A8E5-6F6656BC0879}" presName="spaceBetweenRectangles" presStyleCnt="0"/>
      <dgm:spPr/>
    </dgm:pt>
    <dgm:pt modelId="{9192902D-D37A-444B-8DAD-17F2410B9D83}" type="pres">
      <dgm:prSet presAssocID="{CD8E5DAC-921C-4E90-A0D3-08685DFC7C49}" presName="parentLin" presStyleCnt="0"/>
      <dgm:spPr/>
    </dgm:pt>
    <dgm:pt modelId="{96DD7A5F-5B68-544A-BDE0-19844D5790F5}" type="pres">
      <dgm:prSet presAssocID="{CD8E5DAC-921C-4E90-A0D3-08685DFC7C49}" presName="parentLeftMargin" presStyleLbl="node1" presStyleIdx="0" presStyleCnt="2"/>
      <dgm:spPr/>
    </dgm:pt>
    <dgm:pt modelId="{D4B96F58-93AD-274A-A7BF-CFEC248C726C}" type="pres">
      <dgm:prSet presAssocID="{CD8E5DAC-921C-4E90-A0D3-08685DFC7C4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2EF3D9A-649F-B347-A34E-599306AAF3F0}" type="pres">
      <dgm:prSet presAssocID="{CD8E5DAC-921C-4E90-A0D3-08685DFC7C49}" presName="negativeSpace" presStyleCnt="0"/>
      <dgm:spPr/>
    </dgm:pt>
    <dgm:pt modelId="{2A5E8CBC-C3BE-E44C-A975-C6B1A01B7405}" type="pres">
      <dgm:prSet presAssocID="{CD8E5DAC-921C-4E90-A0D3-08685DFC7C4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1F5181B-9D91-7045-8B78-2B3DA24E6F6B}" type="presOf" srcId="{0606794C-0554-4594-A920-63C1D4C1E2ED}" destId="{2F2DD8E5-EDB5-7D44-89DD-DCD04A038009}" srcOrd="0" destOrd="0" presId="urn:microsoft.com/office/officeart/2005/8/layout/list1"/>
    <dgm:cxn modelId="{C217C11F-F667-4128-A3DA-16A4972F13A4}" srcId="{A54E7F37-576F-4233-9243-12D9715F8AA1}" destId="{0606794C-0554-4594-A920-63C1D4C1E2ED}" srcOrd="0" destOrd="0" parTransId="{F3DF6900-6DC0-484F-8A60-FB2F1BB4BE95}" sibTransId="{4EF067E9-9D62-4C66-A8E5-6F6656BC0879}"/>
    <dgm:cxn modelId="{48A1462F-00D0-AD49-B85A-180F4E36E6D9}" type="presOf" srcId="{A54E7F37-576F-4233-9243-12D9715F8AA1}" destId="{0E0B4EF7-DB08-3648-8CB4-C4F9E3CF44EE}" srcOrd="0" destOrd="0" presId="urn:microsoft.com/office/officeart/2005/8/layout/list1"/>
    <dgm:cxn modelId="{F4B24E3D-7EC2-2D45-9483-1DD6CB11F1CC}" type="presOf" srcId="{F6FC0D93-F4ED-41D6-B7BC-2F341A7F827A}" destId="{2A5E8CBC-C3BE-E44C-A975-C6B1A01B7405}" srcOrd="0" destOrd="0" presId="urn:microsoft.com/office/officeart/2005/8/layout/list1"/>
    <dgm:cxn modelId="{51087C45-DC25-4FA0-A478-DD53F6B12136}" srcId="{CD8E5DAC-921C-4E90-A0D3-08685DFC7C49}" destId="{3332877A-9B6C-48FD-AC5A-389DCD503216}" srcOrd="1" destOrd="0" parTransId="{A2A0289D-0FA5-4642-A565-C332BA5A3CC9}" sibTransId="{C976CCE2-3695-4832-A860-4F74A53B5C5B}"/>
    <dgm:cxn modelId="{0D969A50-C85E-F647-89B0-C2F365487D37}" type="presOf" srcId="{BCAFAF3D-16A6-4DDF-AFA4-62638206A207}" destId="{4E5240D7-A366-1A43-9F92-A7C4632F5117}" srcOrd="0" destOrd="0" presId="urn:microsoft.com/office/officeart/2005/8/layout/list1"/>
    <dgm:cxn modelId="{0E51C58A-C488-8641-830D-33350E9DBB00}" type="presOf" srcId="{CD8E5DAC-921C-4E90-A0D3-08685DFC7C49}" destId="{96DD7A5F-5B68-544A-BDE0-19844D5790F5}" srcOrd="0" destOrd="0" presId="urn:microsoft.com/office/officeart/2005/8/layout/list1"/>
    <dgm:cxn modelId="{58F8BB8B-7C64-5546-9FCD-2E30F59F79A3}" type="presOf" srcId="{0606794C-0554-4594-A920-63C1D4C1E2ED}" destId="{4D353C4B-3663-6946-86A6-78F319C74949}" srcOrd="1" destOrd="0" presId="urn:microsoft.com/office/officeart/2005/8/layout/list1"/>
    <dgm:cxn modelId="{BC00B59D-7922-4CB3-A2D5-F55FCC8431DA}" srcId="{CD8E5DAC-921C-4E90-A0D3-08685DFC7C49}" destId="{FC3B7382-815E-4518-9BCD-3665386AACD0}" srcOrd="2" destOrd="0" parTransId="{65824596-70B6-4C38-A59E-C096DDB9E027}" sibTransId="{C2BD6B6F-2C9A-47A7-875B-1E598DF9E251}"/>
    <dgm:cxn modelId="{492DE0AC-23DD-4772-BD77-E24D02996B35}" srcId="{CD8E5DAC-921C-4E90-A0D3-08685DFC7C49}" destId="{F6FC0D93-F4ED-41D6-B7BC-2F341A7F827A}" srcOrd="0" destOrd="0" parTransId="{2B25034B-8142-48F8-A81E-B69A1B5E2722}" sibTransId="{9D544CCD-36BF-44F0-B74A-5AB536AB1B65}"/>
    <dgm:cxn modelId="{C8131FAE-6D4E-4A0E-BFC3-ACEF008D7196}" srcId="{0606794C-0554-4594-A920-63C1D4C1E2ED}" destId="{BCAFAF3D-16A6-4DDF-AFA4-62638206A207}" srcOrd="0" destOrd="0" parTransId="{0883C26C-91CA-4985-AAF7-081F3D59AD3B}" sibTransId="{79EC489F-4DF2-4969-9381-5E03058EA982}"/>
    <dgm:cxn modelId="{CCBDC5B0-3F5E-4DC3-B3CA-6DA18F65A2F0}" srcId="{0606794C-0554-4594-A920-63C1D4C1E2ED}" destId="{032BCFEA-3712-4403-8E44-7900B21518DC}" srcOrd="2" destOrd="0" parTransId="{BBD406E4-F553-4E50-A475-8EB2D8AF4A1E}" sibTransId="{A16F9B93-3661-4945-99BA-808FC44F35A5}"/>
    <dgm:cxn modelId="{6AEF62C0-7E91-4A9B-98D0-301BD6E07CDF}" srcId="{0606794C-0554-4594-A920-63C1D4C1E2ED}" destId="{1280A40D-A237-4938-83F8-227D99A35624}" srcOrd="1" destOrd="0" parTransId="{DEF5BC9C-5CF9-406A-94CC-D5F01D865B85}" sibTransId="{9B085D4C-DCEB-4C86-9892-C409072872A2}"/>
    <dgm:cxn modelId="{A8C3AFC5-A3C9-F34F-9633-F86A2AD01BD1}" type="presOf" srcId="{3332877A-9B6C-48FD-AC5A-389DCD503216}" destId="{2A5E8CBC-C3BE-E44C-A975-C6B1A01B7405}" srcOrd="0" destOrd="1" presId="urn:microsoft.com/office/officeart/2005/8/layout/list1"/>
    <dgm:cxn modelId="{C9B563D2-C321-AF4D-8129-2BF335BD60C8}" type="presOf" srcId="{FC3B7382-815E-4518-9BCD-3665386AACD0}" destId="{2A5E8CBC-C3BE-E44C-A975-C6B1A01B7405}" srcOrd="0" destOrd="2" presId="urn:microsoft.com/office/officeart/2005/8/layout/list1"/>
    <dgm:cxn modelId="{11CA91E2-9594-2E45-9C0F-BF83F481FDA8}" type="presOf" srcId="{032BCFEA-3712-4403-8E44-7900B21518DC}" destId="{4E5240D7-A366-1A43-9F92-A7C4632F5117}" srcOrd="0" destOrd="2" presId="urn:microsoft.com/office/officeart/2005/8/layout/list1"/>
    <dgm:cxn modelId="{283CAFF1-3F60-41DF-9C58-6AC0A3D2912D}" srcId="{A54E7F37-576F-4233-9243-12D9715F8AA1}" destId="{CD8E5DAC-921C-4E90-A0D3-08685DFC7C49}" srcOrd="1" destOrd="0" parTransId="{CB6BA7B2-849F-427A-B0D3-A7609BAD9734}" sibTransId="{5CBCD365-484F-4343-AFFE-DB9F1321D841}"/>
    <dgm:cxn modelId="{098E5BF7-F714-C143-A445-C1B964C95F11}" type="presOf" srcId="{CD8E5DAC-921C-4E90-A0D3-08685DFC7C49}" destId="{D4B96F58-93AD-274A-A7BF-CFEC248C726C}" srcOrd="1" destOrd="0" presId="urn:microsoft.com/office/officeart/2005/8/layout/list1"/>
    <dgm:cxn modelId="{7B0C11FC-0754-8841-8B45-07A4533B9414}" type="presOf" srcId="{1280A40D-A237-4938-83F8-227D99A35624}" destId="{4E5240D7-A366-1A43-9F92-A7C4632F5117}" srcOrd="0" destOrd="1" presId="urn:microsoft.com/office/officeart/2005/8/layout/list1"/>
    <dgm:cxn modelId="{7F0056EF-5097-0C47-9F2B-A1767407CA86}" type="presParOf" srcId="{0E0B4EF7-DB08-3648-8CB4-C4F9E3CF44EE}" destId="{0E86CD66-B7A8-4D4C-8439-BA09B35B1B30}" srcOrd="0" destOrd="0" presId="urn:microsoft.com/office/officeart/2005/8/layout/list1"/>
    <dgm:cxn modelId="{E21F9AEC-38DB-F244-B345-BEC39C78746B}" type="presParOf" srcId="{0E86CD66-B7A8-4D4C-8439-BA09B35B1B30}" destId="{2F2DD8E5-EDB5-7D44-89DD-DCD04A038009}" srcOrd="0" destOrd="0" presId="urn:microsoft.com/office/officeart/2005/8/layout/list1"/>
    <dgm:cxn modelId="{352D660A-F191-794B-9A82-413C0F04FF40}" type="presParOf" srcId="{0E86CD66-B7A8-4D4C-8439-BA09B35B1B30}" destId="{4D353C4B-3663-6946-86A6-78F319C74949}" srcOrd="1" destOrd="0" presId="urn:microsoft.com/office/officeart/2005/8/layout/list1"/>
    <dgm:cxn modelId="{E201EEFA-232E-104A-8729-3DAE3518F59F}" type="presParOf" srcId="{0E0B4EF7-DB08-3648-8CB4-C4F9E3CF44EE}" destId="{57FF5089-13EF-814B-9C3E-F660325DB993}" srcOrd="1" destOrd="0" presId="urn:microsoft.com/office/officeart/2005/8/layout/list1"/>
    <dgm:cxn modelId="{7519F3C3-31A6-BC4C-A70A-E2E9A94C4917}" type="presParOf" srcId="{0E0B4EF7-DB08-3648-8CB4-C4F9E3CF44EE}" destId="{4E5240D7-A366-1A43-9F92-A7C4632F5117}" srcOrd="2" destOrd="0" presId="urn:microsoft.com/office/officeart/2005/8/layout/list1"/>
    <dgm:cxn modelId="{1E25AD2F-34DA-C042-A946-81B1C143B467}" type="presParOf" srcId="{0E0B4EF7-DB08-3648-8CB4-C4F9E3CF44EE}" destId="{7C5BD417-EE67-B14D-BD04-7F8C7847E18B}" srcOrd="3" destOrd="0" presId="urn:microsoft.com/office/officeart/2005/8/layout/list1"/>
    <dgm:cxn modelId="{0819B40A-003B-D146-9643-212E25881666}" type="presParOf" srcId="{0E0B4EF7-DB08-3648-8CB4-C4F9E3CF44EE}" destId="{9192902D-D37A-444B-8DAD-17F2410B9D83}" srcOrd="4" destOrd="0" presId="urn:microsoft.com/office/officeart/2005/8/layout/list1"/>
    <dgm:cxn modelId="{0501BA06-4F66-B144-BDD9-C86A8BE71377}" type="presParOf" srcId="{9192902D-D37A-444B-8DAD-17F2410B9D83}" destId="{96DD7A5F-5B68-544A-BDE0-19844D5790F5}" srcOrd="0" destOrd="0" presId="urn:microsoft.com/office/officeart/2005/8/layout/list1"/>
    <dgm:cxn modelId="{0428E970-CB65-9848-BD60-8ADFE024A5EE}" type="presParOf" srcId="{9192902D-D37A-444B-8DAD-17F2410B9D83}" destId="{D4B96F58-93AD-274A-A7BF-CFEC248C726C}" srcOrd="1" destOrd="0" presId="urn:microsoft.com/office/officeart/2005/8/layout/list1"/>
    <dgm:cxn modelId="{D30C8DF2-8A66-E842-8C0A-7C89387317A1}" type="presParOf" srcId="{0E0B4EF7-DB08-3648-8CB4-C4F9E3CF44EE}" destId="{C2EF3D9A-649F-B347-A34E-599306AAF3F0}" srcOrd="5" destOrd="0" presId="urn:microsoft.com/office/officeart/2005/8/layout/list1"/>
    <dgm:cxn modelId="{C661A69A-9AFD-0B4A-A5D4-16A5B3E96159}" type="presParOf" srcId="{0E0B4EF7-DB08-3648-8CB4-C4F9E3CF44EE}" destId="{2A5E8CBC-C3BE-E44C-A975-C6B1A01B740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761669-84F2-4490-AEA4-0488084F00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78A195-2F7B-4E07-B5B7-A9318C62FE63}">
      <dgm:prSet/>
      <dgm:spPr/>
      <dgm:t>
        <a:bodyPr/>
        <a:lstStyle/>
        <a:p>
          <a:r>
            <a:rPr lang="en-US" b="1"/>
            <a:t>Specific:</a:t>
          </a:r>
          <a:r>
            <a:rPr lang="en-US"/>
            <a:t> Clear and well-defined objectives</a:t>
          </a:r>
        </a:p>
      </dgm:t>
    </dgm:pt>
    <dgm:pt modelId="{B7707F30-B515-4E2F-9972-CA13C1C6A695}" cxnId="{CDD04FBF-6239-4B0B-8E61-207D361E7F38}" type="parTrans">
      <dgm:prSet/>
      <dgm:spPr/>
      <dgm:t>
        <a:bodyPr/>
        <a:lstStyle/>
        <a:p>
          <a:endParaRPr lang="en-US"/>
        </a:p>
      </dgm:t>
    </dgm:pt>
    <dgm:pt modelId="{84831077-C1E1-4DF2-8355-10EA2A52EC42}" cxnId="{CDD04FBF-6239-4B0B-8E61-207D361E7F38}" type="sibTrans">
      <dgm:prSet/>
      <dgm:spPr/>
      <dgm:t>
        <a:bodyPr/>
        <a:lstStyle/>
        <a:p>
          <a:endParaRPr lang="en-US"/>
        </a:p>
      </dgm:t>
    </dgm:pt>
    <dgm:pt modelId="{39878536-8CC0-4B15-9188-1A53E153960B}">
      <dgm:prSet/>
      <dgm:spPr/>
      <dgm:t>
        <a:bodyPr/>
        <a:lstStyle/>
        <a:p>
          <a:r>
            <a:rPr lang="en-US" b="1"/>
            <a:t>Measurable:</a:t>
          </a:r>
          <a:r>
            <a:rPr lang="en-US"/>
            <a:t> Quantifiable targets</a:t>
          </a:r>
        </a:p>
      </dgm:t>
    </dgm:pt>
    <dgm:pt modelId="{BCA457D0-D0E8-4EAC-B17E-EEFBA90A4863}" cxnId="{96AF844A-BCD3-4324-A588-E01072C7A7AA}" type="parTrans">
      <dgm:prSet/>
      <dgm:spPr/>
      <dgm:t>
        <a:bodyPr/>
        <a:lstStyle/>
        <a:p>
          <a:endParaRPr lang="en-US"/>
        </a:p>
      </dgm:t>
    </dgm:pt>
    <dgm:pt modelId="{6473AD58-AA85-4EEE-8E34-CFF2BDA80199}" cxnId="{96AF844A-BCD3-4324-A588-E01072C7A7AA}" type="sibTrans">
      <dgm:prSet/>
      <dgm:spPr/>
      <dgm:t>
        <a:bodyPr/>
        <a:lstStyle/>
        <a:p>
          <a:endParaRPr lang="en-US"/>
        </a:p>
      </dgm:t>
    </dgm:pt>
    <dgm:pt modelId="{43890F6D-360D-4CCD-BD17-0A4F4D077900}">
      <dgm:prSet/>
      <dgm:spPr/>
      <dgm:t>
        <a:bodyPr/>
        <a:lstStyle/>
        <a:p>
          <a:r>
            <a:rPr lang="en-US" b="1"/>
            <a:t>Achievable:</a:t>
          </a:r>
          <a:r>
            <a:rPr lang="en-US"/>
            <a:t> Realistic and attainable</a:t>
          </a:r>
        </a:p>
      </dgm:t>
    </dgm:pt>
    <dgm:pt modelId="{67F0F145-F024-4AA4-A7A5-15470FC95777}" cxnId="{21C33921-96F1-4FA2-AE97-7E3BE1DB094D}" type="parTrans">
      <dgm:prSet/>
      <dgm:spPr/>
      <dgm:t>
        <a:bodyPr/>
        <a:lstStyle/>
        <a:p>
          <a:endParaRPr lang="en-US"/>
        </a:p>
      </dgm:t>
    </dgm:pt>
    <dgm:pt modelId="{9D9619C2-5E45-47E9-8F88-34C256FE9783}" cxnId="{21C33921-96F1-4FA2-AE97-7E3BE1DB094D}" type="sibTrans">
      <dgm:prSet/>
      <dgm:spPr/>
      <dgm:t>
        <a:bodyPr/>
        <a:lstStyle/>
        <a:p>
          <a:endParaRPr lang="en-US"/>
        </a:p>
      </dgm:t>
    </dgm:pt>
    <dgm:pt modelId="{F24920A2-2A3B-489F-831B-AA6783BBD69B}">
      <dgm:prSet/>
      <dgm:spPr/>
      <dgm:t>
        <a:bodyPr/>
        <a:lstStyle/>
        <a:p>
          <a:r>
            <a:rPr lang="en-US" b="1"/>
            <a:t>Relevant:</a:t>
          </a:r>
          <a:r>
            <a:rPr lang="en-US"/>
            <a:t> Aligned with business strategy</a:t>
          </a:r>
        </a:p>
      </dgm:t>
    </dgm:pt>
    <dgm:pt modelId="{7A580DF1-B86C-4001-A9BF-1A751844FF1D}" cxnId="{9E230D36-F6F1-40D7-B867-184AE33CD40D}" type="parTrans">
      <dgm:prSet/>
      <dgm:spPr/>
      <dgm:t>
        <a:bodyPr/>
        <a:lstStyle/>
        <a:p>
          <a:endParaRPr lang="en-US"/>
        </a:p>
      </dgm:t>
    </dgm:pt>
    <dgm:pt modelId="{F4690526-6B5E-40B0-96C0-E45E08D483CD}" cxnId="{9E230D36-F6F1-40D7-B867-184AE33CD40D}" type="sibTrans">
      <dgm:prSet/>
      <dgm:spPr/>
      <dgm:t>
        <a:bodyPr/>
        <a:lstStyle/>
        <a:p>
          <a:endParaRPr lang="en-US"/>
        </a:p>
      </dgm:t>
    </dgm:pt>
    <dgm:pt modelId="{861FE447-26B6-4627-B83D-4A7968D8472A}">
      <dgm:prSet/>
      <dgm:spPr/>
      <dgm:t>
        <a:bodyPr/>
        <a:lstStyle/>
        <a:p>
          <a:r>
            <a:rPr lang="en-US" b="1"/>
            <a:t>Time-Bound:</a:t>
          </a:r>
          <a:r>
            <a:rPr lang="en-US"/>
            <a:t> Defined deadlines</a:t>
          </a:r>
        </a:p>
      </dgm:t>
    </dgm:pt>
    <dgm:pt modelId="{65A8C039-86C8-403F-8B9A-920E273A34DC}" cxnId="{16EF11F7-A6E3-47EE-8F29-EAAAF8671360}" type="parTrans">
      <dgm:prSet/>
      <dgm:spPr/>
      <dgm:t>
        <a:bodyPr/>
        <a:lstStyle/>
        <a:p>
          <a:endParaRPr lang="en-US"/>
        </a:p>
      </dgm:t>
    </dgm:pt>
    <dgm:pt modelId="{F69CA4E8-C9EC-4E87-B891-CBEF5DF28D5A}" cxnId="{16EF11F7-A6E3-47EE-8F29-EAAAF8671360}" type="sibTrans">
      <dgm:prSet/>
      <dgm:spPr/>
      <dgm:t>
        <a:bodyPr/>
        <a:lstStyle/>
        <a:p>
          <a:endParaRPr lang="en-US"/>
        </a:p>
      </dgm:t>
    </dgm:pt>
    <dgm:pt modelId="{0066FAF0-FB3E-4B76-9A95-C38CD1AB9052}">
      <dgm:prSet/>
      <dgm:spPr/>
      <dgm:t>
        <a:bodyPr/>
        <a:lstStyle/>
        <a:p>
          <a:r>
            <a:rPr lang="en-US"/>
            <a:t>Example: Increase website traffic by 20% within 3 months.</a:t>
          </a:r>
        </a:p>
      </dgm:t>
    </dgm:pt>
    <dgm:pt modelId="{A2EB2C4B-C361-4EE9-A919-2BF0A45CB94F}" cxnId="{B74F8319-94E6-480A-A5F1-9D93CDEC0E4D}" type="parTrans">
      <dgm:prSet/>
      <dgm:spPr/>
      <dgm:t>
        <a:bodyPr/>
        <a:lstStyle/>
        <a:p>
          <a:endParaRPr lang="en-US"/>
        </a:p>
      </dgm:t>
    </dgm:pt>
    <dgm:pt modelId="{985BE044-D604-410E-B2EA-22918F97E09E}" cxnId="{B74F8319-94E6-480A-A5F1-9D93CDEC0E4D}" type="sibTrans">
      <dgm:prSet/>
      <dgm:spPr/>
      <dgm:t>
        <a:bodyPr/>
        <a:lstStyle/>
        <a:p>
          <a:endParaRPr lang="en-US"/>
        </a:p>
      </dgm:t>
    </dgm:pt>
    <dgm:pt modelId="{9B7EF99C-2CF1-9441-8F80-0F29B1BFEBDE}" type="pres">
      <dgm:prSet presAssocID="{92761669-84F2-4490-AEA4-0488084F0047}" presName="linear" presStyleCnt="0">
        <dgm:presLayoutVars>
          <dgm:animLvl val="lvl"/>
          <dgm:resizeHandles val="exact"/>
        </dgm:presLayoutVars>
      </dgm:prSet>
      <dgm:spPr/>
    </dgm:pt>
    <dgm:pt modelId="{EEFDA00C-0526-D34A-811E-746E19DC8C32}" type="pres">
      <dgm:prSet presAssocID="{4678A195-2F7B-4E07-B5B7-A9318C62FE6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686466B-8BFE-D341-B27A-52BB3A63CFBC}" type="pres">
      <dgm:prSet presAssocID="{84831077-C1E1-4DF2-8355-10EA2A52EC42}" presName="spacer" presStyleCnt="0"/>
      <dgm:spPr/>
    </dgm:pt>
    <dgm:pt modelId="{0E1BC017-5AEC-BE4A-8F53-DC7C179FCAAC}" type="pres">
      <dgm:prSet presAssocID="{39878536-8CC0-4B15-9188-1A53E153960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8267B2A-B019-5B46-A796-921987E7D0E6}" type="pres">
      <dgm:prSet presAssocID="{6473AD58-AA85-4EEE-8E34-CFF2BDA80199}" presName="spacer" presStyleCnt="0"/>
      <dgm:spPr/>
    </dgm:pt>
    <dgm:pt modelId="{9192674C-F932-9646-AC26-D76ACBE5E43E}" type="pres">
      <dgm:prSet presAssocID="{43890F6D-360D-4CCD-BD17-0A4F4D07790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AFAE23B-AFE1-B648-829F-760ECA0B4A7C}" type="pres">
      <dgm:prSet presAssocID="{9D9619C2-5E45-47E9-8F88-34C256FE9783}" presName="spacer" presStyleCnt="0"/>
      <dgm:spPr/>
    </dgm:pt>
    <dgm:pt modelId="{8188BE99-036D-7944-A4E4-1E68959A5F9D}" type="pres">
      <dgm:prSet presAssocID="{F24920A2-2A3B-489F-831B-AA6783BBD69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601DF62-8380-3641-A20D-14D7CE30173E}" type="pres">
      <dgm:prSet presAssocID="{F4690526-6B5E-40B0-96C0-E45E08D483CD}" presName="spacer" presStyleCnt="0"/>
      <dgm:spPr/>
    </dgm:pt>
    <dgm:pt modelId="{2F2D199E-A6B5-ED4C-93F1-CC20312CB769}" type="pres">
      <dgm:prSet presAssocID="{861FE447-26B6-4627-B83D-4A7968D8472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692B6D4-C1EE-7F44-9D9F-27DE50CEC0E1}" type="pres">
      <dgm:prSet presAssocID="{F69CA4E8-C9EC-4E87-B891-CBEF5DF28D5A}" presName="spacer" presStyleCnt="0"/>
      <dgm:spPr/>
    </dgm:pt>
    <dgm:pt modelId="{12E1A9AC-D882-DA45-BAD8-93F25E98F7D5}" type="pres">
      <dgm:prSet presAssocID="{0066FAF0-FB3E-4B76-9A95-C38CD1AB905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50BBC11-CEDB-354F-8AE7-4C6EF420C67C}" type="presOf" srcId="{861FE447-26B6-4627-B83D-4A7968D8472A}" destId="{2F2D199E-A6B5-ED4C-93F1-CC20312CB769}" srcOrd="0" destOrd="0" presId="urn:microsoft.com/office/officeart/2005/8/layout/vList2"/>
    <dgm:cxn modelId="{B74F8319-94E6-480A-A5F1-9D93CDEC0E4D}" srcId="{92761669-84F2-4490-AEA4-0488084F0047}" destId="{0066FAF0-FB3E-4B76-9A95-C38CD1AB9052}" srcOrd="5" destOrd="0" parTransId="{A2EB2C4B-C361-4EE9-A919-2BF0A45CB94F}" sibTransId="{985BE044-D604-410E-B2EA-22918F97E09E}"/>
    <dgm:cxn modelId="{21C33921-96F1-4FA2-AE97-7E3BE1DB094D}" srcId="{92761669-84F2-4490-AEA4-0488084F0047}" destId="{43890F6D-360D-4CCD-BD17-0A4F4D077900}" srcOrd="2" destOrd="0" parTransId="{67F0F145-F024-4AA4-A7A5-15470FC95777}" sibTransId="{9D9619C2-5E45-47E9-8F88-34C256FE9783}"/>
    <dgm:cxn modelId="{9E230D36-F6F1-40D7-B867-184AE33CD40D}" srcId="{92761669-84F2-4490-AEA4-0488084F0047}" destId="{F24920A2-2A3B-489F-831B-AA6783BBD69B}" srcOrd="3" destOrd="0" parTransId="{7A580DF1-B86C-4001-A9BF-1A751844FF1D}" sibTransId="{F4690526-6B5E-40B0-96C0-E45E08D483CD}"/>
    <dgm:cxn modelId="{96AF844A-BCD3-4324-A588-E01072C7A7AA}" srcId="{92761669-84F2-4490-AEA4-0488084F0047}" destId="{39878536-8CC0-4B15-9188-1A53E153960B}" srcOrd="1" destOrd="0" parTransId="{BCA457D0-D0E8-4EAC-B17E-EEFBA90A4863}" sibTransId="{6473AD58-AA85-4EEE-8E34-CFF2BDA80199}"/>
    <dgm:cxn modelId="{8AB57A4E-CEBF-7349-9546-33BCBD7B17BD}" type="presOf" srcId="{4678A195-2F7B-4E07-B5B7-A9318C62FE63}" destId="{EEFDA00C-0526-D34A-811E-746E19DC8C32}" srcOrd="0" destOrd="0" presId="urn:microsoft.com/office/officeart/2005/8/layout/vList2"/>
    <dgm:cxn modelId="{D84F2369-8A94-2C43-81F3-32A3587C0DCD}" type="presOf" srcId="{92761669-84F2-4490-AEA4-0488084F0047}" destId="{9B7EF99C-2CF1-9441-8F80-0F29B1BFEBDE}" srcOrd="0" destOrd="0" presId="urn:microsoft.com/office/officeart/2005/8/layout/vList2"/>
    <dgm:cxn modelId="{B776637F-B47D-454C-9493-3C1F1A5A230C}" type="presOf" srcId="{43890F6D-360D-4CCD-BD17-0A4F4D077900}" destId="{9192674C-F932-9646-AC26-D76ACBE5E43E}" srcOrd="0" destOrd="0" presId="urn:microsoft.com/office/officeart/2005/8/layout/vList2"/>
    <dgm:cxn modelId="{D696C38F-6F90-5E4A-A519-C0CC1B65165F}" type="presOf" srcId="{0066FAF0-FB3E-4B76-9A95-C38CD1AB9052}" destId="{12E1A9AC-D882-DA45-BAD8-93F25E98F7D5}" srcOrd="0" destOrd="0" presId="urn:microsoft.com/office/officeart/2005/8/layout/vList2"/>
    <dgm:cxn modelId="{D6FBEC94-BCA3-1242-86B0-CC4101317D65}" type="presOf" srcId="{39878536-8CC0-4B15-9188-1A53E153960B}" destId="{0E1BC017-5AEC-BE4A-8F53-DC7C179FCAAC}" srcOrd="0" destOrd="0" presId="urn:microsoft.com/office/officeart/2005/8/layout/vList2"/>
    <dgm:cxn modelId="{470980AB-CE5C-1048-992A-EBF824182C03}" type="presOf" srcId="{F24920A2-2A3B-489F-831B-AA6783BBD69B}" destId="{8188BE99-036D-7944-A4E4-1E68959A5F9D}" srcOrd="0" destOrd="0" presId="urn:microsoft.com/office/officeart/2005/8/layout/vList2"/>
    <dgm:cxn modelId="{CDD04FBF-6239-4B0B-8E61-207D361E7F38}" srcId="{92761669-84F2-4490-AEA4-0488084F0047}" destId="{4678A195-2F7B-4E07-B5B7-A9318C62FE63}" srcOrd="0" destOrd="0" parTransId="{B7707F30-B515-4E2F-9972-CA13C1C6A695}" sibTransId="{84831077-C1E1-4DF2-8355-10EA2A52EC42}"/>
    <dgm:cxn modelId="{16EF11F7-A6E3-47EE-8F29-EAAAF8671360}" srcId="{92761669-84F2-4490-AEA4-0488084F0047}" destId="{861FE447-26B6-4627-B83D-4A7968D8472A}" srcOrd="4" destOrd="0" parTransId="{65A8C039-86C8-403F-8B9A-920E273A34DC}" sibTransId="{F69CA4E8-C9EC-4E87-B891-CBEF5DF28D5A}"/>
    <dgm:cxn modelId="{6B424AE0-023F-634B-9300-DF00CC76120E}" type="presParOf" srcId="{9B7EF99C-2CF1-9441-8F80-0F29B1BFEBDE}" destId="{EEFDA00C-0526-D34A-811E-746E19DC8C32}" srcOrd="0" destOrd="0" presId="urn:microsoft.com/office/officeart/2005/8/layout/vList2"/>
    <dgm:cxn modelId="{78735482-1114-9648-ABC3-0D827D16266E}" type="presParOf" srcId="{9B7EF99C-2CF1-9441-8F80-0F29B1BFEBDE}" destId="{7686466B-8BFE-D341-B27A-52BB3A63CFBC}" srcOrd="1" destOrd="0" presId="urn:microsoft.com/office/officeart/2005/8/layout/vList2"/>
    <dgm:cxn modelId="{124210E8-C13A-1C4E-80DC-129F92C2FA26}" type="presParOf" srcId="{9B7EF99C-2CF1-9441-8F80-0F29B1BFEBDE}" destId="{0E1BC017-5AEC-BE4A-8F53-DC7C179FCAAC}" srcOrd="2" destOrd="0" presId="urn:microsoft.com/office/officeart/2005/8/layout/vList2"/>
    <dgm:cxn modelId="{BBDAE22A-3868-D14C-9707-B40D20E4DC83}" type="presParOf" srcId="{9B7EF99C-2CF1-9441-8F80-0F29B1BFEBDE}" destId="{98267B2A-B019-5B46-A796-921987E7D0E6}" srcOrd="3" destOrd="0" presId="urn:microsoft.com/office/officeart/2005/8/layout/vList2"/>
    <dgm:cxn modelId="{5F6C2635-3CA2-E84B-91AE-E6166B5C9259}" type="presParOf" srcId="{9B7EF99C-2CF1-9441-8F80-0F29B1BFEBDE}" destId="{9192674C-F932-9646-AC26-D76ACBE5E43E}" srcOrd="4" destOrd="0" presId="urn:microsoft.com/office/officeart/2005/8/layout/vList2"/>
    <dgm:cxn modelId="{6608AC62-BED3-BE42-A792-8A1777CD35A8}" type="presParOf" srcId="{9B7EF99C-2CF1-9441-8F80-0F29B1BFEBDE}" destId="{FAFAE23B-AFE1-B648-829F-760ECA0B4A7C}" srcOrd="5" destOrd="0" presId="urn:microsoft.com/office/officeart/2005/8/layout/vList2"/>
    <dgm:cxn modelId="{C3DC0350-0128-CC4B-9CBE-0046D9E9927C}" type="presParOf" srcId="{9B7EF99C-2CF1-9441-8F80-0F29B1BFEBDE}" destId="{8188BE99-036D-7944-A4E4-1E68959A5F9D}" srcOrd="6" destOrd="0" presId="urn:microsoft.com/office/officeart/2005/8/layout/vList2"/>
    <dgm:cxn modelId="{163B4229-9C00-2A4C-9FA5-E82526F9A584}" type="presParOf" srcId="{9B7EF99C-2CF1-9441-8F80-0F29B1BFEBDE}" destId="{D601DF62-8380-3641-A20D-14D7CE30173E}" srcOrd="7" destOrd="0" presId="urn:microsoft.com/office/officeart/2005/8/layout/vList2"/>
    <dgm:cxn modelId="{E7CF3C24-FBE5-8242-A423-7B9E1605009E}" type="presParOf" srcId="{9B7EF99C-2CF1-9441-8F80-0F29B1BFEBDE}" destId="{2F2D199E-A6B5-ED4C-93F1-CC20312CB769}" srcOrd="8" destOrd="0" presId="urn:microsoft.com/office/officeart/2005/8/layout/vList2"/>
    <dgm:cxn modelId="{3A025D5B-343E-954D-85B7-0E23E94A6CD0}" type="presParOf" srcId="{9B7EF99C-2CF1-9441-8F80-0F29B1BFEBDE}" destId="{0692B6D4-C1EE-7F44-9D9F-27DE50CEC0E1}" srcOrd="9" destOrd="0" presId="urn:microsoft.com/office/officeart/2005/8/layout/vList2"/>
    <dgm:cxn modelId="{A64E27E5-CEEA-274A-9735-04A489660E34}" type="presParOf" srcId="{9B7EF99C-2CF1-9441-8F80-0F29B1BFEBDE}" destId="{12E1A9AC-D882-DA45-BAD8-93F25E98F7D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4B2088-C67F-4C39-AB38-D91AEE26BB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E7C2AC9-F763-4A05-9EBF-1155FA374571}">
      <dgm:prSet/>
      <dgm:spPr/>
      <dgm:t>
        <a:bodyPr/>
        <a:lstStyle/>
        <a:p>
          <a:r>
            <a:rPr lang="en-US"/>
            <a:t>Importance of Understanding Your Audience</a:t>
          </a:r>
        </a:p>
      </dgm:t>
    </dgm:pt>
    <dgm:pt modelId="{5C9D7F52-B54A-40ED-BE0E-C39180B6DA7E}" cxnId="{71B31BBE-4897-431F-A9F3-89340210DCBD}" type="parTrans">
      <dgm:prSet/>
      <dgm:spPr/>
      <dgm:t>
        <a:bodyPr/>
        <a:lstStyle/>
        <a:p>
          <a:endParaRPr lang="en-US"/>
        </a:p>
      </dgm:t>
    </dgm:pt>
    <dgm:pt modelId="{2E6AE65D-F5EF-4F5C-8C0C-A418091968A9}" cxnId="{71B31BBE-4897-431F-A9F3-89340210DCBD}" type="sibTrans">
      <dgm:prSet/>
      <dgm:spPr/>
      <dgm:t>
        <a:bodyPr/>
        <a:lstStyle/>
        <a:p>
          <a:endParaRPr lang="en-US"/>
        </a:p>
      </dgm:t>
    </dgm:pt>
    <dgm:pt modelId="{873ADF6C-2584-4F1C-953F-208D09876608}">
      <dgm:prSet/>
      <dgm:spPr/>
      <dgm:t>
        <a:bodyPr/>
        <a:lstStyle/>
        <a:p>
          <a:r>
            <a:rPr lang="en-US"/>
            <a:t>Market Segmentation</a:t>
          </a:r>
        </a:p>
      </dgm:t>
    </dgm:pt>
    <dgm:pt modelId="{478394D6-DECF-4A91-B699-9573F8DE6D00}" cxnId="{DC92ECEC-1F57-4910-854B-3FD3FC67A597}" type="parTrans">
      <dgm:prSet/>
      <dgm:spPr/>
      <dgm:t>
        <a:bodyPr/>
        <a:lstStyle/>
        <a:p>
          <a:endParaRPr lang="en-US"/>
        </a:p>
      </dgm:t>
    </dgm:pt>
    <dgm:pt modelId="{2D591F9F-E199-4BC9-B82B-E13448065214}" cxnId="{DC92ECEC-1F57-4910-854B-3FD3FC67A597}" type="sibTrans">
      <dgm:prSet/>
      <dgm:spPr/>
      <dgm:t>
        <a:bodyPr/>
        <a:lstStyle/>
        <a:p>
          <a:endParaRPr lang="en-US"/>
        </a:p>
      </dgm:t>
    </dgm:pt>
    <dgm:pt modelId="{35B0DA7B-479C-4C28-84B1-F5CF5D76D92B}">
      <dgm:prSet/>
      <dgm:spPr/>
      <dgm:t>
        <a:bodyPr/>
        <a:lstStyle/>
        <a:p>
          <a:r>
            <a:rPr lang="en-US"/>
            <a:t>Audience Persona Development</a:t>
          </a:r>
        </a:p>
      </dgm:t>
    </dgm:pt>
    <dgm:pt modelId="{4774CAA4-32C1-483E-ACBF-6451CEED8195}" cxnId="{944E1AE3-899A-4854-B428-DCB11CDB0CF3}" type="parTrans">
      <dgm:prSet/>
      <dgm:spPr/>
      <dgm:t>
        <a:bodyPr/>
        <a:lstStyle/>
        <a:p>
          <a:endParaRPr lang="en-US"/>
        </a:p>
      </dgm:t>
    </dgm:pt>
    <dgm:pt modelId="{CACE0831-E8C1-4792-8B47-194138C8106B}" cxnId="{944E1AE3-899A-4854-B428-DCB11CDB0CF3}" type="sibTrans">
      <dgm:prSet/>
      <dgm:spPr/>
      <dgm:t>
        <a:bodyPr/>
        <a:lstStyle/>
        <a:p>
          <a:endParaRPr lang="en-US"/>
        </a:p>
      </dgm:t>
    </dgm:pt>
    <dgm:pt modelId="{32AA13B9-E5E9-4CCD-B641-51E7A6DC7153}">
      <dgm:prSet/>
      <dgm:spPr/>
      <dgm:t>
        <a:bodyPr/>
        <a:lstStyle/>
        <a:p>
          <a:r>
            <a:rPr lang="en-US"/>
            <a:t>Customer Needs Analysis</a:t>
          </a:r>
        </a:p>
      </dgm:t>
    </dgm:pt>
    <dgm:pt modelId="{70CCE39E-76F3-4805-A75F-26A8C8A3FB3B}" cxnId="{7659C071-9197-4971-9E76-1963DC74E211}" type="parTrans">
      <dgm:prSet/>
      <dgm:spPr/>
      <dgm:t>
        <a:bodyPr/>
        <a:lstStyle/>
        <a:p>
          <a:endParaRPr lang="en-US"/>
        </a:p>
      </dgm:t>
    </dgm:pt>
    <dgm:pt modelId="{24C5169D-793E-4EEA-A21A-80110FEE8EDD}" cxnId="{7659C071-9197-4971-9E76-1963DC74E211}" type="sibTrans">
      <dgm:prSet/>
      <dgm:spPr/>
      <dgm:t>
        <a:bodyPr/>
        <a:lstStyle/>
        <a:p>
          <a:endParaRPr lang="en-US"/>
        </a:p>
      </dgm:t>
    </dgm:pt>
    <dgm:pt modelId="{75AE7E04-4149-584B-A33C-2BF1C760F987}" type="pres">
      <dgm:prSet presAssocID="{AF4B2088-C67F-4C39-AB38-D91AEE26BBF5}" presName="linear" presStyleCnt="0">
        <dgm:presLayoutVars>
          <dgm:animLvl val="lvl"/>
          <dgm:resizeHandles val="exact"/>
        </dgm:presLayoutVars>
      </dgm:prSet>
      <dgm:spPr/>
    </dgm:pt>
    <dgm:pt modelId="{D27B9754-1051-4947-8167-B16421A3659B}" type="pres">
      <dgm:prSet presAssocID="{FE7C2AC9-F763-4A05-9EBF-1155FA3745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107F2E-01C5-884C-BF90-7B61D20FE2D0}" type="pres">
      <dgm:prSet presAssocID="{2E6AE65D-F5EF-4F5C-8C0C-A418091968A9}" presName="spacer" presStyleCnt="0"/>
      <dgm:spPr/>
    </dgm:pt>
    <dgm:pt modelId="{1048D3C6-4ED5-9846-9427-EE805712106B}" type="pres">
      <dgm:prSet presAssocID="{873ADF6C-2584-4F1C-953F-208D098766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CF993-BCCB-CA47-A928-15E410A0BD2E}" type="pres">
      <dgm:prSet presAssocID="{2D591F9F-E199-4BC9-B82B-E13448065214}" presName="spacer" presStyleCnt="0"/>
      <dgm:spPr/>
    </dgm:pt>
    <dgm:pt modelId="{46006140-D0C1-984A-B802-F38D205A96A2}" type="pres">
      <dgm:prSet presAssocID="{35B0DA7B-479C-4C28-84B1-F5CF5D76D9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640C48-10BF-8A44-A1FC-94D8370EA02C}" type="pres">
      <dgm:prSet presAssocID="{CACE0831-E8C1-4792-8B47-194138C8106B}" presName="spacer" presStyleCnt="0"/>
      <dgm:spPr/>
    </dgm:pt>
    <dgm:pt modelId="{8BBC1334-64BB-C54E-A197-07349768E332}" type="pres">
      <dgm:prSet presAssocID="{32AA13B9-E5E9-4CCD-B641-51E7A6DC715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2A2C220-025B-4D4B-BF0B-EDDA9A67DB0F}" type="presOf" srcId="{FE7C2AC9-F763-4A05-9EBF-1155FA374571}" destId="{D27B9754-1051-4947-8167-B16421A3659B}" srcOrd="0" destOrd="0" presId="urn:microsoft.com/office/officeart/2005/8/layout/vList2"/>
    <dgm:cxn modelId="{7659C071-9197-4971-9E76-1963DC74E211}" srcId="{AF4B2088-C67F-4C39-AB38-D91AEE26BBF5}" destId="{32AA13B9-E5E9-4CCD-B641-51E7A6DC7153}" srcOrd="3" destOrd="0" parTransId="{70CCE39E-76F3-4805-A75F-26A8C8A3FB3B}" sibTransId="{24C5169D-793E-4EEA-A21A-80110FEE8EDD}"/>
    <dgm:cxn modelId="{0497D2AE-2AD1-1449-95A5-0C5D74FDE896}" type="presOf" srcId="{35B0DA7B-479C-4C28-84B1-F5CF5D76D92B}" destId="{46006140-D0C1-984A-B802-F38D205A96A2}" srcOrd="0" destOrd="0" presId="urn:microsoft.com/office/officeart/2005/8/layout/vList2"/>
    <dgm:cxn modelId="{71B31BBE-4897-431F-A9F3-89340210DCBD}" srcId="{AF4B2088-C67F-4C39-AB38-D91AEE26BBF5}" destId="{FE7C2AC9-F763-4A05-9EBF-1155FA374571}" srcOrd="0" destOrd="0" parTransId="{5C9D7F52-B54A-40ED-BE0E-C39180B6DA7E}" sibTransId="{2E6AE65D-F5EF-4F5C-8C0C-A418091968A9}"/>
    <dgm:cxn modelId="{944E1AE3-899A-4854-B428-DCB11CDB0CF3}" srcId="{AF4B2088-C67F-4C39-AB38-D91AEE26BBF5}" destId="{35B0DA7B-479C-4C28-84B1-F5CF5D76D92B}" srcOrd="2" destOrd="0" parTransId="{4774CAA4-32C1-483E-ACBF-6451CEED8195}" sibTransId="{CACE0831-E8C1-4792-8B47-194138C8106B}"/>
    <dgm:cxn modelId="{DC92ECEC-1F57-4910-854B-3FD3FC67A597}" srcId="{AF4B2088-C67F-4C39-AB38-D91AEE26BBF5}" destId="{873ADF6C-2584-4F1C-953F-208D09876608}" srcOrd="1" destOrd="0" parTransId="{478394D6-DECF-4A91-B699-9573F8DE6D00}" sibTransId="{2D591F9F-E199-4BC9-B82B-E13448065214}"/>
    <dgm:cxn modelId="{2BE26CF3-700A-6B4B-A0E9-502DAC88EBD1}" type="presOf" srcId="{AF4B2088-C67F-4C39-AB38-D91AEE26BBF5}" destId="{75AE7E04-4149-584B-A33C-2BF1C760F987}" srcOrd="0" destOrd="0" presId="urn:microsoft.com/office/officeart/2005/8/layout/vList2"/>
    <dgm:cxn modelId="{F564EDF9-4AC8-544E-BE70-16244A010BB3}" type="presOf" srcId="{873ADF6C-2584-4F1C-953F-208D09876608}" destId="{1048D3C6-4ED5-9846-9427-EE805712106B}" srcOrd="0" destOrd="0" presId="urn:microsoft.com/office/officeart/2005/8/layout/vList2"/>
    <dgm:cxn modelId="{88DFB3FF-7207-6A4B-B17C-8A7997E1D821}" type="presOf" srcId="{32AA13B9-E5E9-4CCD-B641-51E7A6DC7153}" destId="{8BBC1334-64BB-C54E-A197-07349768E332}" srcOrd="0" destOrd="0" presId="urn:microsoft.com/office/officeart/2005/8/layout/vList2"/>
    <dgm:cxn modelId="{676798FC-5D12-3C45-800D-A34FCA1A1551}" type="presParOf" srcId="{75AE7E04-4149-584B-A33C-2BF1C760F987}" destId="{D27B9754-1051-4947-8167-B16421A3659B}" srcOrd="0" destOrd="0" presId="urn:microsoft.com/office/officeart/2005/8/layout/vList2"/>
    <dgm:cxn modelId="{3FB61D26-C419-0141-8D14-34681A61E3D4}" type="presParOf" srcId="{75AE7E04-4149-584B-A33C-2BF1C760F987}" destId="{30107F2E-01C5-884C-BF90-7B61D20FE2D0}" srcOrd="1" destOrd="0" presId="urn:microsoft.com/office/officeart/2005/8/layout/vList2"/>
    <dgm:cxn modelId="{D88DDE8A-7445-9945-9F2E-53B418C6FAAC}" type="presParOf" srcId="{75AE7E04-4149-584B-A33C-2BF1C760F987}" destId="{1048D3C6-4ED5-9846-9427-EE805712106B}" srcOrd="2" destOrd="0" presId="urn:microsoft.com/office/officeart/2005/8/layout/vList2"/>
    <dgm:cxn modelId="{2746BF81-4875-1447-A0B8-1E056D324395}" type="presParOf" srcId="{75AE7E04-4149-584B-A33C-2BF1C760F987}" destId="{3C5CF993-BCCB-CA47-A928-15E410A0BD2E}" srcOrd="3" destOrd="0" presId="urn:microsoft.com/office/officeart/2005/8/layout/vList2"/>
    <dgm:cxn modelId="{45FF7170-E443-FB4D-A02E-932640AC3E4F}" type="presParOf" srcId="{75AE7E04-4149-584B-A33C-2BF1C760F987}" destId="{46006140-D0C1-984A-B802-F38D205A96A2}" srcOrd="4" destOrd="0" presId="urn:microsoft.com/office/officeart/2005/8/layout/vList2"/>
    <dgm:cxn modelId="{BDF82655-B989-8340-B49F-61FACEA8668A}" type="presParOf" srcId="{75AE7E04-4149-584B-A33C-2BF1C760F987}" destId="{9D640C48-10BF-8A44-A1FC-94D8370EA02C}" srcOrd="5" destOrd="0" presId="urn:microsoft.com/office/officeart/2005/8/layout/vList2"/>
    <dgm:cxn modelId="{58420901-708A-4F44-80B4-CCFFFC9252C9}" type="presParOf" srcId="{75AE7E04-4149-584B-A33C-2BF1C760F987}" destId="{8BBC1334-64BB-C54E-A197-07349768E3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E7B4D0-62E1-4AE5-AB27-6E62F811086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759A58-6471-46FD-A03D-C4F5099D242D}">
      <dgm:prSet/>
      <dgm:spPr/>
      <dgm:t>
        <a:bodyPr/>
        <a:lstStyle/>
        <a:p>
          <a:r>
            <a:rPr lang="en-US"/>
            <a:t>Creating Fictional Profiles</a:t>
          </a:r>
        </a:p>
      </dgm:t>
    </dgm:pt>
    <dgm:pt modelId="{8656114B-4951-42DE-99D5-E1289C8B1447}" cxnId="{4A95135A-62B8-4E7D-A348-B26EA97ED301}" type="parTrans">
      <dgm:prSet/>
      <dgm:spPr/>
      <dgm:t>
        <a:bodyPr/>
        <a:lstStyle/>
        <a:p>
          <a:endParaRPr lang="en-US"/>
        </a:p>
      </dgm:t>
    </dgm:pt>
    <dgm:pt modelId="{AD53B1C5-E43E-4974-92F7-2A3F7854979F}" cxnId="{4A95135A-62B8-4E7D-A348-B26EA97ED301}" type="sibTrans">
      <dgm:prSet/>
      <dgm:spPr/>
      <dgm:t>
        <a:bodyPr/>
        <a:lstStyle/>
        <a:p>
          <a:endParaRPr lang="en-US"/>
        </a:p>
      </dgm:t>
    </dgm:pt>
    <dgm:pt modelId="{EBF80FCD-AFBD-48D2-B477-D2FAA1C67766}">
      <dgm:prSet/>
      <dgm:spPr/>
      <dgm:t>
        <a:bodyPr/>
        <a:lstStyle/>
        <a:p>
          <a:r>
            <a:rPr lang="en-US"/>
            <a:t>Example Persona:</a:t>
          </a:r>
        </a:p>
      </dgm:t>
    </dgm:pt>
    <dgm:pt modelId="{741DAD40-CEF8-4149-9DC2-B6EAFB57BEAD}" cxnId="{3A8D939E-53C3-4D51-B791-9EFCE68616EE}" type="parTrans">
      <dgm:prSet/>
      <dgm:spPr/>
      <dgm:t>
        <a:bodyPr/>
        <a:lstStyle/>
        <a:p>
          <a:endParaRPr lang="en-US"/>
        </a:p>
      </dgm:t>
    </dgm:pt>
    <dgm:pt modelId="{9F2BDB0E-CF14-4D0D-839D-ED7FE955E4E5}" cxnId="{3A8D939E-53C3-4D51-B791-9EFCE68616EE}" type="sibTrans">
      <dgm:prSet/>
      <dgm:spPr/>
      <dgm:t>
        <a:bodyPr/>
        <a:lstStyle/>
        <a:p>
          <a:endParaRPr lang="en-US"/>
        </a:p>
      </dgm:t>
    </dgm:pt>
    <dgm:pt modelId="{02BDFD1A-A091-460B-8211-13FAB7E032AC}">
      <dgm:prSet/>
      <dgm:spPr/>
      <dgm:t>
        <a:bodyPr/>
        <a:lstStyle/>
        <a:p>
          <a:r>
            <a:rPr lang="en-US"/>
            <a:t>Name: Sara Khan</a:t>
          </a:r>
        </a:p>
      </dgm:t>
    </dgm:pt>
    <dgm:pt modelId="{10CBFD9C-4E3B-43F8-A79A-2D63566171EC}" cxnId="{1B3ECCFC-1F8B-4C76-BEBC-F1A993A36B4F}" type="parTrans">
      <dgm:prSet/>
      <dgm:spPr/>
      <dgm:t>
        <a:bodyPr/>
        <a:lstStyle/>
        <a:p>
          <a:endParaRPr lang="en-US"/>
        </a:p>
      </dgm:t>
    </dgm:pt>
    <dgm:pt modelId="{12F6EEEA-F653-4899-B471-FD3742972637}" cxnId="{1B3ECCFC-1F8B-4C76-BEBC-F1A993A36B4F}" type="sibTrans">
      <dgm:prSet/>
      <dgm:spPr/>
      <dgm:t>
        <a:bodyPr/>
        <a:lstStyle/>
        <a:p>
          <a:endParaRPr lang="en-US"/>
        </a:p>
      </dgm:t>
    </dgm:pt>
    <dgm:pt modelId="{BAE9A1C1-C2D3-4E02-A087-DDF7F8C45400}">
      <dgm:prSet/>
      <dgm:spPr/>
      <dgm:t>
        <a:bodyPr/>
        <a:lstStyle/>
        <a:p>
          <a:r>
            <a:rPr lang="en-US"/>
            <a:t>Age: 30</a:t>
          </a:r>
        </a:p>
      </dgm:t>
    </dgm:pt>
    <dgm:pt modelId="{298EDC6C-4081-42B3-81A6-D77FC78AA529}" cxnId="{AD8A75A2-65BC-4451-A2DB-57C133F71438}" type="parTrans">
      <dgm:prSet/>
      <dgm:spPr/>
      <dgm:t>
        <a:bodyPr/>
        <a:lstStyle/>
        <a:p>
          <a:endParaRPr lang="en-US"/>
        </a:p>
      </dgm:t>
    </dgm:pt>
    <dgm:pt modelId="{1D3C715A-1982-4E2E-9888-6E59976F1673}" cxnId="{AD8A75A2-65BC-4451-A2DB-57C133F71438}" type="sibTrans">
      <dgm:prSet/>
      <dgm:spPr/>
      <dgm:t>
        <a:bodyPr/>
        <a:lstStyle/>
        <a:p>
          <a:endParaRPr lang="en-US"/>
        </a:p>
      </dgm:t>
    </dgm:pt>
    <dgm:pt modelId="{7A18EB61-DA16-49D0-9D07-CD7A0F8E4BBA}">
      <dgm:prSet/>
      <dgm:spPr/>
      <dgm:t>
        <a:bodyPr/>
        <a:lstStyle/>
        <a:p>
          <a:r>
            <a:rPr lang="en-US"/>
            <a:t>Interests: Online Shopping, Social Media</a:t>
          </a:r>
        </a:p>
      </dgm:t>
    </dgm:pt>
    <dgm:pt modelId="{7429EE08-0FDC-4DF3-A8FE-BE1CD909A68F}" cxnId="{45455CEE-5D2E-4B28-9D86-C3FB08AEB867}" type="parTrans">
      <dgm:prSet/>
      <dgm:spPr/>
      <dgm:t>
        <a:bodyPr/>
        <a:lstStyle/>
        <a:p>
          <a:endParaRPr lang="en-US"/>
        </a:p>
      </dgm:t>
    </dgm:pt>
    <dgm:pt modelId="{FA76CFA4-0BB6-42D7-8BB8-0B04A1D19B19}" cxnId="{45455CEE-5D2E-4B28-9D86-C3FB08AEB867}" type="sibTrans">
      <dgm:prSet/>
      <dgm:spPr/>
      <dgm:t>
        <a:bodyPr/>
        <a:lstStyle/>
        <a:p>
          <a:endParaRPr lang="en-US"/>
        </a:p>
      </dgm:t>
    </dgm:pt>
    <dgm:pt modelId="{905D067C-3AAE-429E-A7C2-F30871437D6D}">
      <dgm:prSet/>
      <dgm:spPr/>
      <dgm:t>
        <a:bodyPr/>
        <a:lstStyle/>
        <a:p>
          <a:r>
            <a:rPr lang="en-US"/>
            <a:t>Pain Points: Difficult Customer Support</a:t>
          </a:r>
        </a:p>
      </dgm:t>
    </dgm:pt>
    <dgm:pt modelId="{590CABB2-99D2-4E71-B900-57B61745AD96}" cxnId="{A02D2CD8-ADF4-477F-A655-6BAF3D220200}" type="parTrans">
      <dgm:prSet/>
      <dgm:spPr/>
      <dgm:t>
        <a:bodyPr/>
        <a:lstStyle/>
        <a:p>
          <a:endParaRPr lang="en-US"/>
        </a:p>
      </dgm:t>
    </dgm:pt>
    <dgm:pt modelId="{EF24026F-581F-44BC-B018-1ED0C6475EF5}" cxnId="{A02D2CD8-ADF4-477F-A655-6BAF3D220200}" type="sibTrans">
      <dgm:prSet/>
      <dgm:spPr/>
      <dgm:t>
        <a:bodyPr/>
        <a:lstStyle/>
        <a:p>
          <a:endParaRPr lang="en-US"/>
        </a:p>
      </dgm:t>
    </dgm:pt>
    <dgm:pt modelId="{7B1818C4-AEDD-A641-98D4-D74F36EB89A5}" type="pres">
      <dgm:prSet presAssocID="{1AE7B4D0-62E1-4AE5-AB27-6E62F8110863}" presName="linear" presStyleCnt="0">
        <dgm:presLayoutVars>
          <dgm:animLvl val="lvl"/>
          <dgm:resizeHandles val="exact"/>
        </dgm:presLayoutVars>
      </dgm:prSet>
      <dgm:spPr/>
    </dgm:pt>
    <dgm:pt modelId="{27AD3373-EAB1-0548-8941-C49A54A69001}" type="pres">
      <dgm:prSet presAssocID="{7D759A58-6471-46FD-A03D-C4F5099D24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5E901BD-D42E-5E4C-B387-D0BB7A0D0E9B}" type="pres">
      <dgm:prSet presAssocID="{AD53B1C5-E43E-4974-92F7-2A3F7854979F}" presName="spacer" presStyleCnt="0"/>
      <dgm:spPr/>
    </dgm:pt>
    <dgm:pt modelId="{B5D6CD3B-F2AD-E44B-B75B-C3FBE785D053}" type="pres">
      <dgm:prSet presAssocID="{EBF80FCD-AFBD-48D2-B477-D2FAA1C677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02A22C7-474D-0145-8AAF-7408B48E9FE1}" type="pres">
      <dgm:prSet presAssocID="{EBF80FCD-AFBD-48D2-B477-D2FAA1C6776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83E7607-7520-484B-BE2D-1B82B9975DA3}" type="presOf" srcId="{EBF80FCD-AFBD-48D2-B477-D2FAA1C67766}" destId="{B5D6CD3B-F2AD-E44B-B75B-C3FBE785D053}" srcOrd="0" destOrd="0" presId="urn:microsoft.com/office/officeart/2005/8/layout/vList2"/>
    <dgm:cxn modelId="{5FC56E09-24EA-3F4C-BC69-E8757131B4B6}" type="presOf" srcId="{7A18EB61-DA16-49D0-9D07-CD7A0F8E4BBA}" destId="{C02A22C7-474D-0145-8AAF-7408B48E9FE1}" srcOrd="0" destOrd="2" presId="urn:microsoft.com/office/officeart/2005/8/layout/vList2"/>
    <dgm:cxn modelId="{AC83DF10-5BF3-E043-B2BD-F98B4F60795C}" type="presOf" srcId="{905D067C-3AAE-429E-A7C2-F30871437D6D}" destId="{C02A22C7-474D-0145-8AAF-7408B48E9FE1}" srcOrd="0" destOrd="3" presId="urn:microsoft.com/office/officeart/2005/8/layout/vList2"/>
    <dgm:cxn modelId="{4A95135A-62B8-4E7D-A348-B26EA97ED301}" srcId="{1AE7B4D0-62E1-4AE5-AB27-6E62F8110863}" destId="{7D759A58-6471-46FD-A03D-C4F5099D242D}" srcOrd="0" destOrd="0" parTransId="{8656114B-4951-42DE-99D5-E1289C8B1447}" sibTransId="{AD53B1C5-E43E-4974-92F7-2A3F7854979F}"/>
    <dgm:cxn modelId="{F05F1890-8FF5-FF45-9DCE-DE81E118F67B}" type="presOf" srcId="{1AE7B4D0-62E1-4AE5-AB27-6E62F8110863}" destId="{7B1818C4-AEDD-A641-98D4-D74F36EB89A5}" srcOrd="0" destOrd="0" presId="urn:microsoft.com/office/officeart/2005/8/layout/vList2"/>
    <dgm:cxn modelId="{3A8D939E-53C3-4D51-B791-9EFCE68616EE}" srcId="{1AE7B4D0-62E1-4AE5-AB27-6E62F8110863}" destId="{EBF80FCD-AFBD-48D2-B477-D2FAA1C67766}" srcOrd="1" destOrd="0" parTransId="{741DAD40-CEF8-4149-9DC2-B6EAFB57BEAD}" sibTransId="{9F2BDB0E-CF14-4D0D-839D-ED7FE955E4E5}"/>
    <dgm:cxn modelId="{AD8A75A2-65BC-4451-A2DB-57C133F71438}" srcId="{EBF80FCD-AFBD-48D2-B477-D2FAA1C67766}" destId="{BAE9A1C1-C2D3-4E02-A087-DDF7F8C45400}" srcOrd="1" destOrd="0" parTransId="{298EDC6C-4081-42B3-81A6-D77FC78AA529}" sibTransId="{1D3C715A-1982-4E2E-9888-6E59976F1673}"/>
    <dgm:cxn modelId="{47FBD6B2-9DBA-BF4B-A7FB-058268ECA358}" type="presOf" srcId="{7D759A58-6471-46FD-A03D-C4F5099D242D}" destId="{27AD3373-EAB1-0548-8941-C49A54A69001}" srcOrd="0" destOrd="0" presId="urn:microsoft.com/office/officeart/2005/8/layout/vList2"/>
    <dgm:cxn modelId="{57033ACC-4F64-F94A-BDBF-0E65FECC2949}" type="presOf" srcId="{02BDFD1A-A091-460B-8211-13FAB7E032AC}" destId="{C02A22C7-474D-0145-8AAF-7408B48E9FE1}" srcOrd="0" destOrd="0" presId="urn:microsoft.com/office/officeart/2005/8/layout/vList2"/>
    <dgm:cxn modelId="{A02D2CD8-ADF4-477F-A655-6BAF3D220200}" srcId="{EBF80FCD-AFBD-48D2-B477-D2FAA1C67766}" destId="{905D067C-3AAE-429E-A7C2-F30871437D6D}" srcOrd="3" destOrd="0" parTransId="{590CABB2-99D2-4E71-B900-57B61745AD96}" sibTransId="{EF24026F-581F-44BC-B018-1ED0C6475EF5}"/>
    <dgm:cxn modelId="{45455CEE-5D2E-4B28-9D86-C3FB08AEB867}" srcId="{EBF80FCD-AFBD-48D2-B477-D2FAA1C67766}" destId="{7A18EB61-DA16-49D0-9D07-CD7A0F8E4BBA}" srcOrd="2" destOrd="0" parTransId="{7429EE08-0FDC-4DF3-A8FE-BE1CD909A68F}" sibTransId="{FA76CFA4-0BB6-42D7-8BB8-0B04A1D19B19}"/>
    <dgm:cxn modelId="{12FFB0F4-20AC-644F-9809-2A49C9193073}" type="presOf" srcId="{BAE9A1C1-C2D3-4E02-A087-DDF7F8C45400}" destId="{C02A22C7-474D-0145-8AAF-7408B48E9FE1}" srcOrd="0" destOrd="1" presId="urn:microsoft.com/office/officeart/2005/8/layout/vList2"/>
    <dgm:cxn modelId="{1B3ECCFC-1F8B-4C76-BEBC-F1A993A36B4F}" srcId="{EBF80FCD-AFBD-48D2-B477-D2FAA1C67766}" destId="{02BDFD1A-A091-460B-8211-13FAB7E032AC}" srcOrd="0" destOrd="0" parTransId="{10CBFD9C-4E3B-43F8-A79A-2D63566171EC}" sibTransId="{12F6EEEA-F653-4899-B471-FD3742972637}"/>
    <dgm:cxn modelId="{FF6FA69B-CE66-CB41-92F1-153EA8CAAE9C}" type="presParOf" srcId="{7B1818C4-AEDD-A641-98D4-D74F36EB89A5}" destId="{27AD3373-EAB1-0548-8941-C49A54A69001}" srcOrd="0" destOrd="0" presId="urn:microsoft.com/office/officeart/2005/8/layout/vList2"/>
    <dgm:cxn modelId="{D0E06A0B-FDCF-554E-BF08-DC7164C1A6BD}" type="presParOf" srcId="{7B1818C4-AEDD-A641-98D4-D74F36EB89A5}" destId="{C5E901BD-D42E-5E4C-B387-D0BB7A0D0E9B}" srcOrd="1" destOrd="0" presId="urn:microsoft.com/office/officeart/2005/8/layout/vList2"/>
    <dgm:cxn modelId="{C06D4E7A-B21F-2446-9677-997F66CFC861}" type="presParOf" srcId="{7B1818C4-AEDD-A641-98D4-D74F36EB89A5}" destId="{B5D6CD3B-F2AD-E44B-B75B-C3FBE785D053}" srcOrd="2" destOrd="0" presId="urn:microsoft.com/office/officeart/2005/8/layout/vList2"/>
    <dgm:cxn modelId="{B8725F1D-2296-A044-9634-88655D66FF7B}" type="presParOf" srcId="{7B1818C4-AEDD-A641-98D4-D74F36EB89A5}" destId="{C02A22C7-474D-0145-8AAF-7408B48E9FE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5A5D74-0B57-4DE8-9233-7717EFDEEF5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92AD97-0E2D-46E3-BD51-5A3BD69DDC4D}">
      <dgm:prSet/>
      <dgm:spPr/>
      <dgm:t>
        <a:bodyPr/>
        <a:lstStyle/>
        <a:p>
          <a:r>
            <a:rPr lang="en-US"/>
            <a:t>Surveys and Feedback Collection</a:t>
          </a:r>
        </a:p>
      </dgm:t>
    </dgm:pt>
    <dgm:pt modelId="{B66ABF27-C9F5-44B9-AE20-14D3425D0760}" cxnId="{5F10FA53-4454-4A83-829A-0CE9CFCE48EA}" type="parTrans">
      <dgm:prSet/>
      <dgm:spPr/>
      <dgm:t>
        <a:bodyPr/>
        <a:lstStyle/>
        <a:p>
          <a:endParaRPr lang="en-US"/>
        </a:p>
      </dgm:t>
    </dgm:pt>
    <dgm:pt modelId="{A5FEC698-B5EA-489B-BA8F-9BF46429394A}" cxnId="{5F10FA53-4454-4A83-829A-0CE9CFCE48EA}" type="sibTrans">
      <dgm:prSet/>
      <dgm:spPr/>
      <dgm:t>
        <a:bodyPr/>
        <a:lstStyle/>
        <a:p>
          <a:endParaRPr lang="en-US"/>
        </a:p>
      </dgm:t>
    </dgm:pt>
    <dgm:pt modelId="{50956E1C-6DC9-402A-AC75-DCC07ABB3C08}">
      <dgm:prSet/>
      <dgm:spPr/>
      <dgm:t>
        <a:bodyPr/>
        <a:lstStyle/>
        <a:p>
          <a:r>
            <a:rPr lang="en-US"/>
            <a:t>Social Media Listening</a:t>
          </a:r>
        </a:p>
      </dgm:t>
    </dgm:pt>
    <dgm:pt modelId="{724B5760-1361-45EA-830B-790EB7F6BBE7}" cxnId="{6D3AD33E-B76F-43DE-99D3-B74DD0F2AF16}" type="parTrans">
      <dgm:prSet/>
      <dgm:spPr/>
      <dgm:t>
        <a:bodyPr/>
        <a:lstStyle/>
        <a:p>
          <a:endParaRPr lang="en-US"/>
        </a:p>
      </dgm:t>
    </dgm:pt>
    <dgm:pt modelId="{1C77E100-7EF6-4ECB-BE32-1568A64B1133}" cxnId="{6D3AD33E-B76F-43DE-99D3-B74DD0F2AF16}" type="sibTrans">
      <dgm:prSet/>
      <dgm:spPr/>
      <dgm:t>
        <a:bodyPr/>
        <a:lstStyle/>
        <a:p>
          <a:endParaRPr lang="en-US"/>
        </a:p>
      </dgm:t>
    </dgm:pt>
    <dgm:pt modelId="{F1486993-A6F5-4840-848E-6C5F50AEA5C9}">
      <dgm:prSet/>
      <dgm:spPr/>
      <dgm:t>
        <a:bodyPr/>
        <a:lstStyle/>
        <a:p>
          <a:r>
            <a:rPr lang="en-US"/>
            <a:t>Website Analytics</a:t>
          </a:r>
        </a:p>
      </dgm:t>
    </dgm:pt>
    <dgm:pt modelId="{3FA02A8D-01F9-4AC6-AB17-9FF227A001EE}" cxnId="{08B543BA-E3A6-469E-A496-5D7FAFE2D662}" type="parTrans">
      <dgm:prSet/>
      <dgm:spPr/>
      <dgm:t>
        <a:bodyPr/>
        <a:lstStyle/>
        <a:p>
          <a:endParaRPr lang="en-US"/>
        </a:p>
      </dgm:t>
    </dgm:pt>
    <dgm:pt modelId="{D3C6596A-6E3F-45ED-81A6-22B13488AF8F}" cxnId="{08B543BA-E3A6-469E-A496-5D7FAFE2D662}" type="sibTrans">
      <dgm:prSet/>
      <dgm:spPr/>
      <dgm:t>
        <a:bodyPr/>
        <a:lstStyle/>
        <a:p>
          <a:endParaRPr lang="en-US"/>
        </a:p>
      </dgm:t>
    </dgm:pt>
    <dgm:pt modelId="{4A5C9371-836A-504B-8D8D-98971A9D1DD2}" type="pres">
      <dgm:prSet presAssocID="{8E5A5D74-0B57-4DE8-9233-7717EFDEEF5D}" presName="linear" presStyleCnt="0">
        <dgm:presLayoutVars>
          <dgm:animLvl val="lvl"/>
          <dgm:resizeHandles val="exact"/>
        </dgm:presLayoutVars>
      </dgm:prSet>
      <dgm:spPr/>
    </dgm:pt>
    <dgm:pt modelId="{2A3BD93E-DAA9-A846-A3C2-D7413819B059}" type="pres">
      <dgm:prSet presAssocID="{9E92AD97-0E2D-46E3-BD51-5A3BD69DDC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33C494-0FCC-C44E-8A5F-E7EE8C4ED3CE}" type="pres">
      <dgm:prSet presAssocID="{A5FEC698-B5EA-489B-BA8F-9BF46429394A}" presName="spacer" presStyleCnt="0"/>
      <dgm:spPr/>
    </dgm:pt>
    <dgm:pt modelId="{7C7AAE71-D621-DA40-AA03-FAF11A1E9EE3}" type="pres">
      <dgm:prSet presAssocID="{50956E1C-6DC9-402A-AC75-DCC07ABB3C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6D6708-2337-524C-8D24-FB883A6B79EF}" type="pres">
      <dgm:prSet presAssocID="{1C77E100-7EF6-4ECB-BE32-1568A64B1133}" presName="spacer" presStyleCnt="0"/>
      <dgm:spPr/>
    </dgm:pt>
    <dgm:pt modelId="{3AA1E837-3813-5A4B-8095-1AA7E88E8723}" type="pres">
      <dgm:prSet presAssocID="{F1486993-A6F5-4840-848E-6C5F50AEA5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3AD33E-B76F-43DE-99D3-B74DD0F2AF16}" srcId="{8E5A5D74-0B57-4DE8-9233-7717EFDEEF5D}" destId="{50956E1C-6DC9-402A-AC75-DCC07ABB3C08}" srcOrd="1" destOrd="0" parTransId="{724B5760-1361-45EA-830B-790EB7F6BBE7}" sibTransId="{1C77E100-7EF6-4ECB-BE32-1568A64B1133}"/>
    <dgm:cxn modelId="{D6ECB952-D677-A14F-8089-35BBE34BF45E}" type="presOf" srcId="{8E5A5D74-0B57-4DE8-9233-7717EFDEEF5D}" destId="{4A5C9371-836A-504B-8D8D-98971A9D1DD2}" srcOrd="0" destOrd="0" presId="urn:microsoft.com/office/officeart/2005/8/layout/vList2"/>
    <dgm:cxn modelId="{5F10FA53-4454-4A83-829A-0CE9CFCE48EA}" srcId="{8E5A5D74-0B57-4DE8-9233-7717EFDEEF5D}" destId="{9E92AD97-0E2D-46E3-BD51-5A3BD69DDC4D}" srcOrd="0" destOrd="0" parTransId="{B66ABF27-C9F5-44B9-AE20-14D3425D0760}" sibTransId="{A5FEC698-B5EA-489B-BA8F-9BF46429394A}"/>
    <dgm:cxn modelId="{5CEDA783-F463-C746-B740-6496F7B2B64E}" type="presOf" srcId="{50956E1C-6DC9-402A-AC75-DCC07ABB3C08}" destId="{7C7AAE71-D621-DA40-AA03-FAF11A1E9EE3}" srcOrd="0" destOrd="0" presId="urn:microsoft.com/office/officeart/2005/8/layout/vList2"/>
    <dgm:cxn modelId="{08B543BA-E3A6-469E-A496-5D7FAFE2D662}" srcId="{8E5A5D74-0B57-4DE8-9233-7717EFDEEF5D}" destId="{F1486993-A6F5-4840-848E-6C5F50AEA5C9}" srcOrd="2" destOrd="0" parTransId="{3FA02A8D-01F9-4AC6-AB17-9FF227A001EE}" sibTransId="{D3C6596A-6E3F-45ED-81A6-22B13488AF8F}"/>
    <dgm:cxn modelId="{0C987BDA-9854-E246-AD2B-8FE441F0B271}" type="presOf" srcId="{F1486993-A6F5-4840-848E-6C5F50AEA5C9}" destId="{3AA1E837-3813-5A4B-8095-1AA7E88E8723}" srcOrd="0" destOrd="0" presId="urn:microsoft.com/office/officeart/2005/8/layout/vList2"/>
    <dgm:cxn modelId="{72432CF5-6D1D-E647-A7BB-7C519B55ED76}" type="presOf" srcId="{9E92AD97-0E2D-46E3-BD51-5A3BD69DDC4D}" destId="{2A3BD93E-DAA9-A846-A3C2-D7413819B059}" srcOrd="0" destOrd="0" presId="urn:microsoft.com/office/officeart/2005/8/layout/vList2"/>
    <dgm:cxn modelId="{3B668304-D988-C14F-8180-77E27D2BAD32}" type="presParOf" srcId="{4A5C9371-836A-504B-8D8D-98971A9D1DD2}" destId="{2A3BD93E-DAA9-A846-A3C2-D7413819B059}" srcOrd="0" destOrd="0" presId="urn:microsoft.com/office/officeart/2005/8/layout/vList2"/>
    <dgm:cxn modelId="{55A99C18-D069-BC4F-A3F8-BC49AB0BFF7C}" type="presParOf" srcId="{4A5C9371-836A-504B-8D8D-98971A9D1DD2}" destId="{0C33C494-0FCC-C44E-8A5F-E7EE8C4ED3CE}" srcOrd="1" destOrd="0" presId="urn:microsoft.com/office/officeart/2005/8/layout/vList2"/>
    <dgm:cxn modelId="{4A2DF442-EDBA-EA42-9D22-B8760C2F8BD3}" type="presParOf" srcId="{4A5C9371-836A-504B-8D8D-98971A9D1DD2}" destId="{7C7AAE71-D621-DA40-AA03-FAF11A1E9EE3}" srcOrd="2" destOrd="0" presId="urn:microsoft.com/office/officeart/2005/8/layout/vList2"/>
    <dgm:cxn modelId="{686B6C06-52BA-1646-BC0C-467708604A8C}" type="presParOf" srcId="{4A5C9371-836A-504B-8D8D-98971A9D1DD2}" destId="{AE6D6708-2337-524C-8D24-FB883A6B79EF}" srcOrd="3" destOrd="0" presId="urn:microsoft.com/office/officeart/2005/8/layout/vList2"/>
    <dgm:cxn modelId="{15AD7966-32DC-CD43-AF26-EDA7E7C3452A}" type="presParOf" srcId="{4A5C9371-836A-504B-8D8D-98971A9D1DD2}" destId="{3AA1E837-3813-5A4B-8095-1AA7E88E872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676ED8-1114-4E42-8E1C-54002A861C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7667CA-EC8B-40A0-988F-65F10973291B}">
      <dgm:prSet/>
      <dgm:spPr/>
      <dgm:t>
        <a:bodyPr/>
        <a:lstStyle/>
        <a:p>
          <a:r>
            <a:rPr lang="en-US"/>
            <a:t>Why Analyze Competitors?</a:t>
          </a:r>
        </a:p>
      </dgm:t>
    </dgm:pt>
    <dgm:pt modelId="{C28C842A-0D88-41A4-A87D-3E0D3258123A}" cxnId="{AD7BADFC-B150-4133-BEFF-2D81583BDEF3}" type="parTrans">
      <dgm:prSet/>
      <dgm:spPr/>
      <dgm:t>
        <a:bodyPr/>
        <a:lstStyle/>
        <a:p>
          <a:endParaRPr lang="en-US"/>
        </a:p>
      </dgm:t>
    </dgm:pt>
    <dgm:pt modelId="{7B61BB92-10F0-4835-9AD2-B69D161D8913}" cxnId="{AD7BADFC-B150-4133-BEFF-2D81583BDEF3}" type="sibTrans">
      <dgm:prSet/>
      <dgm:spPr/>
      <dgm:t>
        <a:bodyPr/>
        <a:lstStyle/>
        <a:p>
          <a:endParaRPr lang="en-US"/>
        </a:p>
      </dgm:t>
    </dgm:pt>
    <dgm:pt modelId="{A1A52465-3BE4-4DA7-BABA-0624AA70CC0D}">
      <dgm:prSet/>
      <dgm:spPr/>
      <dgm:t>
        <a:bodyPr/>
        <a:lstStyle/>
        <a:p>
          <a:r>
            <a:rPr lang="en-US"/>
            <a:t>Tools for Competitor Research</a:t>
          </a:r>
        </a:p>
      </dgm:t>
    </dgm:pt>
    <dgm:pt modelId="{34D3F32F-F842-4E72-83A6-EEF455122E05}" cxnId="{73609797-A7A6-4F1C-867F-E93AF22E63DE}" type="parTrans">
      <dgm:prSet/>
      <dgm:spPr/>
      <dgm:t>
        <a:bodyPr/>
        <a:lstStyle/>
        <a:p>
          <a:endParaRPr lang="en-US"/>
        </a:p>
      </dgm:t>
    </dgm:pt>
    <dgm:pt modelId="{579AEC63-F4F3-4944-8571-AD961BDAC1F8}" cxnId="{73609797-A7A6-4F1C-867F-E93AF22E63DE}" type="sibTrans">
      <dgm:prSet/>
      <dgm:spPr/>
      <dgm:t>
        <a:bodyPr/>
        <a:lstStyle/>
        <a:p>
          <a:endParaRPr lang="en-US"/>
        </a:p>
      </dgm:t>
    </dgm:pt>
    <dgm:pt modelId="{C8A49300-156D-4CF8-A081-3D66E7A2EAE8}">
      <dgm:prSet/>
      <dgm:spPr/>
      <dgm:t>
        <a:bodyPr/>
        <a:lstStyle/>
        <a:p>
          <a:r>
            <a:rPr lang="en-US"/>
            <a:t>SWOT Analysis</a:t>
          </a:r>
        </a:p>
      </dgm:t>
    </dgm:pt>
    <dgm:pt modelId="{46CC4F23-D658-4B4F-B683-A5E3E3B4D7F5}" cxnId="{572C531F-4EA0-4BEB-92BE-137C74049A83}" type="parTrans">
      <dgm:prSet/>
      <dgm:spPr/>
      <dgm:t>
        <a:bodyPr/>
        <a:lstStyle/>
        <a:p>
          <a:endParaRPr lang="en-US"/>
        </a:p>
      </dgm:t>
    </dgm:pt>
    <dgm:pt modelId="{05097053-37A8-426E-8483-CA9EF61C7708}" cxnId="{572C531F-4EA0-4BEB-92BE-137C74049A83}" type="sibTrans">
      <dgm:prSet/>
      <dgm:spPr/>
      <dgm:t>
        <a:bodyPr/>
        <a:lstStyle/>
        <a:p>
          <a:endParaRPr lang="en-US"/>
        </a:p>
      </dgm:t>
    </dgm:pt>
    <dgm:pt modelId="{51613FD3-039A-6F4E-88E7-6E23A4A7CF5C}" type="pres">
      <dgm:prSet presAssocID="{0B676ED8-1114-4E42-8E1C-54002A861C91}" presName="linear" presStyleCnt="0">
        <dgm:presLayoutVars>
          <dgm:animLvl val="lvl"/>
          <dgm:resizeHandles val="exact"/>
        </dgm:presLayoutVars>
      </dgm:prSet>
      <dgm:spPr/>
    </dgm:pt>
    <dgm:pt modelId="{D510959C-E1B2-0045-9E16-2C0D93829AD6}" type="pres">
      <dgm:prSet presAssocID="{227667CA-EC8B-40A0-988F-65F1097329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F548CF-302E-C24C-BAC9-CBBD7CDF4E28}" type="pres">
      <dgm:prSet presAssocID="{7B61BB92-10F0-4835-9AD2-B69D161D8913}" presName="spacer" presStyleCnt="0"/>
      <dgm:spPr/>
    </dgm:pt>
    <dgm:pt modelId="{244FD393-E289-0646-8BB5-0859C16BF74A}" type="pres">
      <dgm:prSet presAssocID="{A1A52465-3BE4-4DA7-BABA-0624AA70CC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E3740F-0784-6A41-B291-C298BE594C64}" type="pres">
      <dgm:prSet presAssocID="{579AEC63-F4F3-4944-8571-AD961BDAC1F8}" presName="spacer" presStyleCnt="0"/>
      <dgm:spPr/>
    </dgm:pt>
    <dgm:pt modelId="{9F802425-14A0-7147-BD4B-7783A332486E}" type="pres">
      <dgm:prSet presAssocID="{C8A49300-156D-4CF8-A081-3D66E7A2EA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2C531F-4EA0-4BEB-92BE-137C74049A83}" srcId="{0B676ED8-1114-4E42-8E1C-54002A861C91}" destId="{C8A49300-156D-4CF8-A081-3D66E7A2EAE8}" srcOrd="2" destOrd="0" parTransId="{46CC4F23-D658-4B4F-B683-A5E3E3B4D7F5}" sibTransId="{05097053-37A8-426E-8483-CA9EF61C7708}"/>
    <dgm:cxn modelId="{4F0BAD31-DFD3-904A-BEBA-A5AB6730940F}" type="presOf" srcId="{227667CA-EC8B-40A0-988F-65F10973291B}" destId="{D510959C-E1B2-0045-9E16-2C0D93829AD6}" srcOrd="0" destOrd="0" presId="urn:microsoft.com/office/officeart/2005/8/layout/vList2"/>
    <dgm:cxn modelId="{7EB34571-1224-CB4A-84C9-9A75F0527391}" type="presOf" srcId="{0B676ED8-1114-4E42-8E1C-54002A861C91}" destId="{51613FD3-039A-6F4E-88E7-6E23A4A7CF5C}" srcOrd="0" destOrd="0" presId="urn:microsoft.com/office/officeart/2005/8/layout/vList2"/>
    <dgm:cxn modelId="{73609797-A7A6-4F1C-867F-E93AF22E63DE}" srcId="{0B676ED8-1114-4E42-8E1C-54002A861C91}" destId="{A1A52465-3BE4-4DA7-BABA-0624AA70CC0D}" srcOrd="1" destOrd="0" parTransId="{34D3F32F-F842-4E72-83A6-EEF455122E05}" sibTransId="{579AEC63-F4F3-4944-8571-AD961BDAC1F8}"/>
    <dgm:cxn modelId="{0AB09797-05E1-6244-9D9E-426675CEA2E5}" type="presOf" srcId="{C8A49300-156D-4CF8-A081-3D66E7A2EAE8}" destId="{9F802425-14A0-7147-BD4B-7783A332486E}" srcOrd="0" destOrd="0" presId="urn:microsoft.com/office/officeart/2005/8/layout/vList2"/>
    <dgm:cxn modelId="{192FACF8-FD05-714C-85D9-1FCA84E5CE97}" type="presOf" srcId="{A1A52465-3BE4-4DA7-BABA-0624AA70CC0D}" destId="{244FD393-E289-0646-8BB5-0859C16BF74A}" srcOrd="0" destOrd="0" presId="urn:microsoft.com/office/officeart/2005/8/layout/vList2"/>
    <dgm:cxn modelId="{AD7BADFC-B150-4133-BEFF-2D81583BDEF3}" srcId="{0B676ED8-1114-4E42-8E1C-54002A861C91}" destId="{227667CA-EC8B-40A0-988F-65F10973291B}" srcOrd="0" destOrd="0" parTransId="{C28C842A-0D88-41A4-A87D-3E0D3258123A}" sibTransId="{7B61BB92-10F0-4835-9AD2-B69D161D8913}"/>
    <dgm:cxn modelId="{98CC4DDE-F3AC-6249-8C38-EE073B9B2ABA}" type="presParOf" srcId="{51613FD3-039A-6F4E-88E7-6E23A4A7CF5C}" destId="{D510959C-E1B2-0045-9E16-2C0D93829AD6}" srcOrd="0" destOrd="0" presId="urn:microsoft.com/office/officeart/2005/8/layout/vList2"/>
    <dgm:cxn modelId="{09E5DF9C-56D0-0540-87D8-69EBE6333053}" type="presParOf" srcId="{51613FD3-039A-6F4E-88E7-6E23A4A7CF5C}" destId="{F5F548CF-302E-C24C-BAC9-CBBD7CDF4E28}" srcOrd="1" destOrd="0" presId="urn:microsoft.com/office/officeart/2005/8/layout/vList2"/>
    <dgm:cxn modelId="{7A2695BF-1A1B-964A-A210-2C5685B4C8EF}" type="presParOf" srcId="{51613FD3-039A-6F4E-88E7-6E23A4A7CF5C}" destId="{244FD393-E289-0646-8BB5-0859C16BF74A}" srcOrd="2" destOrd="0" presId="urn:microsoft.com/office/officeart/2005/8/layout/vList2"/>
    <dgm:cxn modelId="{DCC154E9-EF97-2148-A5D4-62FA739EDBB3}" type="presParOf" srcId="{51613FD3-039A-6F4E-88E7-6E23A4A7CF5C}" destId="{07E3740F-0784-6A41-B291-C298BE594C64}" srcOrd="3" destOrd="0" presId="urn:microsoft.com/office/officeart/2005/8/layout/vList2"/>
    <dgm:cxn modelId="{9B9A797A-F6A0-E448-AAFE-9730EE3713DA}" type="presParOf" srcId="{51613FD3-039A-6F4E-88E7-6E23A4A7CF5C}" destId="{9F802425-14A0-7147-BD4B-7783A332486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E9D52A-C572-4985-BEAB-F958CE1667C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BB1C91-6C59-467B-90DE-AFAEC75984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SEMrush (SEO &amp; Traffic Analysis)</a:t>
          </a:r>
        </a:p>
      </dgm:t>
    </dgm:pt>
    <dgm:pt modelId="{DCF401AB-D34C-4E64-8692-1E41871A09FE}" cxnId="{1E7AFF32-9630-4D82-937D-2F8C70FF2864}" type="parTrans">
      <dgm:prSet/>
      <dgm:spPr/>
      <dgm:t>
        <a:bodyPr/>
        <a:lstStyle/>
        <a:p>
          <a:endParaRPr lang="en-US"/>
        </a:p>
      </dgm:t>
    </dgm:pt>
    <dgm:pt modelId="{EB755012-3A40-4300-8051-99C54DD4F6F0}" cxnId="{1E7AFF32-9630-4D82-937D-2F8C70FF2864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D0EEDA5-7868-4A1C-A05F-015FDC82E3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Google Alerts (Mentions &amp; Updates)</a:t>
          </a:r>
        </a:p>
      </dgm:t>
    </dgm:pt>
    <dgm:pt modelId="{D924B05F-4BE8-47E6-99DF-867922A95744}" cxnId="{B34EB73D-F48C-4F6B-A67A-FF6CD779D272}" type="parTrans">
      <dgm:prSet/>
      <dgm:spPr/>
      <dgm:t>
        <a:bodyPr/>
        <a:lstStyle/>
        <a:p>
          <a:endParaRPr lang="en-US"/>
        </a:p>
      </dgm:t>
    </dgm:pt>
    <dgm:pt modelId="{9AB65F94-B960-4819-9375-B3990AA87D92}" cxnId="{B34EB73D-F48C-4F6B-A67A-FF6CD779D272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323113-69E5-469F-A0AD-7A685DEDF5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SimilarWeb (Website Traffic Insights)</a:t>
          </a:r>
        </a:p>
      </dgm:t>
    </dgm:pt>
    <dgm:pt modelId="{8AD97F91-A327-4E84-9CB9-30597FF9596B}" cxnId="{DCB69234-F401-4C71-B87E-CC2DD2DDF828}" type="parTrans">
      <dgm:prSet/>
      <dgm:spPr/>
      <dgm:t>
        <a:bodyPr/>
        <a:lstStyle/>
        <a:p>
          <a:endParaRPr lang="en-US"/>
        </a:p>
      </dgm:t>
    </dgm:pt>
    <dgm:pt modelId="{02D40411-6F4E-48A2-9335-5B10C258FAB4}" cxnId="{DCB69234-F401-4C71-B87E-CC2DD2DDF828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171024-1C8E-44D3-8EC5-4FC476833D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Social Media Monitoring Tools</a:t>
          </a:r>
        </a:p>
      </dgm:t>
    </dgm:pt>
    <dgm:pt modelId="{41846CD5-7F53-4B71-8E8C-E0A7ACCA5966}" cxnId="{8E09C5B5-A7C6-4560-B0BC-D4FA61DDD9CD}" type="parTrans">
      <dgm:prSet/>
      <dgm:spPr/>
      <dgm:t>
        <a:bodyPr/>
        <a:lstStyle/>
        <a:p>
          <a:endParaRPr lang="en-US"/>
        </a:p>
      </dgm:t>
    </dgm:pt>
    <dgm:pt modelId="{A50F7A71-9994-4297-AFD5-7DCE0DC13D57}" cxnId="{8E09C5B5-A7C6-4560-B0BC-D4FA61DDD9CD}" type="sibTrans">
      <dgm:prSet/>
      <dgm:spPr/>
      <dgm:t>
        <a:bodyPr/>
        <a:lstStyle/>
        <a:p>
          <a:endParaRPr lang="en-US"/>
        </a:p>
      </dgm:t>
    </dgm:pt>
    <dgm:pt modelId="{70AEC676-195A-478B-8AC2-BDFCC5D8C1D7}" type="pres">
      <dgm:prSet presAssocID="{11E9D52A-C572-4985-BEAB-F958CE1667CF}" presName="root" presStyleCnt="0">
        <dgm:presLayoutVars>
          <dgm:dir/>
          <dgm:resizeHandles val="exact"/>
        </dgm:presLayoutVars>
      </dgm:prSet>
      <dgm:spPr/>
    </dgm:pt>
    <dgm:pt modelId="{4F099B07-58C3-4E02-BB62-DEDFA4400257}" type="pres">
      <dgm:prSet presAssocID="{11E9D52A-C572-4985-BEAB-F958CE1667CF}" presName="container" presStyleCnt="0">
        <dgm:presLayoutVars>
          <dgm:dir/>
          <dgm:resizeHandles val="exact"/>
        </dgm:presLayoutVars>
      </dgm:prSet>
      <dgm:spPr/>
    </dgm:pt>
    <dgm:pt modelId="{7E0BEDA1-3E16-4CF1-B5C7-5FE12B702B3D}" type="pres">
      <dgm:prSet presAssocID="{B1BB1C91-6C59-467B-90DE-AFAEC7598444}" presName="compNode" presStyleCnt="0"/>
      <dgm:spPr/>
    </dgm:pt>
    <dgm:pt modelId="{6C7D3797-04A1-4CEC-9E2B-B6C0565456D5}" type="pres">
      <dgm:prSet presAssocID="{B1BB1C91-6C59-467B-90DE-AFAEC7598444}" presName="iconBgRect" presStyleLbl="bgShp" presStyleIdx="0" presStyleCnt="4"/>
      <dgm:spPr/>
    </dgm:pt>
    <dgm:pt modelId="{6973FABB-EAEA-4D47-8B1B-9418DD82BDBE}" type="pres">
      <dgm:prSet presAssocID="{B1BB1C91-6C59-467B-90DE-AFAEC7598444}" presName="iconRect" presStyleLbl="node1" presStyleIdx="0" presStyleCnt="4"/>
      <dgm:spPr>
        <a:blipFill>
          <a:blip/>
          <a:stretch>
            <a:fillRect/>
          </a:stretch>
        </a:blipFill>
      </dgm:spPr>
    </dgm:pt>
    <dgm:pt modelId="{5BCF3114-1D8E-464A-80EA-A89C8A768B78}" type="pres">
      <dgm:prSet presAssocID="{B1BB1C91-6C59-467B-90DE-AFAEC7598444}" presName="spaceRect" presStyleCnt="0"/>
      <dgm:spPr/>
    </dgm:pt>
    <dgm:pt modelId="{DD1A2FE4-352C-446A-8898-5301E87F9E25}" type="pres">
      <dgm:prSet presAssocID="{B1BB1C91-6C59-467B-90DE-AFAEC7598444}" presName="textRect" presStyleLbl="revTx" presStyleIdx="0" presStyleCnt="4">
        <dgm:presLayoutVars>
          <dgm:chMax val="1"/>
          <dgm:chPref val="1"/>
        </dgm:presLayoutVars>
      </dgm:prSet>
      <dgm:spPr/>
    </dgm:pt>
    <dgm:pt modelId="{B345D391-D60A-47E8-9380-F76653CBA749}" type="pres">
      <dgm:prSet presAssocID="{EB755012-3A40-4300-8051-99C54DD4F6F0}" presName="sibTrans" presStyleLbl="sibTrans2D1" presStyleIdx="0" presStyleCnt="0"/>
      <dgm:spPr/>
    </dgm:pt>
    <dgm:pt modelId="{23BD0B90-EE7E-405C-804B-3C8A8613AFDD}" type="pres">
      <dgm:prSet presAssocID="{1D0EEDA5-7868-4A1C-A05F-015FDC82E337}" presName="compNode" presStyleCnt="0"/>
      <dgm:spPr/>
    </dgm:pt>
    <dgm:pt modelId="{AB980EAE-7EE4-42BF-B566-4BC508F710BE}" type="pres">
      <dgm:prSet presAssocID="{1D0EEDA5-7868-4A1C-A05F-015FDC82E337}" presName="iconBgRect" presStyleLbl="bgShp" presStyleIdx="1" presStyleCnt="4"/>
      <dgm:spPr/>
    </dgm:pt>
    <dgm:pt modelId="{A8BFA45C-2EA4-452E-B94A-1ADD7CE2F820}" type="pres">
      <dgm:prSet presAssocID="{1D0EEDA5-7868-4A1C-A05F-015FDC82E337}" presName="iconRect" presStyleLbl="node1" presStyleIdx="1" presStyleCnt="4"/>
      <dgm:spPr>
        <a:blipFill>
          <a:blip/>
          <a:stretch>
            <a:fillRect/>
          </a:stretch>
        </a:blipFill>
      </dgm:spPr>
    </dgm:pt>
    <dgm:pt modelId="{F4E9E563-9008-4E89-A082-3D8CB5ECEBDA}" type="pres">
      <dgm:prSet presAssocID="{1D0EEDA5-7868-4A1C-A05F-015FDC82E337}" presName="spaceRect" presStyleCnt="0"/>
      <dgm:spPr/>
    </dgm:pt>
    <dgm:pt modelId="{92790AA4-1843-43F0-A4FD-AA2052E69747}" type="pres">
      <dgm:prSet presAssocID="{1D0EEDA5-7868-4A1C-A05F-015FDC82E337}" presName="textRect" presStyleLbl="revTx" presStyleIdx="1" presStyleCnt="4">
        <dgm:presLayoutVars>
          <dgm:chMax val="1"/>
          <dgm:chPref val="1"/>
        </dgm:presLayoutVars>
      </dgm:prSet>
      <dgm:spPr/>
    </dgm:pt>
    <dgm:pt modelId="{753A36CF-82B0-431D-AE29-3A1ACE37F7D0}" type="pres">
      <dgm:prSet presAssocID="{9AB65F94-B960-4819-9375-B3990AA87D92}" presName="sibTrans" presStyleLbl="sibTrans2D1" presStyleIdx="0" presStyleCnt="0"/>
      <dgm:spPr/>
    </dgm:pt>
    <dgm:pt modelId="{3A516294-DDFF-4C71-A4D6-5AF9C7DF73C4}" type="pres">
      <dgm:prSet presAssocID="{F5323113-69E5-469F-A0AD-7A685DEDF5BB}" presName="compNode" presStyleCnt="0"/>
      <dgm:spPr/>
    </dgm:pt>
    <dgm:pt modelId="{6E293239-9EF3-4D21-8881-91AA1C81BDE3}" type="pres">
      <dgm:prSet presAssocID="{F5323113-69E5-469F-A0AD-7A685DEDF5BB}" presName="iconBgRect" presStyleLbl="bgShp" presStyleIdx="2" presStyleCnt="4"/>
      <dgm:spPr/>
    </dgm:pt>
    <dgm:pt modelId="{C1602587-E8B6-4128-93CE-252691F0AEBA}" type="pres">
      <dgm:prSet presAssocID="{F5323113-69E5-469F-A0AD-7A685DEDF5BB}" presName="iconRect" presStyleLbl="node1" presStyleIdx="2" presStyleCnt="4"/>
      <dgm:spPr>
        <a:blipFill>
          <a:blip/>
          <a:stretch>
            <a:fillRect/>
          </a:stretch>
        </a:blipFill>
      </dgm:spPr>
    </dgm:pt>
    <dgm:pt modelId="{46E9CE5C-0299-4C28-8CF6-7C7C402DA059}" type="pres">
      <dgm:prSet presAssocID="{F5323113-69E5-469F-A0AD-7A685DEDF5BB}" presName="spaceRect" presStyleCnt="0"/>
      <dgm:spPr/>
    </dgm:pt>
    <dgm:pt modelId="{F23DE442-404D-4973-9FD7-B2B4DBF80C8C}" type="pres">
      <dgm:prSet presAssocID="{F5323113-69E5-469F-A0AD-7A685DEDF5BB}" presName="textRect" presStyleLbl="revTx" presStyleIdx="2" presStyleCnt="4">
        <dgm:presLayoutVars>
          <dgm:chMax val="1"/>
          <dgm:chPref val="1"/>
        </dgm:presLayoutVars>
      </dgm:prSet>
      <dgm:spPr/>
    </dgm:pt>
    <dgm:pt modelId="{8ACE6BCE-81A0-4DBA-B9EC-EB64CE1A29BD}" type="pres">
      <dgm:prSet presAssocID="{02D40411-6F4E-48A2-9335-5B10C258FAB4}" presName="sibTrans" presStyleLbl="sibTrans2D1" presStyleIdx="0" presStyleCnt="0"/>
      <dgm:spPr/>
    </dgm:pt>
    <dgm:pt modelId="{E33B25ED-94FB-4FA4-BB45-587EFC5F96C1}" type="pres">
      <dgm:prSet presAssocID="{DD171024-1C8E-44D3-8EC5-4FC476833D38}" presName="compNode" presStyleCnt="0"/>
      <dgm:spPr/>
    </dgm:pt>
    <dgm:pt modelId="{66B0310E-130E-44E4-9CAD-B24AF4FADB24}" type="pres">
      <dgm:prSet presAssocID="{DD171024-1C8E-44D3-8EC5-4FC476833D38}" presName="iconBgRect" presStyleLbl="bgShp" presStyleIdx="3" presStyleCnt="4"/>
      <dgm:spPr/>
    </dgm:pt>
    <dgm:pt modelId="{443B4B39-D580-4500-AC92-5B7A07C847A9}" type="pres">
      <dgm:prSet presAssocID="{DD171024-1C8E-44D3-8EC5-4FC476833D38}" presName="iconRect" presStyleLbl="node1" presStyleIdx="3" presStyleCnt="4"/>
      <dgm:spPr>
        <a:blipFill>
          <a:blip/>
          <a:stretch>
            <a:fillRect/>
          </a:stretch>
        </a:blipFill>
      </dgm:spPr>
    </dgm:pt>
    <dgm:pt modelId="{A169B3B8-6BD3-4E70-9376-46C2982C41AB}" type="pres">
      <dgm:prSet presAssocID="{DD171024-1C8E-44D3-8EC5-4FC476833D38}" presName="spaceRect" presStyleCnt="0"/>
      <dgm:spPr/>
    </dgm:pt>
    <dgm:pt modelId="{ACBF8D10-CE28-4C2B-BB78-F15F9BA3EAC9}" type="pres">
      <dgm:prSet presAssocID="{DD171024-1C8E-44D3-8EC5-4FC476833D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E9A206-2C86-4AF2-8ECA-214F9FE35D01}" type="presOf" srcId="{1D0EEDA5-7868-4A1C-A05F-015FDC82E337}" destId="{92790AA4-1843-43F0-A4FD-AA2052E69747}" srcOrd="0" destOrd="0" presId="urn:microsoft.com/office/officeart/2018/2/layout/IconCircleList"/>
    <dgm:cxn modelId="{ADA8B80D-C7B8-41F5-8B50-A3BCA7DCD60F}" type="presOf" srcId="{11E9D52A-C572-4985-BEAB-F958CE1667CF}" destId="{70AEC676-195A-478B-8AC2-BDFCC5D8C1D7}" srcOrd="0" destOrd="0" presId="urn:microsoft.com/office/officeart/2018/2/layout/IconCircleList"/>
    <dgm:cxn modelId="{E0E8E628-F3C3-4583-BA2E-53E2292DE586}" type="presOf" srcId="{EB755012-3A40-4300-8051-99C54DD4F6F0}" destId="{B345D391-D60A-47E8-9380-F76653CBA749}" srcOrd="0" destOrd="0" presId="urn:microsoft.com/office/officeart/2018/2/layout/IconCircleList"/>
    <dgm:cxn modelId="{69119531-BA36-44E4-8766-DA31E657BD52}" type="presOf" srcId="{02D40411-6F4E-48A2-9335-5B10C258FAB4}" destId="{8ACE6BCE-81A0-4DBA-B9EC-EB64CE1A29BD}" srcOrd="0" destOrd="0" presId="urn:microsoft.com/office/officeart/2018/2/layout/IconCircleList"/>
    <dgm:cxn modelId="{1E7AFF32-9630-4D82-937D-2F8C70FF2864}" srcId="{11E9D52A-C572-4985-BEAB-F958CE1667CF}" destId="{B1BB1C91-6C59-467B-90DE-AFAEC7598444}" srcOrd="0" destOrd="0" parTransId="{DCF401AB-D34C-4E64-8692-1E41871A09FE}" sibTransId="{EB755012-3A40-4300-8051-99C54DD4F6F0}"/>
    <dgm:cxn modelId="{DCB69234-F401-4C71-B87E-CC2DD2DDF828}" srcId="{11E9D52A-C572-4985-BEAB-F958CE1667CF}" destId="{F5323113-69E5-469F-A0AD-7A685DEDF5BB}" srcOrd="2" destOrd="0" parTransId="{8AD97F91-A327-4E84-9CB9-30597FF9596B}" sibTransId="{02D40411-6F4E-48A2-9335-5B10C258FAB4}"/>
    <dgm:cxn modelId="{B34EB73D-F48C-4F6B-A67A-FF6CD779D272}" srcId="{11E9D52A-C572-4985-BEAB-F958CE1667CF}" destId="{1D0EEDA5-7868-4A1C-A05F-015FDC82E337}" srcOrd="1" destOrd="0" parTransId="{D924B05F-4BE8-47E6-99DF-867922A95744}" sibTransId="{9AB65F94-B960-4819-9375-B3990AA87D92}"/>
    <dgm:cxn modelId="{8E09C5B5-A7C6-4560-B0BC-D4FA61DDD9CD}" srcId="{11E9D52A-C572-4985-BEAB-F958CE1667CF}" destId="{DD171024-1C8E-44D3-8EC5-4FC476833D38}" srcOrd="3" destOrd="0" parTransId="{41846CD5-7F53-4B71-8E8C-E0A7ACCA5966}" sibTransId="{A50F7A71-9994-4297-AFD5-7DCE0DC13D57}"/>
    <dgm:cxn modelId="{CBC230CA-7A76-4EE0-A8A1-F40FF8F1EEE5}" type="presOf" srcId="{9AB65F94-B960-4819-9375-B3990AA87D92}" destId="{753A36CF-82B0-431D-AE29-3A1ACE37F7D0}" srcOrd="0" destOrd="0" presId="urn:microsoft.com/office/officeart/2018/2/layout/IconCircleList"/>
    <dgm:cxn modelId="{237981D6-B4DC-44F9-B3DC-FD57DFAF9872}" type="presOf" srcId="{B1BB1C91-6C59-467B-90DE-AFAEC7598444}" destId="{DD1A2FE4-352C-446A-8898-5301E87F9E25}" srcOrd="0" destOrd="0" presId="urn:microsoft.com/office/officeart/2018/2/layout/IconCircleList"/>
    <dgm:cxn modelId="{C6BE32EF-B803-49DE-B855-9E2C81EA2331}" type="presOf" srcId="{F5323113-69E5-469F-A0AD-7A685DEDF5BB}" destId="{F23DE442-404D-4973-9FD7-B2B4DBF80C8C}" srcOrd="0" destOrd="0" presId="urn:microsoft.com/office/officeart/2018/2/layout/IconCircleList"/>
    <dgm:cxn modelId="{991F27F6-ABC9-4F15-B962-636B0F96CE07}" type="presOf" srcId="{DD171024-1C8E-44D3-8EC5-4FC476833D38}" destId="{ACBF8D10-CE28-4C2B-BB78-F15F9BA3EAC9}" srcOrd="0" destOrd="0" presId="urn:microsoft.com/office/officeart/2018/2/layout/IconCircleList"/>
    <dgm:cxn modelId="{FF49060B-EBE1-4BB3-A309-BF28E9C13BEF}" type="presParOf" srcId="{70AEC676-195A-478B-8AC2-BDFCC5D8C1D7}" destId="{4F099B07-58C3-4E02-BB62-DEDFA4400257}" srcOrd="0" destOrd="0" presId="urn:microsoft.com/office/officeart/2018/2/layout/IconCircleList"/>
    <dgm:cxn modelId="{213DA673-6A0B-4832-9AF1-D7AE47DF1507}" type="presParOf" srcId="{4F099B07-58C3-4E02-BB62-DEDFA4400257}" destId="{7E0BEDA1-3E16-4CF1-B5C7-5FE12B702B3D}" srcOrd="0" destOrd="0" presId="urn:microsoft.com/office/officeart/2018/2/layout/IconCircleList"/>
    <dgm:cxn modelId="{D0A9B18D-65B5-4A28-9461-E61EEDF8D93F}" type="presParOf" srcId="{7E0BEDA1-3E16-4CF1-B5C7-5FE12B702B3D}" destId="{6C7D3797-04A1-4CEC-9E2B-B6C0565456D5}" srcOrd="0" destOrd="0" presId="urn:microsoft.com/office/officeart/2018/2/layout/IconCircleList"/>
    <dgm:cxn modelId="{8ACF57A5-CE1D-4BA8-B1C2-64E983EA417F}" type="presParOf" srcId="{7E0BEDA1-3E16-4CF1-B5C7-5FE12B702B3D}" destId="{6973FABB-EAEA-4D47-8B1B-9418DD82BDBE}" srcOrd="1" destOrd="0" presId="urn:microsoft.com/office/officeart/2018/2/layout/IconCircleList"/>
    <dgm:cxn modelId="{81280646-D35D-45E9-BA41-639A961DDEC6}" type="presParOf" srcId="{7E0BEDA1-3E16-4CF1-B5C7-5FE12B702B3D}" destId="{5BCF3114-1D8E-464A-80EA-A89C8A768B78}" srcOrd="2" destOrd="0" presId="urn:microsoft.com/office/officeart/2018/2/layout/IconCircleList"/>
    <dgm:cxn modelId="{7E2D4DD3-070C-4734-A082-F277D78223C2}" type="presParOf" srcId="{7E0BEDA1-3E16-4CF1-B5C7-5FE12B702B3D}" destId="{DD1A2FE4-352C-446A-8898-5301E87F9E25}" srcOrd="3" destOrd="0" presId="urn:microsoft.com/office/officeart/2018/2/layout/IconCircleList"/>
    <dgm:cxn modelId="{B8FAD538-BC52-4013-9D9B-25EEAE1A59C9}" type="presParOf" srcId="{4F099B07-58C3-4E02-BB62-DEDFA4400257}" destId="{B345D391-D60A-47E8-9380-F76653CBA749}" srcOrd="1" destOrd="0" presId="urn:microsoft.com/office/officeart/2018/2/layout/IconCircleList"/>
    <dgm:cxn modelId="{0C7B2719-4720-4ECA-A89A-A1AE87DF5E5C}" type="presParOf" srcId="{4F099B07-58C3-4E02-BB62-DEDFA4400257}" destId="{23BD0B90-EE7E-405C-804B-3C8A8613AFDD}" srcOrd="2" destOrd="0" presId="urn:microsoft.com/office/officeart/2018/2/layout/IconCircleList"/>
    <dgm:cxn modelId="{C18A249B-7761-4B69-9236-656B7DC012AB}" type="presParOf" srcId="{23BD0B90-EE7E-405C-804B-3C8A8613AFDD}" destId="{AB980EAE-7EE4-42BF-B566-4BC508F710BE}" srcOrd="0" destOrd="0" presId="urn:microsoft.com/office/officeart/2018/2/layout/IconCircleList"/>
    <dgm:cxn modelId="{D5B7E36B-22D0-4DBE-8CB6-81BEB57A5BBF}" type="presParOf" srcId="{23BD0B90-EE7E-405C-804B-3C8A8613AFDD}" destId="{A8BFA45C-2EA4-452E-B94A-1ADD7CE2F820}" srcOrd="1" destOrd="0" presId="urn:microsoft.com/office/officeart/2018/2/layout/IconCircleList"/>
    <dgm:cxn modelId="{262F4254-39F7-41C7-88F3-8205A59A1165}" type="presParOf" srcId="{23BD0B90-EE7E-405C-804B-3C8A8613AFDD}" destId="{F4E9E563-9008-4E89-A082-3D8CB5ECEBDA}" srcOrd="2" destOrd="0" presId="urn:microsoft.com/office/officeart/2018/2/layout/IconCircleList"/>
    <dgm:cxn modelId="{150B0255-D732-4AE6-9EEF-644D6D1C4FDE}" type="presParOf" srcId="{23BD0B90-EE7E-405C-804B-3C8A8613AFDD}" destId="{92790AA4-1843-43F0-A4FD-AA2052E69747}" srcOrd="3" destOrd="0" presId="urn:microsoft.com/office/officeart/2018/2/layout/IconCircleList"/>
    <dgm:cxn modelId="{ED92BB08-66A0-407D-99FC-5D1C9A35DDE8}" type="presParOf" srcId="{4F099B07-58C3-4E02-BB62-DEDFA4400257}" destId="{753A36CF-82B0-431D-AE29-3A1ACE37F7D0}" srcOrd="3" destOrd="0" presId="urn:microsoft.com/office/officeart/2018/2/layout/IconCircleList"/>
    <dgm:cxn modelId="{43BC2F94-D172-4EBC-A86C-0B47E02F1DBC}" type="presParOf" srcId="{4F099B07-58C3-4E02-BB62-DEDFA4400257}" destId="{3A516294-DDFF-4C71-A4D6-5AF9C7DF73C4}" srcOrd="4" destOrd="0" presId="urn:microsoft.com/office/officeart/2018/2/layout/IconCircleList"/>
    <dgm:cxn modelId="{22F8F7C8-8E7B-479E-B82B-7926AD09F21E}" type="presParOf" srcId="{3A516294-DDFF-4C71-A4D6-5AF9C7DF73C4}" destId="{6E293239-9EF3-4D21-8881-91AA1C81BDE3}" srcOrd="0" destOrd="0" presId="urn:microsoft.com/office/officeart/2018/2/layout/IconCircleList"/>
    <dgm:cxn modelId="{605D05BD-EEF7-4450-8B67-541FD548568A}" type="presParOf" srcId="{3A516294-DDFF-4C71-A4D6-5AF9C7DF73C4}" destId="{C1602587-E8B6-4128-93CE-252691F0AEBA}" srcOrd="1" destOrd="0" presId="urn:microsoft.com/office/officeart/2018/2/layout/IconCircleList"/>
    <dgm:cxn modelId="{B82D338D-A12A-4194-9CFB-252BF786CE7B}" type="presParOf" srcId="{3A516294-DDFF-4C71-A4D6-5AF9C7DF73C4}" destId="{46E9CE5C-0299-4C28-8CF6-7C7C402DA059}" srcOrd="2" destOrd="0" presId="urn:microsoft.com/office/officeart/2018/2/layout/IconCircleList"/>
    <dgm:cxn modelId="{BBEEF09C-04D6-4992-A9C4-B0B7C03C1039}" type="presParOf" srcId="{3A516294-DDFF-4C71-A4D6-5AF9C7DF73C4}" destId="{F23DE442-404D-4973-9FD7-B2B4DBF80C8C}" srcOrd="3" destOrd="0" presId="urn:microsoft.com/office/officeart/2018/2/layout/IconCircleList"/>
    <dgm:cxn modelId="{3744A0F5-2C86-4AF5-9E21-BD895705E951}" type="presParOf" srcId="{4F099B07-58C3-4E02-BB62-DEDFA4400257}" destId="{8ACE6BCE-81A0-4DBA-B9EC-EB64CE1A29BD}" srcOrd="5" destOrd="0" presId="urn:microsoft.com/office/officeart/2018/2/layout/IconCircleList"/>
    <dgm:cxn modelId="{4EAF2F3A-3806-4403-80D7-D4162555BAB9}" type="presParOf" srcId="{4F099B07-58C3-4E02-BB62-DEDFA4400257}" destId="{E33B25ED-94FB-4FA4-BB45-587EFC5F96C1}" srcOrd="6" destOrd="0" presId="urn:microsoft.com/office/officeart/2018/2/layout/IconCircleList"/>
    <dgm:cxn modelId="{45FA2D36-A966-48E3-A853-F9A0543761A8}" type="presParOf" srcId="{E33B25ED-94FB-4FA4-BB45-587EFC5F96C1}" destId="{66B0310E-130E-44E4-9CAD-B24AF4FADB24}" srcOrd="0" destOrd="0" presId="urn:microsoft.com/office/officeart/2018/2/layout/IconCircleList"/>
    <dgm:cxn modelId="{82039A81-D9AE-494E-B474-33301596D8B6}" type="presParOf" srcId="{E33B25ED-94FB-4FA4-BB45-587EFC5F96C1}" destId="{443B4B39-D580-4500-AC92-5B7A07C847A9}" srcOrd="1" destOrd="0" presId="urn:microsoft.com/office/officeart/2018/2/layout/IconCircleList"/>
    <dgm:cxn modelId="{E2C159CC-06AB-4183-920D-5C1263853A3B}" type="presParOf" srcId="{E33B25ED-94FB-4FA4-BB45-587EFC5F96C1}" destId="{A169B3B8-6BD3-4E70-9376-46C2982C41AB}" srcOrd="2" destOrd="0" presId="urn:microsoft.com/office/officeart/2018/2/layout/IconCircleList"/>
    <dgm:cxn modelId="{685B1242-2833-450F-AEAA-907F9C313E65}" type="presParOf" srcId="{E33B25ED-94FB-4FA4-BB45-587EFC5F96C1}" destId="{ACBF8D10-CE28-4C2B-BB78-F15F9BA3EAC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3D3B4F-015E-4028-A094-E5CE005917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3DC328-92FA-4F59-A444-C727875CA7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Strengths:</a:t>
          </a:r>
          <a:r>
            <a:rPr lang="en-US"/>
            <a:t> What competitors do well</a:t>
          </a:r>
        </a:p>
      </dgm:t>
    </dgm:pt>
    <dgm:pt modelId="{ED735D8B-1603-492D-84BE-1E0A5AE2EBF0}" cxnId="{47856697-913C-4449-9ADD-1A7B8FEC2334}" type="parTrans">
      <dgm:prSet/>
      <dgm:spPr/>
      <dgm:t>
        <a:bodyPr/>
        <a:lstStyle/>
        <a:p>
          <a:endParaRPr lang="en-US"/>
        </a:p>
      </dgm:t>
    </dgm:pt>
    <dgm:pt modelId="{61897A32-ABF6-49B1-85A5-C678793261C8}" cxnId="{47856697-913C-4449-9ADD-1A7B8FEC2334}" type="sibTrans">
      <dgm:prSet/>
      <dgm:spPr/>
      <dgm:t>
        <a:bodyPr/>
        <a:lstStyle/>
        <a:p>
          <a:endParaRPr lang="en-US"/>
        </a:p>
      </dgm:t>
    </dgm:pt>
    <dgm:pt modelId="{AA9FD02C-6DBB-4E83-B1CE-9DA06E3A2E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Weaknesses:</a:t>
          </a:r>
          <a:r>
            <a:rPr lang="en-US"/>
            <a:t> Areas they lack in</a:t>
          </a:r>
        </a:p>
      </dgm:t>
    </dgm:pt>
    <dgm:pt modelId="{3B6C6987-2A6E-451E-B466-BED65F936923}" cxnId="{56A35213-09C7-40FE-B9FF-37BAFE8BE290}" type="parTrans">
      <dgm:prSet/>
      <dgm:spPr/>
      <dgm:t>
        <a:bodyPr/>
        <a:lstStyle/>
        <a:p>
          <a:endParaRPr lang="en-US"/>
        </a:p>
      </dgm:t>
    </dgm:pt>
    <dgm:pt modelId="{212FE5CB-1A9F-4AEE-9F1A-B09146767D88}" cxnId="{56A35213-09C7-40FE-B9FF-37BAFE8BE290}" type="sibTrans">
      <dgm:prSet/>
      <dgm:spPr/>
      <dgm:t>
        <a:bodyPr/>
        <a:lstStyle/>
        <a:p>
          <a:endParaRPr lang="en-US"/>
        </a:p>
      </dgm:t>
    </dgm:pt>
    <dgm:pt modelId="{1F87284B-DB6B-4BAE-BCDF-E8BE632773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Opportunities:</a:t>
          </a:r>
          <a:r>
            <a:rPr lang="en-US"/>
            <a:t> Gaps in the Market</a:t>
          </a:r>
        </a:p>
      </dgm:t>
    </dgm:pt>
    <dgm:pt modelId="{580E5956-07DB-4E35-A8E6-97C6058C9143}" cxnId="{0DDE724B-CDAD-4F25-91CD-CB30D587B312}" type="parTrans">
      <dgm:prSet/>
      <dgm:spPr/>
      <dgm:t>
        <a:bodyPr/>
        <a:lstStyle/>
        <a:p>
          <a:endParaRPr lang="en-US"/>
        </a:p>
      </dgm:t>
    </dgm:pt>
    <dgm:pt modelId="{D1636FB3-C81A-43F3-B90B-65B4A66721A7}" cxnId="{0DDE724B-CDAD-4F25-91CD-CB30D587B312}" type="sibTrans">
      <dgm:prSet/>
      <dgm:spPr/>
      <dgm:t>
        <a:bodyPr/>
        <a:lstStyle/>
        <a:p>
          <a:endParaRPr lang="en-US"/>
        </a:p>
      </dgm:t>
    </dgm:pt>
    <dgm:pt modelId="{52EEF5BE-5A60-4962-937C-C75506CD66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Threats:</a:t>
          </a:r>
          <a:r>
            <a:rPr lang="en-US"/>
            <a:t> External Factors</a:t>
          </a:r>
        </a:p>
      </dgm:t>
    </dgm:pt>
    <dgm:pt modelId="{2588DB57-87C4-40A6-A832-14D61F301CBD}" cxnId="{E4EA90D9-84EA-460D-B880-2B5E9CABB544}" type="parTrans">
      <dgm:prSet/>
      <dgm:spPr/>
      <dgm:t>
        <a:bodyPr/>
        <a:lstStyle/>
        <a:p>
          <a:endParaRPr lang="en-US"/>
        </a:p>
      </dgm:t>
    </dgm:pt>
    <dgm:pt modelId="{3533C96E-B293-420E-A464-1C9E560D5C75}" cxnId="{E4EA90D9-84EA-460D-B880-2B5E9CABB544}" type="sibTrans">
      <dgm:prSet/>
      <dgm:spPr/>
      <dgm:t>
        <a:bodyPr/>
        <a:lstStyle/>
        <a:p>
          <a:endParaRPr lang="en-US"/>
        </a:p>
      </dgm:t>
    </dgm:pt>
    <dgm:pt modelId="{87B3D9EF-CB64-4667-BB9D-3C0FFDA5EA4F}" type="pres">
      <dgm:prSet presAssocID="{E23D3B4F-015E-4028-A094-E5CE00591772}" presName="root" presStyleCnt="0">
        <dgm:presLayoutVars>
          <dgm:dir/>
          <dgm:resizeHandles val="exact"/>
        </dgm:presLayoutVars>
      </dgm:prSet>
      <dgm:spPr/>
    </dgm:pt>
    <dgm:pt modelId="{3BB96520-D5C0-4583-9BD9-A75C76B3D09B}" type="pres">
      <dgm:prSet presAssocID="{883DC328-92FA-4F59-A444-C727875CA7E3}" presName="compNode" presStyleCnt="0"/>
      <dgm:spPr/>
    </dgm:pt>
    <dgm:pt modelId="{D35409E7-76FC-49EC-B938-8C60D2046380}" type="pres">
      <dgm:prSet presAssocID="{883DC328-92FA-4F59-A444-C727875CA7E3}" presName="bgRect" presStyleLbl="bgShp" presStyleIdx="0" presStyleCnt="4"/>
      <dgm:spPr/>
    </dgm:pt>
    <dgm:pt modelId="{836AEEA9-6858-4337-B3C4-F81840889B85}" type="pres">
      <dgm:prSet presAssocID="{883DC328-92FA-4F59-A444-C727875CA7E3}" presName="iconRect" presStyleLbl="node1" presStyleIdx="0" presStyleCnt="4"/>
      <dgm:spPr>
        <a:blipFill>
          <a:blip/>
          <a:stretch>
            <a:fillRect/>
          </a:stretch>
        </a:blipFill>
      </dgm:spPr>
    </dgm:pt>
    <dgm:pt modelId="{FB876D4A-2C45-4DA8-B576-B2D36DB7E039}" type="pres">
      <dgm:prSet presAssocID="{883DC328-92FA-4F59-A444-C727875CA7E3}" presName="spaceRect" presStyleCnt="0"/>
      <dgm:spPr/>
    </dgm:pt>
    <dgm:pt modelId="{B93F512B-3A3A-4545-89A2-E198693AB98D}" type="pres">
      <dgm:prSet presAssocID="{883DC328-92FA-4F59-A444-C727875CA7E3}" presName="parTx" presStyleLbl="revTx" presStyleIdx="0" presStyleCnt="4">
        <dgm:presLayoutVars>
          <dgm:chMax val="0"/>
          <dgm:chPref val="0"/>
        </dgm:presLayoutVars>
      </dgm:prSet>
      <dgm:spPr/>
    </dgm:pt>
    <dgm:pt modelId="{C824FB9A-52CF-456D-AC24-3F80ECEA55DA}" type="pres">
      <dgm:prSet presAssocID="{61897A32-ABF6-49B1-85A5-C678793261C8}" presName="sibTrans" presStyleCnt="0"/>
      <dgm:spPr/>
    </dgm:pt>
    <dgm:pt modelId="{F4E5ECA8-46B0-40D4-9B4E-29FF4E17BF42}" type="pres">
      <dgm:prSet presAssocID="{AA9FD02C-6DBB-4E83-B1CE-9DA06E3A2E94}" presName="compNode" presStyleCnt="0"/>
      <dgm:spPr/>
    </dgm:pt>
    <dgm:pt modelId="{D7A40EAA-26D2-44E4-B263-8F3536892699}" type="pres">
      <dgm:prSet presAssocID="{AA9FD02C-6DBB-4E83-B1CE-9DA06E3A2E94}" presName="bgRect" presStyleLbl="bgShp" presStyleIdx="1" presStyleCnt="4"/>
      <dgm:spPr/>
    </dgm:pt>
    <dgm:pt modelId="{ACDA2116-8139-4007-9D06-5BBC653FE24C}" type="pres">
      <dgm:prSet presAssocID="{AA9FD02C-6DBB-4E83-B1CE-9DA06E3A2E94}" presName="iconRect" presStyleLbl="node1" presStyleIdx="1" presStyleCnt="4"/>
      <dgm:spPr>
        <a:blipFill>
          <a:blip/>
          <a:stretch>
            <a:fillRect/>
          </a:stretch>
        </a:blipFill>
      </dgm:spPr>
    </dgm:pt>
    <dgm:pt modelId="{DEA22103-1E66-4367-B355-875A05F7501F}" type="pres">
      <dgm:prSet presAssocID="{AA9FD02C-6DBB-4E83-B1CE-9DA06E3A2E94}" presName="spaceRect" presStyleCnt="0"/>
      <dgm:spPr/>
    </dgm:pt>
    <dgm:pt modelId="{DB5AE718-A0D9-4691-9D88-DA38F29B71A8}" type="pres">
      <dgm:prSet presAssocID="{AA9FD02C-6DBB-4E83-B1CE-9DA06E3A2E94}" presName="parTx" presStyleLbl="revTx" presStyleIdx="1" presStyleCnt="4">
        <dgm:presLayoutVars>
          <dgm:chMax val="0"/>
          <dgm:chPref val="0"/>
        </dgm:presLayoutVars>
      </dgm:prSet>
      <dgm:spPr/>
    </dgm:pt>
    <dgm:pt modelId="{2EA2F167-0654-4C0B-8038-2C660D8D8377}" type="pres">
      <dgm:prSet presAssocID="{212FE5CB-1A9F-4AEE-9F1A-B09146767D88}" presName="sibTrans" presStyleCnt="0"/>
      <dgm:spPr/>
    </dgm:pt>
    <dgm:pt modelId="{97FAF5E4-2FC5-44EC-98E6-45FE506ECC20}" type="pres">
      <dgm:prSet presAssocID="{1F87284B-DB6B-4BAE-BCDF-E8BE63277345}" presName="compNode" presStyleCnt="0"/>
      <dgm:spPr/>
    </dgm:pt>
    <dgm:pt modelId="{8F5B93E1-DF26-4599-B6B0-4F0CF652B567}" type="pres">
      <dgm:prSet presAssocID="{1F87284B-DB6B-4BAE-BCDF-E8BE63277345}" presName="bgRect" presStyleLbl="bgShp" presStyleIdx="2" presStyleCnt="4"/>
      <dgm:spPr/>
    </dgm:pt>
    <dgm:pt modelId="{B00EACBE-98FC-4E49-9336-8F55C5741A2A}" type="pres">
      <dgm:prSet presAssocID="{1F87284B-DB6B-4BAE-BCDF-E8BE63277345}" presName="iconRect" presStyleLbl="node1" presStyleIdx="2" presStyleCnt="4"/>
      <dgm:spPr>
        <a:blipFill>
          <a:blip/>
          <a:stretch>
            <a:fillRect/>
          </a:stretch>
        </a:blipFill>
      </dgm:spPr>
    </dgm:pt>
    <dgm:pt modelId="{B10AD48D-DE23-4B67-9F5B-8048DCF2A225}" type="pres">
      <dgm:prSet presAssocID="{1F87284B-DB6B-4BAE-BCDF-E8BE63277345}" presName="spaceRect" presStyleCnt="0"/>
      <dgm:spPr/>
    </dgm:pt>
    <dgm:pt modelId="{5621AFFF-565D-4FDB-BFF2-DC54262482A6}" type="pres">
      <dgm:prSet presAssocID="{1F87284B-DB6B-4BAE-BCDF-E8BE63277345}" presName="parTx" presStyleLbl="revTx" presStyleIdx="2" presStyleCnt="4">
        <dgm:presLayoutVars>
          <dgm:chMax val="0"/>
          <dgm:chPref val="0"/>
        </dgm:presLayoutVars>
      </dgm:prSet>
      <dgm:spPr/>
    </dgm:pt>
    <dgm:pt modelId="{93C509D5-BF12-48A9-AFC1-9D4923E453A9}" type="pres">
      <dgm:prSet presAssocID="{D1636FB3-C81A-43F3-B90B-65B4A66721A7}" presName="sibTrans" presStyleCnt="0"/>
      <dgm:spPr/>
    </dgm:pt>
    <dgm:pt modelId="{21426BDD-552A-4897-A871-3D7E047EAF55}" type="pres">
      <dgm:prSet presAssocID="{52EEF5BE-5A60-4962-937C-C75506CD66CB}" presName="compNode" presStyleCnt="0"/>
      <dgm:spPr/>
    </dgm:pt>
    <dgm:pt modelId="{5B6EA1B9-99F5-4466-A690-C1F7A19ACF9C}" type="pres">
      <dgm:prSet presAssocID="{52EEF5BE-5A60-4962-937C-C75506CD66CB}" presName="bgRect" presStyleLbl="bgShp" presStyleIdx="3" presStyleCnt="4"/>
      <dgm:spPr/>
    </dgm:pt>
    <dgm:pt modelId="{51F0E739-169C-43B1-9F5B-BB820B0005F2}" type="pres">
      <dgm:prSet presAssocID="{52EEF5BE-5A60-4962-937C-C75506CD66CB}" presName="iconRect" presStyleLbl="node1" presStyleIdx="3" presStyleCnt="4"/>
      <dgm:spPr>
        <a:blipFill>
          <a:blip/>
          <a:stretch>
            <a:fillRect/>
          </a:stretch>
        </a:blipFill>
      </dgm:spPr>
    </dgm:pt>
    <dgm:pt modelId="{3A202BAD-8FEE-4436-A490-61A12094CBE3}" type="pres">
      <dgm:prSet presAssocID="{52EEF5BE-5A60-4962-937C-C75506CD66CB}" presName="spaceRect" presStyleCnt="0"/>
      <dgm:spPr/>
    </dgm:pt>
    <dgm:pt modelId="{02B26AFD-5B7B-4910-8296-444769ADF8A7}" type="pres">
      <dgm:prSet presAssocID="{52EEF5BE-5A60-4962-937C-C75506CD66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A35213-09C7-40FE-B9FF-37BAFE8BE290}" srcId="{E23D3B4F-015E-4028-A094-E5CE00591772}" destId="{AA9FD02C-6DBB-4E83-B1CE-9DA06E3A2E94}" srcOrd="1" destOrd="0" parTransId="{3B6C6987-2A6E-451E-B466-BED65F936923}" sibTransId="{212FE5CB-1A9F-4AEE-9F1A-B09146767D88}"/>
    <dgm:cxn modelId="{915D9214-3422-4F77-9937-1C7C1714CB95}" type="presOf" srcId="{1F87284B-DB6B-4BAE-BCDF-E8BE63277345}" destId="{5621AFFF-565D-4FDB-BFF2-DC54262482A6}" srcOrd="0" destOrd="0" presId="urn:microsoft.com/office/officeart/2018/2/layout/IconVerticalSolidList"/>
    <dgm:cxn modelId="{12A1A017-8CC9-4220-95EA-B138F6056EE0}" type="presOf" srcId="{52EEF5BE-5A60-4962-937C-C75506CD66CB}" destId="{02B26AFD-5B7B-4910-8296-444769ADF8A7}" srcOrd="0" destOrd="0" presId="urn:microsoft.com/office/officeart/2018/2/layout/IconVerticalSolidList"/>
    <dgm:cxn modelId="{0DDE724B-CDAD-4F25-91CD-CB30D587B312}" srcId="{E23D3B4F-015E-4028-A094-E5CE00591772}" destId="{1F87284B-DB6B-4BAE-BCDF-E8BE63277345}" srcOrd="2" destOrd="0" parTransId="{580E5956-07DB-4E35-A8E6-97C6058C9143}" sibTransId="{D1636FB3-C81A-43F3-B90B-65B4A66721A7}"/>
    <dgm:cxn modelId="{63DDFD88-079E-4EE2-B1CA-5D117B3E657F}" type="presOf" srcId="{AA9FD02C-6DBB-4E83-B1CE-9DA06E3A2E94}" destId="{DB5AE718-A0D9-4691-9D88-DA38F29B71A8}" srcOrd="0" destOrd="0" presId="urn:microsoft.com/office/officeart/2018/2/layout/IconVerticalSolidList"/>
    <dgm:cxn modelId="{47856697-913C-4449-9ADD-1A7B8FEC2334}" srcId="{E23D3B4F-015E-4028-A094-E5CE00591772}" destId="{883DC328-92FA-4F59-A444-C727875CA7E3}" srcOrd="0" destOrd="0" parTransId="{ED735D8B-1603-492D-84BE-1E0A5AE2EBF0}" sibTransId="{61897A32-ABF6-49B1-85A5-C678793261C8}"/>
    <dgm:cxn modelId="{E013DEBE-2A21-4CF3-A7C3-CB3582E4875F}" type="presOf" srcId="{E23D3B4F-015E-4028-A094-E5CE00591772}" destId="{87B3D9EF-CB64-4667-BB9D-3C0FFDA5EA4F}" srcOrd="0" destOrd="0" presId="urn:microsoft.com/office/officeart/2018/2/layout/IconVerticalSolidList"/>
    <dgm:cxn modelId="{E4EA90D9-84EA-460D-B880-2B5E9CABB544}" srcId="{E23D3B4F-015E-4028-A094-E5CE00591772}" destId="{52EEF5BE-5A60-4962-937C-C75506CD66CB}" srcOrd="3" destOrd="0" parTransId="{2588DB57-87C4-40A6-A832-14D61F301CBD}" sibTransId="{3533C96E-B293-420E-A464-1C9E560D5C75}"/>
    <dgm:cxn modelId="{8C184BEC-F622-4709-AE52-A0F161A49AF3}" type="presOf" srcId="{883DC328-92FA-4F59-A444-C727875CA7E3}" destId="{B93F512B-3A3A-4545-89A2-E198693AB98D}" srcOrd="0" destOrd="0" presId="urn:microsoft.com/office/officeart/2018/2/layout/IconVerticalSolidList"/>
    <dgm:cxn modelId="{77EC7949-D96C-4655-902A-F7D7AD8913EC}" type="presParOf" srcId="{87B3D9EF-CB64-4667-BB9D-3C0FFDA5EA4F}" destId="{3BB96520-D5C0-4583-9BD9-A75C76B3D09B}" srcOrd="0" destOrd="0" presId="urn:microsoft.com/office/officeart/2018/2/layout/IconVerticalSolidList"/>
    <dgm:cxn modelId="{B03B14F7-951D-48D2-92E1-46779E87632B}" type="presParOf" srcId="{3BB96520-D5C0-4583-9BD9-A75C76B3D09B}" destId="{D35409E7-76FC-49EC-B938-8C60D2046380}" srcOrd="0" destOrd="0" presId="urn:microsoft.com/office/officeart/2018/2/layout/IconVerticalSolidList"/>
    <dgm:cxn modelId="{E0690C84-4780-4F01-8E26-81A54BF18C9E}" type="presParOf" srcId="{3BB96520-D5C0-4583-9BD9-A75C76B3D09B}" destId="{836AEEA9-6858-4337-B3C4-F81840889B85}" srcOrd="1" destOrd="0" presId="urn:microsoft.com/office/officeart/2018/2/layout/IconVerticalSolidList"/>
    <dgm:cxn modelId="{F375624F-CA20-4FAF-B202-EB5BE62400ED}" type="presParOf" srcId="{3BB96520-D5C0-4583-9BD9-A75C76B3D09B}" destId="{FB876D4A-2C45-4DA8-B576-B2D36DB7E039}" srcOrd="2" destOrd="0" presId="urn:microsoft.com/office/officeart/2018/2/layout/IconVerticalSolidList"/>
    <dgm:cxn modelId="{BAC92674-DF66-48A1-8362-BD4D3EECBCE5}" type="presParOf" srcId="{3BB96520-D5C0-4583-9BD9-A75C76B3D09B}" destId="{B93F512B-3A3A-4545-89A2-E198693AB98D}" srcOrd="3" destOrd="0" presId="urn:microsoft.com/office/officeart/2018/2/layout/IconVerticalSolidList"/>
    <dgm:cxn modelId="{CF6E18D9-AD6C-4AD7-8AC8-67AF195B2C98}" type="presParOf" srcId="{87B3D9EF-CB64-4667-BB9D-3C0FFDA5EA4F}" destId="{C824FB9A-52CF-456D-AC24-3F80ECEA55DA}" srcOrd="1" destOrd="0" presId="urn:microsoft.com/office/officeart/2018/2/layout/IconVerticalSolidList"/>
    <dgm:cxn modelId="{40E6BEEC-BEE8-4803-BB89-7A02554B4344}" type="presParOf" srcId="{87B3D9EF-CB64-4667-BB9D-3C0FFDA5EA4F}" destId="{F4E5ECA8-46B0-40D4-9B4E-29FF4E17BF42}" srcOrd="2" destOrd="0" presId="urn:microsoft.com/office/officeart/2018/2/layout/IconVerticalSolidList"/>
    <dgm:cxn modelId="{70EBABCA-939E-463A-AC71-BBF51A1FD3E0}" type="presParOf" srcId="{F4E5ECA8-46B0-40D4-9B4E-29FF4E17BF42}" destId="{D7A40EAA-26D2-44E4-B263-8F3536892699}" srcOrd="0" destOrd="0" presId="urn:microsoft.com/office/officeart/2018/2/layout/IconVerticalSolidList"/>
    <dgm:cxn modelId="{FE4B15E9-A4F1-4256-A528-881DFF017754}" type="presParOf" srcId="{F4E5ECA8-46B0-40D4-9B4E-29FF4E17BF42}" destId="{ACDA2116-8139-4007-9D06-5BBC653FE24C}" srcOrd="1" destOrd="0" presId="urn:microsoft.com/office/officeart/2018/2/layout/IconVerticalSolidList"/>
    <dgm:cxn modelId="{54FA2D17-C82F-418F-8909-3616F305CB19}" type="presParOf" srcId="{F4E5ECA8-46B0-40D4-9B4E-29FF4E17BF42}" destId="{DEA22103-1E66-4367-B355-875A05F7501F}" srcOrd="2" destOrd="0" presId="urn:microsoft.com/office/officeart/2018/2/layout/IconVerticalSolidList"/>
    <dgm:cxn modelId="{3BE0BFC0-18B6-4DE5-AD5B-6228F7546FB1}" type="presParOf" srcId="{F4E5ECA8-46B0-40D4-9B4E-29FF4E17BF42}" destId="{DB5AE718-A0D9-4691-9D88-DA38F29B71A8}" srcOrd="3" destOrd="0" presId="urn:microsoft.com/office/officeart/2018/2/layout/IconVerticalSolidList"/>
    <dgm:cxn modelId="{9F7B0AEE-D254-4B3D-8C13-4AE63DF90AFC}" type="presParOf" srcId="{87B3D9EF-CB64-4667-BB9D-3C0FFDA5EA4F}" destId="{2EA2F167-0654-4C0B-8038-2C660D8D8377}" srcOrd="3" destOrd="0" presId="urn:microsoft.com/office/officeart/2018/2/layout/IconVerticalSolidList"/>
    <dgm:cxn modelId="{4D84992E-377E-4181-9E15-D4B898CC1A96}" type="presParOf" srcId="{87B3D9EF-CB64-4667-BB9D-3C0FFDA5EA4F}" destId="{97FAF5E4-2FC5-44EC-98E6-45FE506ECC20}" srcOrd="4" destOrd="0" presId="urn:microsoft.com/office/officeart/2018/2/layout/IconVerticalSolidList"/>
    <dgm:cxn modelId="{E62B8AE9-3AB8-43BE-BF82-93A256D48FD6}" type="presParOf" srcId="{97FAF5E4-2FC5-44EC-98E6-45FE506ECC20}" destId="{8F5B93E1-DF26-4599-B6B0-4F0CF652B567}" srcOrd="0" destOrd="0" presId="urn:microsoft.com/office/officeart/2018/2/layout/IconVerticalSolidList"/>
    <dgm:cxn modelId="{6FD58DDF-4F05-4593-A466-ED47869E7A30}" type="presParOf" srcId="{97FAF5E4-2FC5-44EC-98E6-45FE506ECC20}" destId="{B00EACBE-98FC-4E49-9336-8F55C5741A2A}" srcOrd="1" destOrd="0" presId="urn:microsoft.com/office/officeart/2018/2/layout/IconVerticalSolidList"/>
    <dgm:cxn modelId="{8786A0F0-832B-4CC4-A1EC-82B6F0F3D991}" type="presParOf" srcId="{97FAF5E4-2FC5-44EC-98E6-45FE506ECC20}" destId="{B10AD48D-DE23-4B67-9F5B-8048DCF2A225}" srcOrd="2" destOrd="0" presId="urn:microsoft.com/office/officeart/2018/2/layout/IconVerticalSolidList"/>
    <dgm:cxn modelId="{15BCE1CD-EEA3-4BFC-AA43-63BF9330C61D}" type="presParOf" srcId="{97FAF5E4-2FC5-44EC-98E6-45FE506ECC20}" destId="{5621AFFF-565D-4FDB-BFF2-DC54262482A6}" srcOrd="3" destOrd="0" presId="urn:microsoft.com/office/officeart/2018/2/layout/IconVerticalSolidList"/>
    <dgm:cxn modelId="{2DE9BD57-5511-4F86-A9EC-FBAAA3D0B327}" type="presParOf" srcId="{87B3D9EF-CB64-4667-BB9D-3C0FFDA5EA4F}" destId="{93C509D5-BF12-48A9-AFC1-9D4923E453A9}" srcOrd="5" destOrd="0" presId="urn:microsoft.com/office/officeart/2018/2/layout/IconVerticalSolidList"/>
    <dgm:cxn modelId="{4FD95E1A-EE52-4588-B61E-8EB23CACE168}" type="presParOf" srcId="{87B3D9EF-CB64-4667-BB9D-3C0FFDA5EA4F}" destId="{21426BDD-552A-4897-A871-3D7E047EAF55}" srcOrd="6" destOrd="0" presId="urn:microsoft.com/office/officeart/2018/2/layout/IconVerticalSolidList"/>
    <dgm:cxn modelId="{201A898C-8EA5-4F94-8719-17760D9FA18B}" type="presParOf" srcId="{21426BDD-552A-4897-A871-3D7E047EAF55}" destId="{5B6EA1B9-99F5-4466-A690-C1F7A19ACF9C}" srcOrd="0" destOrd="0" presId="urn:microsoft.com/office/officeart/2018/2/layout/IconVerticalSolidList"/>
    <dgm:cxn modelId="{6562C244-2DCF-47C4-B2FC-CEBC4CD5012A}" type="presParOf" srcId="{21426BDD-552A-4897-A871-3D7E047EAF55}" destId="{51F0E739-169C-43B1-9F5B-BB820B0005F2}" srcOrd="1" destOrd="0" presId="urn:microsoft.com/office/officeart/2018/2/layout/IconVerticalSolidList"/>
    <dgm:cxn modelId="{510C5B68-06A2-4EF6-828D-FB039DDB3264}" type="presParOf" srcId="{21426BDD-552A-4897-A871-3D7E047EAF55}" destId="{3A202BAD-8FEE-4436-A490-61A12094CBE3}" srcOrd="2" destOrd="0" presId="urn:microsoft.com/office/officeart/2018/2/layout/IconVerticalSolidList"/>
    <dgm:cxn modelId="{9F309311-EDEB-4B38-9D0A-E6A5DF3C0C11}" type="presParOf" srcId="{21426BDD-552A-4897-A871-3D7E047EAF55}" destId="{02B26AFD-5B7B-4910-8296-444769ADF8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057BF6F-4510-41B7-B38D-6B1FB4F646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DD0EF0-D0EB-4A4B-AC4B-BC78E396F5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Importance of a Digital Roadmap</a:t>
          </a:r>
        </a:p>
      </dgm:t>
    </dgm:pt>
    <dgm:pt modelId="{3E0CE088-A280-420F-AE87-FAD36384D196}" cxnId="{651897D6-BF85-4D25-8D25-E05DD4512711}" type="parTrans">
      <dgm:prSet/>
      <dgm:spPr/>
      <dgm:t>
        <a:bodyPr/>
        <a:lstStyle/>
        <a:p>
          <a:endParaRPr lang="en-US"/>
        </a:p>
      </dgm:t>
    </dgm:pt>
    <dgm:pt modelId="{809E3FA9-0B48-4987-A091-1EBCAF616BC5}" cxnId="{651897D6-BF85-4D25-8D25-E05DD4512711}" type="sibTrans">
      <dgm:prSet/>
      <dgm:spPr/>
      <dgm:t>
        <a:bodyPr/>
        <a:lstStyle/>
        <a:p>
          <a:endParaRPr lang="en-US"/>
        </a:p>
      </dgm:t>
    </dgm:pt>
    <dgm:pt modelId="{B6C89EA7-9AA5-44CB-87F3-E7978A8E53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Steps to Develop Roadmap</a:t>
          </a:r>
        </a:p>
      </dgm:t>
    </dgm:pt>
    <dgm:pt modelId="{B2AC7FB3-AB70-41A0-9962-7D9D360EAF5D}" cxnId="{69A63CB4-72A2-47A6-B008-5642DD5A325F}" type="parTrans">
      <dgm:prSet/>
      <dgm:spPr/>
      <dgm:t>
        <a:bodyPr/>
        <a:lstStyle/>
        <a:p>
          <a:endParaRPr lang="en-US"/>
        </a:p>
      </dgm:t>
    </dgm:pt>
    <dgm:pt modelId="{55B8F6B5-DCB2-4259-8E02-B224573B3E40}" cxnId="{69A63CB4-72A2-47A6-B008-5642DD5A325F}" type="sibTrans">
      <dgm:prSet/>
      <dgm:spPr/>
      <dgm:t>
        <a:bodyPr/>
        <a:lstStyle/>
        <a:p>
          <a:endParaRPr lang="en-US"/>
        </a:p>
      </dgm:t>
    </dgm:pt>
    <dgm:pt modelId="{C5FB64DC-1D00-45CB-9DD7-F8E1A5BFB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 Allocation</a:t>
          </a:r>
        </a:p>
      </dgm:t>
    </dgm:pt>
    <dgm:pt modelId="{46B6DF3B-EE2E-4D51-9A50-69DBDAE73F0B}" cxnId="{9685B05F-87CF-4CA1-AE8E-98296E042E70}" type="parTrans">
      <dgm:prSet/>
      <dgm:spPr/>
      <dgm:t>
        <a:bodyPr/>
        <a:lstStyle/>
        <a:p>
          <a:endParaRPr lang="en-US"/>
        </a:p>
      </dgm:t>
    </dgm:pt>
    <dgm:pt modelId="{5C5406EF-BF6B-47C7-870E-B8C6C2EBC1D6}" cxnId="{9685B05F-87CF-4CA1-AE8E-98296E042E70}" type="sibTrans">
      <dgm:prSet/>
      <dgm:spPr/>
      <dgm:t>
        <a:bodyPr/>
        <a:lstStyle/>
        <a:p>
          <a:endParaRPr lang="en-US"/>
        </a:p>
      </dgm:t>
    </dgm:pt>
    <dgm:pt modelId="{3DB53D95-8E42-4A4C-992F-0CD37FC6CEA1}" type="pres">
      <dgm:prSet presAssocID="{A057BF6F-4510-41B7-B38D-6B1FB4F64655}" presName="root" presStyleCnt="0">
        <dgm:presLayoutVars>
          <dgm:dir/>
          <dgm:resizeHandles val="exact"/>
        </dgm:presLayoutVars>
      </dgm:prSet>
      <dgm:spPr/>
    </dgm:pt>
    <dgm:pt modelId="{8500CA00-9CE8-4996-BC66-64BE2E955E4C}" type="pres">
      <dgm:prSet presAssocID="{DFDD0EF0-D0EB-4A4B-AC4B-BC78E396F5C6}" presName="compNode" presStyleCnt="0"/>
      <dgm:spPr/>
    </dgm:pt>
    <dgm:pt modelId="{4BDF323C-8D45-4A7F-B49B-3FEE82578E0E}" type="pres">
      <dgm:prSet presAssocID="{DFDD0EF0-D0EB-4A4B-AC4B-BC78E396F5C6}" presName="bgRect" presStyleLbl="bgShp" presStyleIdx="0" presStyleCnt="3"/>
      <dgm:spPr/>
    </dgm:pt>
    <dgm:pt modelId="{10B72EC5-333F-49DB-8E9A-F561ED61525B}" type="pres">
      <dgm:prSet presAssocID="{DFDD0EF0-D0EB-4A4B-AC4B-BC78E396F5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</dgm:pt>
    <dgm:pt modelId="{B44F437C-7EC1-4488-8554-3DFA6A1B699F}" type="pres">
      <dgm:prSet presAssocID="{DFDD0EF0-D0EB-4A4B-AC4B-BC78E396F5C6}" presName="spaceRect" presStyleCnt="0"/>
      <dgm:spPr/>
    </dgm:pt>
    <dgm:pt modelId="{E9649545-3D30-4244-95EA-A1ED7EA0C5AD}" type="pres">
      <dgm:prSet presAssocID="{DFDD0EF0-D0EB-4A4B-AC4B-BC78E396F5C6}" presName="parTx" presStyleLbl="revTx" presStyleIdx="0" presStyleCnt="3">
        <dgm:presLayoutVars>
          <dgm:chMax val="0"/>
          <dgm:chPref val="0"/>
        </dgm:presLayoutVars>
      </dgm:prSet>
      <dgm:spPr/>
    </dgm:pt>
    <dgm:pt modelId="{E0DEB52A-B8B9-46BB-B7C2-0AED6D29E612}" type="pres">
      <dgm:prSet presAssocID="{809E3FA9-0B48-4987-A091-1EBCAF616BC5}" presName="sibTrans" presStyleCnt="0"/>
      <dgm:spPr/>
    </dgm:pt>
    <dgm:pt modelId="{C0A2A096-E2C8-4DF7-B177-F5903E055263}" type="pres">
      <dgm:prSet presAssocID="{B6C89EA7-9AA5-44CB-87F3-E7978A8E53FE}" presName="compNode" presStyleCnt="0"/>
      <dgm:spPr/>
    </dgm:pt>
    <dgm:pt modelId="{E83CE6DC-8870-4A04-B0DC-763291D407B1}" type="pres">
      <dgm:prSet presAssocID="{B6C89EA7-9AA5-44CB-87F3-E7978A8E53FE}" presName="bgRect" presStyleLbl="bgShp" presStyleIdx="1" presStyleCnt="3"/>
      <dgm:spPr/>
    </dgm:pt>
    <dgm:pt modelId="{9CF831A5-063D-4129-9E08-758340D87839}" type="pres">
      <dgm:prSet presAssocID="{B6C89EA7-9AA5-44CB-87F3-E7978A8E53FE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</dgm:pt>
    <dgm:pt modelId="{F0E6AFCF-CF50-42A3-8E43-8DC4E139F4BB}" type="pres">
      <dgm:prSet presAssocID="{B6C89EA7-9AA5-44CB-87F3-E7978A8E53FE}" presName="spaceRect" presStyleCnt="0"/>
      <dgm:spPr/>
    </dgm:pt>
    <dgm:pt modelId="{4FAFAFE1-2694-4379-AFEA-54C553DC103E}" type="pres">
      <dgm:prSet presAssocID="{B6C89EA7-9AA5-44CB-87F3-E7978A8E53FE}" presName="parTx" presStyleLbl="revTx" presStyleIdx="1" presStyleCnt="3">
        <dgm:presLayoutVars>
          <dgm:chMax val="0"/>
          <dgm:chPref val="0"/>
        </dgm:presLayoutVars>
      </dgm:prSet>
      <dgm:spPr/>
    </dgm:pt>
    <dgm:pt modelId="{C7D1D73B-B581-4385-B6EC-BBE9902A98A0}" type="pres">
      <dgm:prSet presAssocID="{55B8F6B5-DCB2-4259-8E02-B224573B3E40}" presName="sibTrans" presStyleCnt="0"/>
      <dgm:spPr/>
    </dgm:pt>
    <dgm:pt modelId="{61B92F8F-3868-4F56-812B-365CAC159314}" type="pres">
      <dgm:prSet presAssocID="{C5FB64DC-1D00-45CB-9DD7-F8E1A5BFB61A}" presName="compNode" presStyleCnt="0"/>
      <dgm:spPr/>
    </dgm:pt>
    <dgm:pt modelId="{B32DDC5C-B277-49FA-ABA5-93B84B8FBA88}" type="pres">
      <dgm:prSet presAssocID="{C5FB64DC-1D00-45CB-9DD7-F8E1A5BFB61A}" presName="bgRect" presStyleLbl="bgShp" presStyleIdx="2" presStyleCnt="3"/>
      <dgm:spPr/>
    </dgm:pt>
    <dgm:pt modelId="{6DD268C6-74F0-4D92-866F-8BE1D0893EE8}" type="pres">
      <dgm:prSet presAssocID="{C5FB64DC-1D00-45CB-9DD7-F8E1A5BFB61A}" presName="iconRect" presStyleLbl="node1" presStyleIdx="2" presStyleCnt="3"/>
      <dgm:spPr>
        <a:blipFill>
          <a:blip/>
          <a:stretch>
            <a:fillRect/>
          </a:stretch>
        </a:blipFill>
      </dgm:spPr>
    </dgm:pt>
    <dgm:pt modelId="{16880E23-30FC-4B57-97BD-AC9CA26BC343}" type="pres">
      <dgm:prSet presAssocID="{C5FB64DC-1D00-45CB-9DD7-F8E1A5BFB61A}" presName="spaceRect" presStyleCnt="0"/>
      <dgm:spPr/>
    </dgm:pt>
    <dgm:pt modelId="{61F4452F-E193-43F9-9341-CF2790AF8605}" type="pres">
      <dgm:prSet presAssocID="{C5FB64DC-1D00-45CB-9DD7-F8E1A5BFB61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8014D11-4D4C-4368-AA0D-1E17BFB0881B}" type="presOf" srcId="{DFDD0EF0-D0EB-4A4B-AC4B-BC78E396F5C6}" destId="{E9649545-3D30-4244-95EA-A1ED7EA0C5AD}" srcOrd="0" destOrd="0" presId="urn:microsoft.com/office/officeart/2018/2/layout/IconVerticalSolidList"/>
    <dgm:cxn modelId="{EA3C4B2F-B6E8-4593-9088-F1BA1B2FCA3B}" type="presOf" srcId="{C5FB64DC-1D00-45CB-9DD7-F8E1A5BFB61A}" destId="{61F4452F-E193-43F9-9341-CF2790AF8605}" srcOrd="0" destOrd="0" presId="urn:microsoft.com/office/officeart/2018/2/layout/IconVerticalSolidList"/>
    <dgm:cxn modelId="{9685B05F-87CF-4CA1-AE8E-98296E042E70}" srcId="{A057BF6F-4510-41B7-B38D-6B1FB4F64655}" destId="{C5FB64DC-1D00-45CB-9DD7-F8E1A5BFB61A}" srcOrd="2" destOrd="0" parTransId="{46B6DF3B-EE2E-4D51-9A50-69DBDAE73F0B}" sibTransId="{5C5406EF-BF6B-47C7-870E-B8C6C2EBC1D6}"/>
    <dgm:cxn modelId="{1A863A6D-01A6-4651-8D1D-6CEFE7214C87}" type="presOf" srcId="{A057BF6F-4510-41B7-B38D-6B1FB4F64655}" destId="{3DB53D95-8E42-4A4C-992F-0CD37FC6CEA1}" srcOrd="0" destOrd="0" presId="urn:microsoft.com/office/officeart/2018/2/layout/IconVerticalSolidList"/>
    <dgm:cxn modelId="{8AB44C7B-A190-4B77-AA52-B8661402DD8D}" type="presOf" srcId="{B6C89EA7-9AA5-44CB-87F3-E7978A8E53FE}" destId="{4FAFAFE1-2694-4379-AFEA-54C553DC103E}" srcOrd="0" destOrd="0" presId="urn:microsoft.com/office/officeart/2018/2/layout/IconVerticalSolidList"/>
    <dgm:cxn modelId="{69A63CB4-72A2-47A6-B008-5642DD5A325F}" srcId="{A057BF6F-4510-41B7-B38D-6B1FB4F64655}" destId="{B6C89EA7-9AA5-44CB-87F3-E7978A8E53FE}" srcOrd="1" destOrd="0" parTransId="{B2AC7FB3-AB70-41A0-9962-7D9D360EAF5D}" sibTransId="{55B8F6B5-DCB2-4259-8E02-B224573B3E40}"/>
    <dgm:cxn modelId="{651897D6-BF85-4D25-8D25-E05DD4512711}" srcId="{A057BF6F-4510-41B7-B38D-6B1FB4F64655}" destId="{DFDD0EF0-D0EB-4A4B-AC4B-BC78E396F5C6}" srcOrd="0" destOrd="0" parTransId="{3E0CE088-A280-420F-AE87-FAD36384D196}" sibTransId="{809E3FA9-0B48-4987-A091-1EBCAF616BC5}"/>
    <dgm:cxn modelId="{AA0FB26B-3004-403B-BB3E-173320892A5C}" type="presParOf" srcId="{3DB53D95-8E42-4A4C-992F-0CD37FC6CEA1}" destId="{8500CA00-9CE8-4996-BC66-64BE2E955E4C}" srcOrd="0" destOrd="0" presId="urn:microsoft.com/office/officeart/2018/2/layout/IconVerticalSolidList"/>
    <dgm:cxn modelId="{7E9CBCCB-D8F3-4744-BE6B-B7379720034B}" type="presParOf" srcId="{8500CA00-9CE8-4996-BC66-64BE2E955E4C}" destId="{4BDF323C-8D45-4A7F-B49B-3FEE82578E0E}" srcOrd="0" destOrd="0" presId="urn:microsoft.com/office/officeart/2018/2/layout/IconVerticalSolidList"/>
    <dgm:cxn modelId="{65F4DDB0-E23F-4FFC-85CA-C2C249F47C23}" type="presParOf" srcId="{8500CA00-9CE8-4996-BC66-64BE2E955E4C}" destId="{10B72EC5-333F-49DB-8E9A-F561ED61525B}" srcOrd="1" destOrd="0" presId="urn:microsoft.com/office/officeart/2018/2/layout/IconVerticalSolidList"/>
    <dgm:cxn modelId="{8CC7C3A5-3355-4FE9-A1E3-23DC74FE2EB0}" type="presParOf" srcId="{8500CA00-9CE8-4996-BC66-64BE2E955E4C}" destId="{B44F437C-7EC1-4488-8554-3DFA6A1B699F}" srcOrd="2" destOrd="0" presId="urn:microsoft.com/office/officeart/2018/2/layout/IconVerticalSolidList"/>
    <dgm:cxn modelId="{C248EDF8-0F02-4631-B595-3A55D53090DE}" type="presParOf" srcId="{8500CA00-9CE8-4996-BC66-64BE2E955E4C}" destId="{E9649545-3D30-4244-95EA-A1ED7EA0C5AD}" srcOrd="3" destOrd="0" presId="urn:microsoft.com/office/officeart/2018/2/layout/IconVerticalSolidList"/>
    <dgm:cxn modelId="{C09363C4-2C13-4979-8305-40DFACF0D01E}" type="presParOf" srcId="{3DB53D95-8E42-4A4C-992F-0CD37FC6CEA1}" destId="{E0DEB52A-B8B9-46BB-B7C2-0AED6D29E612}" srcOrd="1" destOrd="0" presId="urn:microsoft.com/office/officeart/2018/2/layout/IconVerticalSolidList"/>
    <dgm:cxn modelId="{C631BFE7-A1E6-4828-B6F7-F404BAFB7781}" type="presParOf" srcId="{3DB53D95-8E42-4A4C-992F-0CD37FC6CEA1}" destId="{C0A2A096-E2C8-4DF7-B177-F5903E055263}" srcOrd="2" destOrd="0" presId="urn:microsoft.com/office/officeart/2018/2/layout/IconVerticalSolidList"/>
    <dgm:cxn modelId="{7A540352-D4BE-4FF2-82C3-0AB8EAA023C5}" type="presParOf" srcId="{C0A2A096-E2C8-4DF7-B177-F5903E055263}" destId="{E83CE6DC-8870-4A04-B0DC-763291D407B1}" srcOrd="0" destOrd="0" presId="urn:microsoft.com/office/officeart/2018/2/layout/IconVerticalSolidList"/>
    <dgm:cxn modelId="{C4B3AD67-4A8B-40DD-929A-1E975A25E758}" type="presParOf" srcId="{C0A2A096-E2C8-4DF7-B177-F5903E055263}" destId="{9CF831A5-063D-4129-9E08-758340D87839}" srcOrd="1" destOrd="0" presId="urn:microsoft.com/office/officeart/2018/2/layout/IconVerticalSolidList"/>
    <dgm:cxn modelId="{8D549248-AE0B-42D8-B94D-D302BA179B68}" type="presParOf" srcId="{C0A2A096-E2C8-4DF7-B177-F5903E055263}" destId="{F0E6AFCF-CF50-42A3-8E43-8DC4E139F4BB}" srcOrd="2" destOrd="0" presId="urn:microsoft.com/office/officeart/2018/2/layout/IconVerticalSolidList"/>
    <dgm:cxn modelId="{95D8FFB0-BE6B-40ED-A7AD-7DA58A3B5947}" type="presParOf" srcId="{C0A2A096-E2C8-4DF7-B177-F5903E055263}" destId="{4FAFAFE1-2694-4379-AFEA-54C553DC103E}" srcOrd="3" destOrd="0" presId="urn:microsoft.com/office/officeart/2018/2/layout/IconVerticalSolidList"/>
    <dgm:cxn modelId="{A49DE8CE-597D-45FC-92A8-51A3804194CC}" type="presParOf" srcId="{3DB53D95-8E42-4A4C-992F-0CD37FC6CEA1}" destId="{C7D1D73B-B581-4385-B6EC-BBE9902A98A0}" srcOrd="3" destOrd="0" presId="urn:microsoft.com/office/officeart/2018/2/layout/IconVerticalSolidList"/>
    <dgm:cxn modelId="{109E0FA8-C9BE-4A01-9757-ACACB79B0F62}" type="presParOf" srcId="{3DB53D95-8E42-4A4C-992F-0CD37FC6CEA1}" destId="{61B92F8F-3868-4F56-812B-365CAC159314}" srcOrd="4" destOrd="0" presId="urn:microsoft.com/office/officeart/2018/2/layout/IconVerticalSolidList"/>
    <dgm:cxn modelId="{C3B357A4-46C3-495B-AF10-F058FF2A2F08}" type="presParOf" srcId="{61B92F8F-3868-4F56-812B-365CAC159314}" destId="{B32DDC5C-B277-49FA-ABA5-93B84B8FBA88}" srcOrd="0" destOrd="0" presId="urn:microsoft.com/office/officeart/2018/2/layout/IconVerticalSolidList"/>
    <dgm:cxn modelId="{ABE7D810-EBE9-4BD0-847C-AAA69A24A38E}" type="presParOf" srcId="{61B92F8F-3868-4F56-812B-365CAC159314}" destId="{6DD268C6-74F0-4D92-866F-8BE1D0893EE8}" srcOrd="1" destOrd="0" presId="urn:microsoft.com/office/officeart/2018/2/layout/IconVerticalSolidList"/>
    <dgm:cxn modelId="{BF8C4EBC-35F7-47C6-8960-82DEF7B2174A}" type="presParOf" srcId="{61B92F8F-3868-4F56-812B-365CAC159314}" destId="{16880E23-30FC-4B57-97BD-AC9CA26BC343}" srcOrd="2" destOrd="0" presId="urn:microsoft.com/office/officeart/2018/2/layout/IconVerticalSolidList"/>
    <dgm:cxn modelId="{04151C23-7200-41CE-B8FD-23AB380FAC85}" type="presParOf" srcId="{61B92F8F-3868-4F56-812B-365CAC159314}" destId="{61F4452F-E193-43F9-9341-CF2790AF86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2F3F17E-1089-413C-94E3-8BAB2D68EB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A4DB4E-8EE1-46B4-BEB8-5B9586E5F3A3}">
      <dgm:prSet/>
      <dgm:spPr/>
      <dgm:t>
        <a:bodyPr/>
        <a:lstStyle/>
        <a:p>
          <a:r>
            <a:rPr lang="en-US"/>
            <a:t>Define Digital Channels (Website, Social Media, Email Marketing)</a:t>
          </a:r>
        </a:p>
      </dgm:t>
    </dgm:pt>
    <dgm:pt modelId="{A96E5877-1BF0-491D-8EDC-D80C56C79BFD}" cxnId="{C32522CF-9784-4FAA-82EF-14A10B9DBC7C}" type="parTrans">
      <dgm:prSet/>
      <dgm:spPr/>
      <dgm:t>
        <a:bodyPr/>
        <a:lstStyle/>
        <a:p>
          <a:endParaRPr lang="en-US"/>
        </a:p>
      </dgm:t>
    </dgm:pt>
    <dgm:pt modelId="{A3D49811-275C-4885-AA55-99CBEF6F8038}" cxnId="{C32522CF-9784-4FAA-82EF-14A10B9DBC7C}" type="sibTrans">
      <dgm:prSet/>
      <dgm:spPr/>
      <dgm:t>
        <a:bodyPr/>
        <a:lstStyle/>
        <a:p>
          <a:endParaRPr lang="en-US"/>
        </a:p>
      </dgm:t>
    </dgm:pt>
    <dgm:pt modelId="{8EE1BF9E-F65B-47F2-A8D8-0DC27C586052}">
      <dgm:prSet/>
      <dgm:spPr/>
      <dgm:t>
        <a:bodyPr/>
        <a:lstStyle/>
        <a:p>
          <a:r>
            <a:rPr lang="en-US"/>
            <a:t>Content Strategy Development</a:t>
          </a:r>
        </a:p>
      </dgm:t>
    </dgm:pt>
    <dgm:pt modelId="{A7CDB442-3C31-47ED-82F4-ED888F57368A}" cxnId="{5E9E81F9-CB7A-400B-8851-D62F7CB3D25D}" type="parTrans">
      <dgm:prSet/>
      <dgm:spPr/>
      <dgm:t>
        <a:bodyPr/>
        <a:lstStyle/>
        <a:p>
          <a:endParaRPr lang="en-US"/>
        </a:p>
      </dgm:t>
    </dgm:pt>
    <dgm:pt modelId="{D540F3E8-5238-4C84-B169-F8A7FE2AA64D}" cxnId="{5E9E81F9-CB7A-400B-8851-D62F7CB3D25D}" type="sibTrans">
      <dgm:prSet/>
      <dgm:spPr/>
      <dgm:t>
        <a:bodyPr/>
        <a:lstStyle/>
        <a:p>
          <a:endParaRPr lang="en-US"/>
        </a:p>
      </dgm:t>
    </dgm:pt>
    <dgm:pt modelId="{A2260461-4384-486A-AC8A-892041C97335}">
      <dgm:prSet/>
      <dgm:spPr/>
      <dgm:t>
        <a:bodyPr/>
        <a:lstStyle/>
        <a:p>
          <a:r>
            <a:rPr lang="en-US"/>
            <a:t>Timeline for Execution</a:t>
          </a:r>
        </a:p>
      </dgm:t>
    </dgm:pt>
    <dgm:pt modelId="{144037D3-EC7E-4364-AF22-EE5F8A6F3395}" cxnId="{9E72E00D-2E22-4AFA-8ECE-8EFA5263C8D1}" type="parTrans">
      <dgm:prSet/>
      <dgm:spPr/>
      <dgm:t>
        <a:bodyPr/>
        <a:lstStyle/>
        <a:p>
          <a:endParaRPr lang="en-US"/>
        </a:p>
      </dgm:t>
    </dgm:pt>
    <dgm:pt modelId="{7C1E0747-FA33-46D4-ADD8-EB8AF8A1BC24}" cxnId="{9E72E00D-2E22-4AFA-8ECE-8EFA5263C8D1}" type="sibTrans">
      <dgm:prSet/>
      <dgm:spPr/>
      <dgm:t>
        <a:bodyPr/>
        <a:lstStyle/>
        <a:p>
          <a:endParaRPr lang="en-US"/>
        </a:p>
      </dgm:t>
    </dgm:pt>
    <dgm:pt modelId="{E0799B21-EEB7-614C-BC7D-D5DC57B5159A}" type="pres">
      <dgm:prSet presAssocID="{72F3F17E-1089-413C-94E3-8BAB2D68EB66}" presName="linear" presStyleCnt="0">
        <dgm:presLayoutVars>
          <dgm:animLvl val="lvl"/>
          <dgm:resizeHandles val="exact"/>
        </dgm:presLayoutVars>
      </dgm:prSet>
      <dgm:spPr/>
    </dgm:pt>
    <dgm:pt modelId="{45B02F2B-4DAF-B04F-8F8D-7F01A2833868}" type="pres">
      <dgm:prSet presAssocID="{15A4DB4E-8EE1-46B4-BEB8-5B9586E5F3A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7FEF79-B8A7-BF4E-84B0-E86B5EAD6A42}" type="pres">
      <dgm:prSet presAssocID="{A3D49811-275C-4885-AA55-99CBEF6F8038}" presName="spacer" presStyleCnt="0"/>
      <dgm:spPr/>
    </dgm:pt>
    <dgm:pt modelId="{25E7D09E-DD41-A046-9D10-233EFC2414DC}" type="pres">
      <dgm:prSet presAssocID="{8EE1BF9E-F65B-47F2-A8D8-0DC27C5860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70EC8F-CC6C-5E41-9C82-70365BBCC686}" type="pres">
      <dgm:prSet presAssocID="{D540F3E8-5238-4C84-B169-F8A7FE2AA64D}" presName="spacer" presStyleCnt="0"/>
      <dgm:spPr/>
    </dgm:pt>
    <dgm:pt modelId="{1C48ACBF-89D5-DB44-AAC3-80738C4DA863}" type="pres">
      <dgm:prSet presAssocID="{A2260461-4384-486A-AC8A-892041C9733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E72E00D-2E22-4AFA-8ECE-8EFA5263C8D1}" srcId="{72F3F17E-1089-413C-94E3-8BAB2D68EB66}" destId="{A2260461-4384-486A-AC8A-892041C97335}" srcOrd="2" destOrd="0" parTransId="{144037D3-EC7E-4364-AF22-EE5F8A6F3395}" sibTransId="{7C1E0747-FA33-46D4-ADD8-EB8AF8A1BC24}"/>
    <dgm:cxn modelId="{94CF655F-DEE6-0A4D-A09C-DF326263C05F}" type="presOf" srcId="{A2260461-4384-486A-AC8A-892041C97335}" destId="{1C48ACBF-89D5-DB44-AAC3-80738C4DA863}" srcOrd="0" destOrd="0" presId="urn:microsoft.com/office/officeart/2005/8/layout/vList2"/>
    <dgm:cxn modelId="{6840CA63-67C0-804C-9A19-C6BED3E78EA0}" type="presOf" srcId="{72F3F17E-1089-413C-94E3-8BAB2D68EB66}" destId="{E0799B21-EEB7-614C-BC7D-D5DC57B5159A}" srcOrd="0" destOrd="0" presId="urn:microsoft.com/office/officeart/2005/8/layout/vList2"/>
    <dgm:cxn modelId="{C32522CF-9784-4FAA-82EF-14A10B9DBC7C}" srcId="{72F3F17E-1089-413C-94E3-8BAB2D68EB66}" destId="{15A4DB4E-8EE1-46B4-BEB8-5B9586E5F3A3}" srcOrd="0" destOrd="0" parTransId="{A96E5877-1BF0-491D-8EDC-D80C56C79BFD}" sibTransId="{A3D49811-275C-4885-AA55-99CBEF6F8038}"/>
    <dgm:cxn modelId="{4521FDD8-34E4-794D-825D-E86CBEFD292C}" type="presOf" srcId="{15A4DB4E-8EE1-46B4-BEB8-5B9586E5F3A3}" destId="{45B02F2B-4DAF-B04F-8F8D-7F01A2833868}" srcOrd="0" destOrd="0" presId="urn:microsoft.com/office/officeart/2005/8/layout/vList2"/>
    <dgm:cxn modelId="{A3C297E7-A9CC-D541-AA7B-9AA15C635BBF}" type="presOf" srcId="{8EE1BF9E-F65B-47F2-A8D8-0DC27C586052}" destId="{25E7D09E-DD41-A046-9D10-233EFC2414DC}" srcOrd="0" destOrd="0" presId="urn:microsoft.com/office/officeart/2005/8/layout/vList2"/>
    <dgm:cxn modelId="{5E9E81F9-CB7A-400B-8851-D62F7CB3D25D}" srcId="{72F3F17E-1089-413C-94E3-8BAB2D68EB66}" destId="{8EE1BF9E-F65B-47F2-A8D8-0DC27C586052}" srcOrd="1" destOrd="0" parTransId="{A7CDB442-3C31-47ED-82F4-ED888F57368A}" sibTransId="{D540F3E8-5238-4C84-B169-F8A7FE2AA64D}"/>
    <dgm:cxn modelId="{B4517B13-5F7E-934F-8C77-876015645C18}" type="presParOf" srcId="{E0799B21-EEB7-614C-BC7D-D5DC57B5159A}" destId="{45B02F2B-4DAF-B04F-8F8D-7F01A2833868}" srcOrd="0" destOrd="0" presId="urn:microsoft.com/office/officeart/2005/8/layout/vList2"/>
    <dgm:cxn modelId="{CE9A063C-0F79-8E46-890E-55F1CADB1099}" type="presParOf" srcId="{E0799B21-EEB7-614C-BC7D-D5DC57B5159A}" destId="{6A7FEF79-B8A7-BF4E-84B0-E86B5EAD6A42}" srcOrd="1" destOrd="0" presId="urn:microsoft.com/office/officeart/2005/8/layout/vList2"/>
    <dgm:cxn modelId="{A1EE85D2-79E3-EE49-8E40-A413C0BC1F23}" type="presParOf" srcId="{E0799B21-EEB7-614C-BC7D-D5DC57B5159A}" destId="{25E7D09E-DD41-A046-9D10-233EFC2414DC}" srcOrd="2" destOrd="0" presId="urn:microsoft.com/office/officeart/2005/8/layout/vList2"/>
    <dgm:cxn modelId="{5261B8AC-0CEA-CA4E-8993-B6C8A09C80EF}" type="presParOf" srcId="{E0799B21-EEB7-614C-BC7D-D5DC57B5159A}" destId="{F370EC8F-CC6C-5E41-9C82-70365BBCC686}" srcOrd="3" destOrd="0" presId="urn:microsoft.com/office/officeart/2005/8/layout/vList2"/>
    <dgm:cxn modelId="{669440F7-7623-4143-B3F2-B17E971893F4}" type="presParOf" srcId="{E0799B21-EEB7-614C-BC7D-D5DC57B5159A}" destId="{1C48ACBF-89D5-DB44-AAC3-80738C4DA86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46E8C74-2B36-4795-B03F-AAE2C7B474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0716D-AEAF-43C7-A4FF-1CCBEBA1D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Prioritizing Digital Channels</a:t>
          </a:r>
        </a:p>
      </dgm:t>
    </dgm:pt>
    <dgm:pt modelId="{33B33EC7-1EEA-4C70-9EB7-3AAD0CF81E0C}" cxnId="{D25FEB4F-C6BA-4930-BF5C-27112215A064}" type="parTrans">
      <dgm:prSet/>
      <dgm:spPr/>
      <dgm:t>
        <a:bodyPr/>
        <a:lstStyle/>
        <a:p>
          <a:endParaRPr lang="en-US"/>
        </a:p>
      </dgm:t>
    </dgm:pt>
    <dgm:pt modelId="{26E4509E-60E9-420C-9990-3FEF13540B02}" cxnId="{D25FEB4F-C6BA-4930-BF5C-27112215A064}" type="sibTrans">
      <dgm:prSet/>
      <dgm:spPr/>
      <dgm:t>
        <a:bodyPr/>
        <a:lstStyle/>
        <a:p>
          <a:endParaRPr lang="en-US"/>
        </a:p>
      </dgm:t>
    </dgm:pt>
    <dgm:pt modelId="{4700B058-0A96-4BB5-95F8-6A360334EC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Cost Estimation for:</a:t>
          </a:r>
        </a:p>
      </dgm:t>
    </dgm:pt>
    <dgm:pt modelId="{7FE62685-5AF1-4A5B-BAB6-3206BC92CBAB}" cxnId="{A817B8C7-0BCE-4C70-8B2E-C654A50B2AC0}" type="parTrans">
      <dgm:prSet/>
      <dgm:spPr/>
      <dgm:t>
        <a:bodyPr/>
        <a:lstStyle/>
        <a:p>
          <a:endParaRPr lang="en-US"/>
        </a:p>
      </dgm:t>
    </dgm:pt>
    <dgm:pt modelId="{6EE6FAC2-0D38-4E86-942C-055CECC25CB0}" cxnId="{A817B8C7-0BCE-4C70-8B2E-C654A50B2AC0}" type="sibTrans">
      <dgm:prSet/>
      <dgm:spPr/>
      <dgm:t>
        <a:bodyPr/>
        <a:lstStyle/>
        <a:p>
          <a:endParaRPr lang="en-US"/>
        </a:p>
      </dgm:t>
    </dgm:pt>
    <dgm:pt modelId="{70CCDEA2-12AA-429E-BC57-D7725B62D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Website Development</a:t>
          </a:r>
        </a:p>
      </dgm:t>
    </dgm:pt>
    <dgm:pt modelId="{DF56538E-3707-4338-B6BD-9D01E11E6228}" cxnId="{0D5FBD84-A873-4F34-988A-8D5B8C07DFAF}" type="parTrans">
      <dgm:prSet/>
      <dgm:spPr/>
      <dgm:t>
        <a:bodyPr/>
        <a:lstStyle/>
        <a:p>
          <a:endParaRPr lang="en-US"/>
        </a:p>
      </dgm:t>
    </dgm:pt>
    <dgm:pt modelId="{6BC4FB1B-AD4A-41BA-8C1F-B17AD16477E3}" cxnId="{0D5FBD84-A873-4F34-988A-8D5B8C07DFAF}" type="sibTrans">
      <dgm:prSet/>
      <dgm:spPr/>
      <dgm:t>
        <a:bodyPr/>
        <a:lstStyle/>
        <a:p>
          <a:endParaRPr lang="en-US"/>
        </a:p>
      </dgm:t>
    </dgm:pt>
    <dgm:pt modelId="{7B5EB1CE-B7AB-4194-B9CA-722A892203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Social Media Ads</a:t>
          </a:r>
        </a:p>
      </dgm:t>
    </dgm:pt>
    <dgm:pt modelId="{D04BC96D-F30C-4266-B542-3478AAB40E5F}" cxnId="{0AD34AB2-2C53-473D-B76A-6567E9891CC0}" type="parTrans">
      <dgm:prSet/>
      <dgm:spPr/>
      <dgm:t>
        <a:bodyPr/>
        <a:lstStyle/>
        <a:p>
          <a:endParaRPr lang="en-US"/>
        </a:p>
      </dgm:t>
    </dgm:pt>
    <dgm:pt modelId="{2B58A431-03F9-4630-B7CF-5B0D427C1E87}" cxnId="{0AD34AB2-2C53-473D-B76A-6567E9891CC0}" type="sibTrans">
      <dgm:prSet/>
      <dgm:spPr/>
      <dgm:t>
        <a:bodyPr/>
        <a:lstStyle/>
        <a:p>
          <a:endParaRPr lang="en-US"/>
        </a:p>
      </dgm:t>
    </dgm:pt>
    <dgm:pt modelId="{17BA1646-AECE-4835-B0AC-3598B33694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Content Creation</a:t>
          </a:r>
        </a:p>
      </dgm:t>
    </dgm:pt>
    <dgm:pt modelId="{ABB8BE9F-4D50-4778-B9B7-09257EA33A79}" cxnId="{35BFAE12-BD5B-4B43-BFF5-BC90FFA87411}" type="parTrans">
      <dgm:prSet/>
      <dgm:spPr/>
      <dgm:t>
        <a:bodyPr/>
        <a:lstStyle/>
        <a:p>
          <a:endParaRPr lang="en-US"/>
        </a:p>
      </dgm:t>
    </dgm:pt>
    <dgm:pt modelId="{DC4B9063-5902-4D5B-9FF0-E5CA00504818}" cxnId="{35BFAE12-BD5B-4B43-BFF5-BC90FFA87411}" type="sibTrans">
      <dgm:prSet/>
      <dgm:spPr/>
      <dgm:t>
        <a:bodyPr/>
        <a:lstStyle/>
        <a:p>
          <a:endParaRPr lang="en-US"/>
        </a:p>
      </dgm:t>
    </dgm:pt>
    <dgm:pt modelId="{1B20A2AA-49EF-43DB-B91C-3A1310820BC8}" type="pres">
      <dgm:prSet presAssocID="{F46E8C74-2B36-4795-B03F-AAE2C7B474DD}" presName="root" presStyleCnt="0">
        <dgm:presLayoutVars>
          <dgm:dir/>
          <dgm:resizeHandles val="exact"/>
        </dgm:presLayoutVars>
      </dgm:prSet>
      <dgm:spPr/>
    </dgm:pt>
    <dgm:pt modelId="{16BAC761-60DB-4E14-B59A-879C6E89860D}" type="pres">
      <dgm:prSet presAssocID="{06E0716D-AEAF-43C7-A4FF-1CCBEBA1D6F6}" presName="compNode" presStyleCnt="0"/>
      <dgm:spPr/>
    </dgm:pt>
    <dgm:pt modelId="{AB99E4F6-7CE2-4A63-99F6-95A01FF83D63}" type="pres">
      <dgm:prSet presAssocID="{06E0716D-AEAF-43C7-A4FF-1CCBEBA1D6F6}" presName="bgRect" presStyleLbl="bgShp" presStyleIdx="0" presStyleCnt="2"/>
      <dgm:spPr/>
    </dgm:pt>
    <dgm:pt modelId="{D96067F8-E5D6-4EEA-AC6A-1E9E21103691}" type="pres">
      <dgm:prSet presAssocID="{06E0716D-AEAF-43C7-A4FF-1CCBEBA1D6F6}" presName="iconRect" presStyleLbl="node1" presStyleIdx="0" presStyleCnt="2"/>
      <dgm:spPr>
        <a:blipFill>
          <a:blip/>
          <a:stretch>
            <a:fillRect/>
          </a:stretch>
        </a:blipFill>
      </dgm:spPr>
    </dgm:pt>
    <dgm:pt modelId="{708AC2FA-531A-4981-AEC3-A6FBE4C34DDE}" type="pres">
      <dgm:prSet presAssocID="{06E0716D-AEAF-43C7-A4FF-1CCBEBA1D6F6}" presName="spaceRect" presStyleCnt="0"/>
      <dgm:spPr/>
    </dgm:pt>
    <dgm:pt modelId="{596EB339-B053-4576-9FB4-C16E83BBA1F8}" type="pres">
      <dgm:prSet presAssocID="{06E0716D-AEAF-43C7-A4FF-1CCBEBA1D6F6}" presName="parTx" presStyleLbl="revTx" presStyleIdx="0" presStyleCnt="3">
        <dgm:presLayoutVars>
          <dgm:chMax val="0"/>
          <dgm:chPref val="0"/>
        </dgm:presLayoutVars>
      </dgm:prSet>
      <dgm:spPr/>
    </dgm:pt>
    <dgm:pt modelId="{5C3C703E-5348-44AA-924C-B6A10463532E}" type="pres">
      <dgm:prSet presAssocID="{26E4509E-60E9-420C-9990-3FEF13540B02}" presName="sibTrans" presStyleCnt="0"/>
      <dgm:spPr/>
    </dgm:pt>
    <dgm:pt modelId="{E19C7761-B3DC-4FAF-ADA6-5D8B5B292415}" type="pres">
      <dgm:prSet presAssocID="{4700B058-0A96-4BB5-95F8-6A360334ECDB}" presName="compNode" presStyleCnt="0"/>
      <dgm:spPr/>
    </dgm:pt>
    <dgm:pt modelId="{1CB3EE9E-52C3-4E55-A8FB-AEE886E52041}" type="pres">
      <dgm:prSet presAssocID="{4700B058-0A96-4BB5-95F8-6A360334ECDB}" presName="bgRect" presStyleLbl="bgShp" presStyleIdx="1" presStyleCnt="2"/>
      <dgm:spPr/>
    </dgm:pt>
    <dgm:pt modelId="{466D44C3-EA6B-451E-8F8B-E05C50BC4F38}" type="pres">
      <dgm:prSet presAssocID="{4700B058-0A96-4BB5-95F8-6A360334ECDB}" presName="iconRect" presStyleLbl="node1" presStyleIdx="1" presStyleCnt="2"/>
      <dgm:spPr>
        <a:blipFill>
          <a:blip/>
          <a:stretch>
            <a:fillRect/>
          </a:stretch>
        </a:blipFill>
      </dgm:spPr>
    </dgm:pt>
    <dgm:pt modelId="{5F6C125D-64D9-4C94-9E69-8B1B7E2457AE}" type="pres">
      <dgm:prSet presAssocID="{4700B058-0A96-4BB5-95F8-6A360334ECDB}" presName="spaceRect" presStyleCnt="0"/>
      <dgm:spPr/>
    </dgm:pt>
    <dgm:pt modelId="{5B1CF8B3-4D74-4EC7-B44C-7D4EFE22C388}" type="pres">
      <dgm:prSet presAssocID="{4700B058-0A96-4BB5-95F8-6A360334ECDB}" presName="parTx" presStyleLbl="revTx" presStyleIdx="1" presStyleCnt="3">
        <dgm:presLayoutVars>
          <dgm:chMax val="0"/>
          <dgm:chPref val="0"/>
        </dgm:presLayoutVars>
      </dgm:prSet>
      <dgm:spPr/>
    </dgm:pt>
    <dgm:pt modelId="{A12D4C71-AE94-44E6-B406-8B41F9B14DB9}" type="pres">
      <dgm:prSet presAssocID="{4700B058-0A96-4BB5-95F8-6A360334ECDB}" presName="desTx" presStyleLbl="revTx" presStyleIdx="2" presStyleCnt="3">
        <dgm:presLayoutVars/>
      </dgm:prSet>
      <dgm:spPr/>
    </dgm:pt>
  </dgm:ptLst>
  <dgm:cxnLst>
    <dgm:cxn modelId="{48CCC90B-C36B-4D0A-ADD0-A4D7736B646D}" type="presOf" srcId="{17BA1646-AECE-4835-B0AC-3598B33694A2}" destId="{A12D4C71-AE94-44E6-B406-8B41F9B14DB9}" srcOrd="0" destOrd="2" presId="urn:microsoft.com/office/officeart/2018/2/layout/IconVerticalSolidList"/>
    <dgm:cxn modelId="{35BFAE12-BD5B-4B43-BFF5-BC90FFA87411}" srcId="{4700B058-0A96-4BB5-95F8-6A360334ECDB}" destId="{17BA1646-AECE-4835-B0AC-3598B33694A2}" srcOrd="2" destOrd="0" parTransId="{ABB8BE9F-4D50-4778-B9B7-09257EA33A79}" sibTransId="{DC4B9063-5902-4D5B-9FF0-E5CA00504818}"/>
    <dgm:cxn modelId="{9072F61D-6D05-4409-8328-E48CCE74AD51}" type="presOf" srcId="{4700B058-0A96-4BB5-95F8-6A360334ECDB}" destId="{5B1CF8B3-4D74-4EC7-B44C-7D4EFE22C388}" srcOrd="0" destOrd="0" presId="urn:microsoft.com/office/officeart/2018/2/layout/IconVerticalSolidList"/>
    <dgm:cxn modelId="{D25FEB4F-C6BA-4930-BF5C-27112215A064}" srcId="{F46E8C74-2B36-4795-B03F-AAE2C7B474DD}" destId="{06E0716D-AEAF-43C7-A4FF-1CCBEBA1D6F6}" srcOrd="0" destOrd="0" parTransId="{33B33EC7-1EEA-4C70-9EB7-3AAD0CF81E0C}" sibTransId="{26E4509E-60E9-420C-9990-3FEF13540B02}"/>
    <dgm:cxn modelId="{A465EF5B-257C-4FF5-82A4-0CA501DD5481}" type="presOf" srcId="{F46E8C74-2B36-4795-B03F-AAE2C7B474DD}" destId="{1B20A2AA-49EF-43DB-B91C-3A1310820BC8}" srcOrd="0" destOrd="0" presId="urn:microsoft.com/office/officeart/2018/2/layout/IconVerticalSolidList"/>
    <dgm:cxn modelId="{0D5FBD84-A873-4F34-988A-8D5B8C07DFAF}" srcId="{4700B058-0A96-4BB5-95F8-6A360334ECDB}" destId="{70CCDEA2-12AA-429E-BC57-D7725B62D144}" srcOrd="0" destOrd="0" parTransId="{DF56538E-3707-4338-B6BD-9D01E11E6228}" sibTransId="{6BC4FB1B-AD4A-41BA-8C1F-B17AD16477E3}"/>
    <dgm:cxn modelId="{E1108DA1-4B0B-4984-8AB2-60D9BDB9C6EF}" type="presOf" srcId="{70CCDEA2-12AA-429E-BC57-D7725B62D144}" destId="{A12D4C71-AE94-44E6-B406-8B41F9B14DB9}" srcOrd="0" destOrd="0" presId="urn:microsoft.com/office/officeart/2018/2/layout/IconVerticalSolidList"/>
    <dgm:cxn modelId="{53AAEEB1-DEEC-478B-9FB3-81126A96CABF}" type="presOf" srcId="{06E0716D-AEAF-43C7-A4FF-1CCBEBA1D6F6}" destId="{596EB339-B053-4576-9FB4-C16E83BBA1F8}" srcOrd="0" destOrd="0" presId="urn:microsoft.com/office/officeart/2018/2/layout/IconVerticalSolidList"/>
    <dgm:cxn modelId="{0AD34AB2-2C53-473D-B76A-6567E9891CC0}" srcId="{4700B058-0A96-4BB5-95F8-6A360334ECDB}" destId="{7B5EB1CE-B7AB-4194-B9CA-722A89220386}" srcOrd="1" destOrd="0" parTransId="{D04BC96D-F30C-4266-B542-3478AAB40E5F}" sibTransId="{2B58A431-03F9-4630-B7CF-5B0D427C1E87}"/>
    <dgm:cxn modelId="{AF4B5DB6-503A-4719-BEBF-217E49302C53}" type="presOf" srcId="{7B5EB1CE-B7AB-4194-B9CA-722A89220386}" destId="{A12D4C71-AE94-44E6-B406-8B41F9B14DB9}" srcOrd="0" destOrd="1" presId="urn:microsoft.com/office/officeart/2018/2/layout/IconVerticalSolidList"/>
    <dgm:cxn modelId="{A817B8C7-0BCE-4C70-8B2E-C654A50B2AC0}" srcId="{F46E8C74-2B36-4795-B03F-AAE2C7B474DD}" destId="{4700B058-0A96-4BB5-95F8-6A360334ECDB}" srcOrd="1" destOrd="0" parTransId="{7FE62685-5AF1-4A5B-BAB6-3206BC92CBAB}" sibTransId="{6EE6FAC2-0D38-4E86-942C-055CECC25CB0}"/>
    <dgm:cxn modelId="{B64BC55E-AFE8-4A3B-8C13-08B9C8D21BE0}" type="presParOf" srcId="{1B20A2AA-49EF-43DB-B91C-3A1310820BC8}" destId="{16BAC761-60DB-4E14-B59A-879C6E89860D}" srcOrd="0" destOrd="0" presId="urn:microsoft.com/office/officeart/2018/2/layout/IconVerticalSolidList"/>
    <dgm:cxn modelId="{1D72615A-E579-46E7-B03E-7CB5642F5054}" type="presParOf" srcId="{16BAC761-60DB-4E14-B59A-879C6E89860D}" destId="{AB99E4F6-7CE2-4A63-99F6-95A01FF83D63}" srcOrd="0" destOrd="0" presId="urn:microsoft.com/office/officeart/2018/2/layout/IconVerticalSolidList"/>
    <dgm:cxn modelId="{84D06F25-5A35-4876-9F94-E2B36DA8AF45}" type="presParOf" srcId="{16BAC761-60DB-4E14-B59A-879C6E89860D}" destId="{D96067F8-E5D6-4EEA-AC6A-1E9E21103691}" srcOrd="1" destOrd="0" presId="urn:microsoft.com/office/officeart/2018/2/layout/IconVerticalSolidList"/>
    <dgm:cxn modelId="{58B87289-D0EA-4330-9300-414A0BD91F4C}" type="presParOf" srcId="{16BAC761-60DB-4E14-B59A-879C6E89860D}" destId="{708AC2FA-531A-4981-AEC3-A6FBE4C34DDE}" srcOrd="2" destOrd="0" presId="urn:microsoft.com/office/officeart/2018/2/layout/IconVerticalSolidList"/>
    <dgm:cxn modelId="{F114B0F0-3747-4048-97FA-3B9C0E92C92E}" type="presParOf" srcId="{16BAC761-60DB-4E14-B59A-879C6E89860D}" destId="{596EB339-B053-4576-9FB4-C16E83BBA1F8}" srcOrd="3" destOrd="0" presId="urn:microsoft.com/office/officeart/2018/2/layout/IconVerticalSolidList"/>
    <dgm:cxn modelId="{01BF2DF6-DEDB-4D69-A2F1-178201933F81}" type="presParOf" srcId="{1B20A2AA-49EF-43DB-B91C-3A1310820BC8}" destId="{5C3C703E-5348-44AA-924C-B6A10463532E}" srcOrd="1" destOrd="0" presId="urn:microsoft.com/office/officeart/2018/2/layout/IconVerticalSolidList"/>
    <dgm:cxn modelId="{317AD1DD-96D0-4F42-A877-035EDDCCEB48}" type="presParOf" srcId="{1B20A2AA-49EF-43DB-B91C-3A1310820BC8}" destId="{E19C7761-B3DC-4FAF-ADA6-5D8B5B292415}" srcOrd="2" destOrd="0" presId="urn:microsoft.com/office/officeart/2018/2/layout/IconVerticalSolidList"/>
    <dgm:cxn modelId="{A60F6FD7-0834-4E40-AD72-D092E8F8B2EE}" type="presParOf" srcId="{E19C7761-B3DC-4FAF-ADA6-5D8B5B292415}" destId="{1CB3EE9E-52C3-4E55-A8FB-AEE886E52041}" srcOrd="0" destOrd="0" presId="urn:microsoft.com/office/officeart/2018/2/layout/IconVerticalSolidList"/>
    <dgm:cxn modelId="{3028A7E3-5100-4148-ADD4-A4C365F75C90}" type="presParOf" srcId="{E19C7761-B3DC-4FAF-ADA6-5D8B5B292415}" destId="{466D44C3-EA6B-451E-8F8B-E05C50BC4F38}" srcOrd="1" destOrd="0" presId="urn:microsoft.com/office/officeart/2018/2/layout/IconVerticalSolidList"/>
    <dgm:cxn modelId="{C1E7042D-0EB8-41C9-A23B-9FA65F9F4818}" type="presParOf" srcId="{E19C7761-B3DC-4FAF-ADA6-5D8B5B292415}" destId="{5F6C125D-64D9-4C94-9E69-8B1B7E2457AE}" srcOrd="2" destOrd="0" presId="urn:microsoft.com/office/officeart/2018/2/layout/IconVerticalSolidList"/>
    <dgm:cxn modelId="{7A562E78-AFC7-4EB2-AD2E-772B763ED7E0}" type="presParOf" srcId="{E19C7761-B3DC-4FAF-ADA6-5D8B5B292415}" destId="{5B1CF8B3-4D74-4EC7-B44C-7D4EFE22C388}" srcOrd="3" destOrd="0" presId="urn:microsoft.com/office/officeart/2018/2/layout/IconVerticalSolidList"/>
    <dgm:cxn modelId="{4BE7D265-D26E-45E7-AA73-EDC12E40313C}" type="presParOf" srcId="{E19C7761-B3DC-4FAF-ADA6-5D8B5B292415}" destId="{A12D4C71-AE94-44E6-B406-8B41F9B14DB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2412A8D-CC0E-4170-B5AC-8A3E61540F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1CFE9EB-9AF4-4799-A7AF-FC84A230760C}">
      <dgm:prSet/>
      <dgm:spPr/>
      <dgm:t>
        <a:bodyPr/>
        <a:lstStyle/>
        <a:p>
          <a:r>
            <a:rPr lang="en-US"/>
            <a:t>Title Tags</a:t>
          </a:r>
        </a:p>
      </dgm:t>
    </dgm:pt>
    <dgm:pt modelId="{5613AB4D-CB99-4825-8711-780A02ED5F68}" cxnId="{767352CA-066A-4D8C-8093-C088AFECD987}" type="parTrans">
      <dgm:prSet/>
      <dgm:spPr/>
      <dgm:t>
        <a:bodyPr/>
        <a:lstStyle/>
        <a:p>
          <a:endParaRPr lang="en-US"/>
        </a:p>
      </dgm:t>
    </dgm:pt>
    <dgm:pt modelId="{7F5E79DC-1D28-41B4-AC0C-7D3BE081BBE5}" cxnId="{767352CA-066A-4D8C-8093-C088AFECD987}" type="sibTrans">
      <dgm:prSet/>
      <dgm:spPr/>
      <dgm:t>
        <a:bodyPr/>
        <a:lstStyle/>
        <a:p>
          <a:endParaRPr lang="en-US"/>
        </a:p>
      </dgm:t>
    </dgm:pt>
    <dgm:pt modelId="{3DA3F96F-ACAC-4C69-91F0-20916640EFE7}">
      <dgm:prSet/>
      <dgm:spPr/>
      <dgm:t>
        <a:bodyPr/>
        <a:lstStyle/>
        <a:p>
          <a:r>
            <a:rPr lang="en-US"/>
            <a:t>Meta Descriptions</a:t>
          </a:r>
        </a:p>
      </dgm:t>
    </dgm:pt>
    <dgm:pt modelId="{DB33C8AB-11C7-416F-B0D4-E15B29DF17EA}" cxnId="{3A45A9C6-5A19-4C0B-AAE7-C921F8E4C9CD}" type="parTrans">
      <dgm:prSet/>
      <dgm:spPr/>
      <dgm:t>
        <a:bodyPr/>
        <a:lstStyle/>
        <a:p>
          <a:endParaRPr lang="en-US"/>
        </a:p>
      </dgm:t>
    </dgm:pt>
    <dgm:pt modelId="{618655D7-F75D-45AD-92D3-ED05601A880D}" cxnId="{3A45A9C6-5A19-4C0B-AAE7-C921F8E4C9CD}" type="sibTrans">
      <dgm:prSet/>
      <dgm:spPr/>
      <dgm:t>
        <a:bodyPr/>
        <a:lstStyle/>
        <a:p>
          <a:endParaRPr lang="en-US"/>
        </a:p>
      </dgm:t>
    </dgm:pt>
    <dgm:pt modelId="{02121D3B-1111-4986-AEE5-0DE92451C27F}">
      <dgm:prSet/>
      <dgm:spPr/>
      <dgm:t>
        <a:bodyPr/>
        <a:lstStyle/>
        <a:p>
          <a:r>
            <a:rPr lang="en-US"/>
            <a:t>Importance of Keywords in Meta Tags</a:t>
          </a:r>
        </a:p>
      </dgm:t>
    </dgm:pt>
    <dgm:pt modelId="{95C43895-2488-47B0-A5E7-134A354CDE79}" cxnId="{4E9DB53D-51F6-4DF0-AD3D-C2F16BD4F2AA}" type="parTrans">
      <dgm:prSet/>
      <dgm:spPr/>
      <dgm:t>
        <a:bodyPr/>
        <a:lstStyle/>
        <a:p>
          <a:endParaRPr lang="en-US"/>
        </a:p>
      </dgm:t>
    </dgm:pt>
    <dgm:pt modelId="{878F6AF0-97AA-4D7A-9228-969B3162BB5F}" cxnId="{4E9DB53D-51F6-4DF0-AD3D-C2F16BD4F2AA}" type="sibTrans">
      <dgm:prSet/>
      <dgm:spPr/>
      <dgm:t>
        <a:bodyPr/>
        <a:lstStyle/>
        <a:p>
          <a:endParaRPr lang="en-US"/>
        </a:p>
      </dgm:t>
    </dgm:pt>
    <dgm:pt modelId="{1D5D55A4-7803-064B-B459-9103D71626E7}" type="pres">
      <dgm:prSet presAssocID="{02412A8D-CC0E-4170-B5AC-8A3E61540F09}" presName="linear" presStyleCnt="0">
        <dgm:presLayoutVars>
          <dgm:animLvl val="lvl"/>
          <dgm:resizeHandles val="exact"/>
        </dgm:presLayoutVars>
      </dgm:prSet>
      <dgm:spPr/>
    </dgm:pt>
    <dgm:pt modelId="{294D2BE0-A33C-B04D-9FB7-33AD3F602FAD}" type="pres">
      <dgm:prSet presAssocID="{61CFE9EB-9AF4-4799-A7AF-FC84A23076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AF205BF-FB67-4F42-9254-A906BBC8E0EE}" type="pres">
      <dgm:prSet presAssocID="{7F5E79DC-1D28-41B4-AC0C-7D3BE081BBE5}" presName="spacer" presStyleCnt="0"/>
      <dgm:spPr/>
    </dgm:pt>
    <dgm:pt modelId="{D1C47820-F253-014C-8922-55C2679586E6}" type="pres">
      <dgm:prSet presAssocID="{3DA3F96F-ACAC-4C69-91F0-20916640EF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87D42B-3AD8-4240-86EB-4157F4C82B07}" type="pres">
      <dgm:prSet presAssocID="{618655D7-F75D-45AD-92D3-ED05601A880D}" presName="spacer" presStyleCnt="0"/>
      <dgm:spPr/>
    </dgm:pt>
    <dgm:pt modelId="{0B4301D5-F965-694B-9D78-3E2FB867B409}" type="pres">
      <dgm:prSet presAssocID="{02121D3B-1111-4986-AEE5-0DE92451C27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14CF22-A120-3646-8EC0-E167C6604706}" type="presOf" srcId="{02412A8D-CC0E-4170-B5AC-8A3E61540F09}" destId="{1D5D55A4-7803-064B-B459-9103D71626E7}" srcOrd="0" destOrd="0" presId="urn:microsoft.com/office/officeart/2005/8/layout/vList2"/>
    <dgm:cxn modelId="{75CCF72F-E755-2B4D-81EE-86B73195C964}" type="presOf" srcId="{02121D3B-1111-4986-AEE5-0DE92451C27F}" destId="{0B4301D5-F965-694B-9D78-3E2FB867B409}" srcOrd="0" destOrd="0" presId="urn:microsoft.com/office/officeart/2005/8/layout/vList2"/>
    <dgm:cxn modelId="{4E9DB53D-51F6-4DF0-AD3D-C2F16BD4F2AA}" srcId="{02412A8D-CC0E-4170-B5AC-8A3E61540F09}" destId="{02121D3B-1111-4986-AEE5-0DE92451C27F}" srcOrd="2" destOrd="0" parTransId="{95C43895-2488-47B0-A5E7-134A354CDE79}" sibTransId="{878F6AF0-97AA-4D7A-9228-969B3162BB5F}"/>
    <dgm:cxn modelId="{F3FFA793-2320-BE47-B71F-2CF841FF8C5F}" type="presOf" srcId="{3DA3F96F-ACAC-4C69-91F0-20916640EFE7}" destId="{D1C47820-F253-014C-8922-55C2679586E6}" srcOrd="0" destOrd="0" presId="urn:microsoft.com/office/officeart/2005/8/layout/vList2"/>
    <dgm:cxn modelId="{BA0B5AAB-066A-2D48-B266-B39DDC8F4BAF}" type="presOf" srcId="{61CFE9EB-9AF4-4799-A7AF-FC84A230760C}" destId="{294D2BE0-A33C-B04D-9FB7-33AD3F602FAD}" srcOrd="0" destOrd="0" presId="urn:microsoft.com/office/officeart/2005/8/layout/vList2"/>
    <dgm:cxn modelId="{3A45A9C6-5A19-4C0B-AAE7-C921F8E4C9CD}" srcId="{02412A8D-CC0E-4170-B5AC-8A3E61540F09}" destId="{3DA3F96F-ACAC-4C69-91F0-20916640EFE7}" srcOrd="1" destOrd="0" parTransId="{DB33C8AB-11C7-416F-B0D4-E15B29DF17EA}" sibTransId="{618655D7-F75D-45AD-92D3-ED05601A880D}"/>
    <dgm:cxn modelId="{767352CA-066A-4D8C-8093-C088AFECD987}" srcId="{02412A8D-CC0E-4170-B5AC-8A3E61540F09}" destId="{61CFE9EB-9AF4-4799-A7AF-FC84A230760C}" srcOrd="0" destOrd="0" parTransId="{5613AB4D-CB99-4825-8711-780A02ED5F68}" sibTransId="{7F5E79DC-1D28-41B4-AC0C-7D3BE081BBE5}"/>
    <dgm:cxn modelId="{166340B9-3480-2D41-8E79-ACFBC9AF50AD}" type="presParOf" srcId="{1D5D55A4-7803-064B-B459-9103D71626E7}" destId="{294D2BE0-A33C-B04D-9FB7-33AD3F602FAD}" srcOrd="0" destOrd="0" presId="urn:microsoft.com/office/officeart/2005/8/layout/vList2"/>
    <dgm:cxn modelId="{F2B5C436-748A-4F40-8F3D-B4226B429B13}" type="presParOf" srcId="{1D5D55A4-7803-064B-B459-9103D71626E7}" destId="{FAF205BF-FB67-4F42-9254-A906BBC8E0EE}" srcOrd="1" destOrd="0" presId="urn:microsoft.com/office/officeart/2005/8/layout/vList2"/>
    <dgm:cxn modelId="{7E01673A-DBD3-1644-98E4-A6A5BE2CAC53}" type="presParOf" srcId="{1D5D55A4-7803-064B-B459-9103D71626E7}" destId="{D1C47820-F253-014C-8922-55C2679586E6}" srcOrd="2" destOrd="0" presId="urn:microsoft.com/office/officeart/2005/8/layout/vList2"/>
    <dgm:cxn modelId="{92B4814C-687F-CD4A-8D28-DEF44ADC4B60}" type="presParOf" srcId="{1D5D55A4-7803-064B-B459-9103D71626E7}" destId="{2B87D42B-3AD8-4240-86EB-4157F4C82B07}" srcOrd="3" destOrd="0" presId="urn:microsoft.com/office/officeart/2005/8/layout/vList2"/>
    <dgm:cxn modelId="{DAF37AD6-6457-1E4D-84D7-70772D264190}" type="presParOf" srcId="{1D5D55A4-7803-064B-B459-9103D71626E7}" destId="{0B4301D5-F965-694B-9D78-3E2FB867B40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F946284-FC48-4950-B842-8F05D63AA20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7478B3-B5D4-4394-A4D3-D74193608B03}">
      <dgm:prSet/>
      <dgm:spPr/>
      <dgm:t>
        <a:bodyPr/>
        <a:lstStyle/>
        <a:p>
          <a:r>
            <a:rPr lang="en-US"/>
            <a:t>Why Page Speed Matters</a:t>
          </a:r>
        </a:p>
      </dgm:t>
    </dgm:pt>
    <dgm:pt modelId="{6C431729-0E5A-4DC4-885A-7AE6BD644B06}" cxnId="{8C11351E-3F7E-4A34-A7DB-7D2086B9AFBD}" type="parTrans">
      <dgm:prSet/>
      <dgm:spPr/>
      <dgm:t>
        <a:bodyPr/>
        <a:lstStyle/>
        <a:p>
          <a:endParaRPr lang="en-US"/>
        </a:p>
      </dgm:t>
    </dgm:pt>
    <dgm:pt modelId="{850222C3-2270-47C5-89B7-62BDC88079D2}" cxnId="{8C11351E-3F7E-4A34-A7DB-7D2086B9AFBD}" type="sibTrans">
      <dgm:prSet/>
      <dgm:spPr/>
      <dgm:t>
        <a:bodyPr/>
        <a:lstStyle/>
        <a:p>
          <a:endParaRPr lang="en-US"/>
        </a:p>
      </dgm:t>
    </dgm:pt>
    <dgm:pt modelId="{A1923685-DB46-4C66-957A-6F4046474E5F}">
      <dgm:prSet/>
      <dgm:spPr/>
      <dgm:t>
        <a:bodyPr/>
        <a:lstStyle/>
        <a:p>
          <a:r>
            <a:rPr lang="en-US"/>
            <a:t>Tools to Test Page Speed (Google PageSpeed Insights)</a:t>
          </a:r>
        </a:p>
      </dgm:t>
    </dgm:pt>
    <dgm:pt modelId="{9EC8674C-1686-4185-B589-9E44C2AAA040}" cxnId="{2436CE89-B36D-4A9F-90C8-3D57F6C71208}" type="parTrans">
      <dgm:prSet/>
      <dgm:spPr/>
      <dgm:t>
        <a:bodyPr/>
        <a:lstStyle/>
        <a:p>
          <a:endParaRPr lang="en-US"/>
        </a:p>
      </dgm:t>
    </dgm:pt>
    <dgm:pt modelId="{882B76C3-0271-471A-BE7A-CC5AE26D5409}" cxnId="{2436CE89-B36D-4A9F-90C8-3D57F6C71208}" type="sibTrans">
      <dgm:prSet/>
      <dgm:spPr/>
      <dgm:t>
        <a:bodyPr/>
        <a:lstStyle/>
        <a:p>
          <a:endParaRPr lang="en-US"/>
        </a:p>
      </dgm:t>
    </dgm:pt>
    <dgm:pt modelId="{77CA46DC-D4E7-459C-A195-5FD098FCD7EF}">
      <dgm:prSet/>
      <dgm:spPr/>
      <dgm:t>
        <a:bodyPr/>
        <a:lstStyle/>
        <a:p>
          <a:r>
            <a:rPr lang="en-US"/>
            <a:t>Tips to Improve Page Speed</a:t>
          </a:r>
        </a:p>
      </dgm:t>
    </dgm:pt>
    <dgm:pt modelId="{8937A6BD-6CFE-4E74-919F-2C9DAFDEFDC5}" cxnId="{4E2E2D5C-B01C-4D20-80B0-218EAEA5293E}" type="parTrans">
      <dgm:prSet/>
      <dgm:spPr/>
      <dgm:t>
        <a:bodyPr/>
        <a:lstStyle/>
        <a:p>
          <a:endParaRPr lang="en-US"/>
        </a:p>
      </dgm:t>
    </dgm:pt>
    <dgm:pt modelId="{2DFBBF40-7D1C-4CD0-A215-28A1F058BA78}" cxnId="{4E2E2D5C-B01C-4D20-80B0-218EAEA5293E}" type="sibTrans">
      <dgm:prSet/>
      <dgm:spPr/>
      <dgm:t>
        <a:bodyPr/>
        <a:lstStyle/>
        <a:p>
          <a:endParaRPr lang="en-US"/>
        </a:p>
      </dgm:t>
    </dgm:pt>
    <dgm:pt modelId="{298713A7-804D-5347-99F2-FE3F34C72049}" type="pres">
      <dgm:prSet presAssocID="{AF946284-FC48-4950-B842-8F05D63AA20E}" presName="linear" presStyleCnt="0">
        <dgm:presLayoutVars>
          <dgm:animLvl val="lvl"/>
          <dgm:resizeHandles val="exact"/>
        </dgm:presLayoutVars>
      </dgm:prSet>
      <dgm:spPr/>
    </dgm:pt>
    <dgm:pt modelId="{1DF5197A-D921-274C-B437-64565190E03A}" type="pres">
      <dgm:prSet presAssocID="{407478B3-B5D4-4394-A4D3-D74193608B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43434D-7CC7-0A46-AD09-DFE131AB3C18}" type="pres">
      <dgm:prSet presAssocID="{850222C3-2270-47C5-89B7-62BDC88079D2}" presName="spacer" presStyleCnt="0"/>
      <dgm:spPr/>
    </dgm:pt>
    <dgm:pt modelId="{B681EC68-2592-F347-B407-195CC62261FE}" type="pres">
      <dgm:prSet presAssocID="{A1923685-DB46-4C66-957A-6F4046474E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C5D7EC-0DED-7346-B76D-04A900E87881}" type="pres">
      <dgm:prSet presAssocID="{882B76C3-0271-471A-BE7A-CC5AE26D5409}" presName="spacer" presStyleCnt="0"/>
      <dgm:spPr/>
    </dgm:pt>
    <dgm:pt modelId="{DA177BCE-1F4B-9747-94E7-F2B23B45E8D2}" type="pres">
      <dgm:prSet presAssocID="{77CA46DC-D4E7-459C-A195-5FD098FCD7E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C11351E-3F7E-4A34-A7DB-7D2086B9AFBD}" srcId="{AF946284-FC48-4950-B842-8F05D63AA20E}" destId="{407478B3-B5D4-4394-A4D3-D74193608B03}" srcOrd="0" destOrd="0" parTransId="{6C431729-0E5A-4DC4-885A-7AE6BD644B06}" sibTransId="{850222C3-2270-47C5-89B7-62BDC88079D2}"/>
    <dgm:cxn modelId="{EBFAB64D-E43F-6B43-A4FF-F98DFCBABD27}" type="presOf" srcId="{AF946284-FC48-4950-B842-8F05D63AA20E}" destId="{298713A7-804D-5347-99F2-FE3F34C72049}" srcOrd="0" destOrd="0" presId="urn:microsoft.com/office/officeart/2005/8/layout/vList2"/>
    <dgm:cxn modelId="{4E2E2D5C-B01C-4D20-80B0-218EAEA5293E}" srcId="{AF946284-FC48-4950-B842-8F05D63AA20E}" destId="{77CA46DC-D4E7-459C-A195-5FD098FCD7EF}" srcOrd="2" destOrd="0" parTransId="{8937A6BD-6CFE-4E74-919F-2C9DAFDEFDC5}" sibTransId="{2DFBBF40-7D1C-4CD0-A215-28A1F058BA78}"/>
    <dgm:cxn modelId="{2436CE89-B36D-4A9F-90C8-3D57F6C71208}" srcId="{AF946284-FC48-4950-B842-8F05D63AA20E}" destId="{A1923685-DB46-4C66-957A-6F4046474E5F}" srcOrd="1" destOrd="0" parTransId="{9EC8674C-1686-4185-B589-9E44C2AAA040}" sibTransId="{882B76C3-0271-471A-BE7A-CC5AE26D5409}"/>
    <dgm:cxn modelId="{A80D21AE-1A86-B74C-AB29-0E37DCE2A620}" type="presOf" srcId="{407478B3-B5D4-4394-A4D3-D74193608B03}" destId="{1DF5197A-D921-274C-B437-64565190E03A}" srcOrd="0" destOrd="0" presId="urn:microsoft.com/office/officeart/2005/8/layout/vList2"/>
    <dgm:cxn modelId="{8229D1E9-68E0-BC4E-96FB-A645C7F13E10}" type="presOf" srcId="{77CA46DC-D4E7-459C-A195-5FD098FCD7EF}" destId="{DA177BCE-1F4B-9747-94E7-F2B23B45E8D2}" srcOrd="0" destOrd="0" presId="urn:microsoft.com/office/officeart/2005/8/layout/vList2"/>
    <dgm:cxn modelId="{5C7A6CFE-6C13-0241-BD2D-3FDEACA382F1}" type="presOf" srcId="{A1923685-DB46-4C66-957A-6F4046474E5F}" destId="{B681EC68-2592-F347-B407-195CC62261FE}" srcOrd="0" destOrd="0" presId="urn:microsoft.com/office/officeart/2005/8/layout/vList2"/>
    <dgm:cxn modelId="{5056272D-3681-254B-99D2-BCFF7DE9C617}" type="presParOf" srcId="{298713A7-804D-5347-99F2-FE3F34C72049}" destId="{1DF5197A-D921-274C-B437-64565190E03A}" srcOrd="0" destOrd="0" presId="urn:microsoft.com/office/officeart/2005/8/layout/vList2"/>
    <dgm:cxn modelId="{5627A890-F35C-E24E-9FC4-E26D30F88F31}" type="presParOf" srcId="{298713A7-804D-5347-99F2-FE3F34C72049}" destId="{5043434D-7CC7-0A46-AD09-DFE131AB3C18}" srcOrd="1" destOrd="0" presId="urn:microsoft.com/office/officeart/2005/8/layout/vList2"/>
    <dgm:cxn modelId="{6A639040-2224-0F41-984B-200B676DAF5A}" type="presParOf" srcId="{298713A7-804D-5347-99F2-FE3F34C72049}" destId="{B681EC68-2592-F347-B407-195CC62261FE}" srcOrd="2" destOrd="0" presId="urn:microsoft.com/office/officeart/2005/8/layout/vList2"/>
    <dgm:cxn modelId="{58D01AB7-CA21-C547-8161-4927B7E34434}" type="presParOf" srcId="{298713A7-804D-5347-99F2-FE3F34C72049}" destId="{46C5D7EC-0DED-7346-B76D-04A900E87881}" srcOrd="3" destOrd="0" presId="urn:microsoft.com/office/officeart/2005/8/layout/vList2"/>
    <dgm:cxn modelId="{BFD2046B-9197-D042-925D-87A96A148ED2}" type="presParOf" srcId="{298713A7-804D-5347-99F2-FE3F34C72049}" destId="{DA177BCE-1F4B-9747-94E7-F2B23B45E8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DE26772-3E26-4B99-B3F8-3ACBAAC8A9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142242-2EA8-4479-9E98-0901924DC7C4}">
      <dgm:prSet/>
      <dgm:spPr/>
      <dgm:t>
        <a:bodyPr/>
        <a:lstStyle/>
        <a:p>
          <a:r>
            <a:rPr lang="en-US"/>
            <a:t>Importance of Mobile-Friendly Websites</a:t>
          </a:r>
        </a:p>
      </dgm:t>
    </dgm:pt>
    <dgm:pt modelId="{B8F88A8C-B0AB-40C0-9329-69CF67A3AB07}" cxnId="{A71FD487-A633-4C32-882F-571D552A2BE3}" type="parTrans">
      <dgm:prSet/>
      <dgm:spPr/>
      <dgm:t>
        <a:bodyPr/>
        <a:lstStyle/>
        <a:p>
          <a:endParaRPr lang="en-US"/>
        </a:p>
      </dgm:t>
    </dgm:pt>
    <dgm:pt modelId="{3F762FC3-4677-4241-AB65-05A3BEBF3044}" cxnId="{A71FD487-A633-4C32-882F-571D552A2BE3}" type="sibTrans">
      <dgm:prSet/>
      <dgm:spPr/>
      <dgm:t>
        <a:bodyPr/>
        <a:lstStyle/>
        <a:p>
          <a:endParaRPr lang="en-US"/>
        </a:p>
      </dgm:t>
    </dgm:pt>
    <dgm:pt modelId="{45C9B92F-EF72-4F78-9B62-A968F93FD366}">
      <dgm:prSet/>
      <dgm:spPr/>
      <dgm:t>
        <a:bodyPr/>
        <a:lstStyle/>
        <a:p>
          <a:r>
            <a:rPr lang="en-US"/>
            <a:t>Google’s Mobile-First Indexing</a:t>
          </a:r>
        </a:p>
      </dgm:t>
    </dgm:pt>
    <dgm:pt modelId="{32F3E4B3-FCDF-4CA1-8F3A-933C17C19B29}" cxnId="{BB299A33-794B-439A-8812-CC72F8A2AB60}" type="parTrans">
      <dgm:prSet/>
      <dgm:spPr/>
      <dgm:t>
        <a:bodyPr/>
        <a:lstStyle/>
        <a:p>
          <a:endParaRPr lang="en-US"/>
        </a:p>
      </dgm:t>
    </dgm:pt>
    <dgm:pt modelId="{F7331D3B-51ED-42A9-8657-EFCDFC4A3E8B}" cxnId="{BB299A33-794B-439A-8812-CC72F8A2AB60}" type="sibTrans">
      <dgm:prSet/>
      <dgm:spPr/>
      <dgm:t>
        <a:bodyPr/>
        <a:lstStyle/>
        <a:p>
          <a:endParaRPr lang="en-US"/>
        </a:p>
      </dgm:t>
    </dgm:pt>
    <dgm:pt modelId="{52C49309-B882-44BE-8DD3-9711FC070239}">
      <dgm:prSet/>
      <dgm:spPr/>
      <dgm:t>
        <a:bodyPr/>
        <a:lstStyle/>
        <a:p>
          <a:r>
            <a:rPr lang="en-US"/>
            <a:t>Tools for Testing Mobile Responsiveness</a:t>
          </a:r>
        </a:p>
      </dgm:t>
    </dgm:pt>
    <dgm:pt modelId="{67A563DC-D257-4CF6-B762-4F89FC6C3AF3}" cxnId="{2C878C7C-C612-4BC7-ABA3-8454CFD983DA}" type="parTrans">
      <dgm:prSet/>
      <dgm:spPr/>
      <dgm:t>
        <a:bodyPr/>
        <a:lstStyle/>
        <a:p>
          <a:endParaRPr lang="en-US"/>
        </a:p>
      </dgm:t>
    </dgm:pt>
    <dgm:pt modelId="{92DC7054-EB38-4FF9-96FA-201583B99125}" cxnId="{2C878C7C-C612-4BC7-ABA3-8454CFD983DA}" type="sibTrans">
      <dgm:prSet/>
      <dgm:spPr/>
      <dgm:t>
        <a:bodyPr/>
        <a:lstStyle/>
        <a:p>
          <a:endParaRPr lang="en-US"/>
        </a:p>
      </dgm:t>
    </dgm:pt>
    <dgm:pt modelId="{2E1EF49E-6492-4090-9B08-0913EC9F3060}" type="pres">
      <dgm:prSet presAssocID="{3DE26772-3E26-4B99-B3F8-3ACBAAC8A914}" presName="root" presStyleCnt="0">
        <dgm:presLayoutVars>
          <dgm:dir/>
          <dgm:resizeHandles val="exact"/>
        </dgm:presLayoutVars>
      </dgm:prSet>
      <dgm:spPr/>
    </dgm:pt>
    <dgm:pt modelId="{74F116B3-D7F1-4766-912D-57363AA887EB}" type="pres">
      <dgm:prSet presAssocID="{44142242-2EA8-4479-9E98-0901924DC7C4}" presName="compNode" presStyleCnt="0"/>
      <dgm:spPr/>
    </dgm:pt>
    <dgm:pt modelId="{CD49830E-0550-4F75-B2B8-721B0AE1F777}" type="pres">
      <dgm:prSet presAssocID="{44142242-2EA8-4479-9E98-0901924DC7C4}" presName="bgRect" presStyleLbl="bgShp" presStyleIdx="0" presStyleCnt="3"/>
      <dgm:spPr/>
    </dgm:pt>
    <dgm:pt modelId="{CF7E76A8-9184-4DCB-9F90-DFAD017ECFF3}" type="pres">
      <dgm:prSet presAssocID="{44142242-2EA8-4479-9E98-0901924DC7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B3C279D9-6F6D-4883-966D-4F3F6BF0E4B1}" type="pres">
      <dgm:prSet presAssocID="{44142242-2EA8-4479-9E98-0901924DC7C4}" presName="spaceRect" presStyleCnt="0"/>
      <dgm:spPr/>
    </dgm:pt>
    <dgm:pt modelId="{A29B58FF-A2BD-4BB6-9459-75C0E197D06E}" type="pres">
      <dgm:prSet presAssocID="{44142242-2EA8-4479-9E98-0901924DC7C4}" presName="parTx" presStyleLbl="revTx" presStyleIdx="0" presStyleCnt="3">
        <dgm:presLayoutVars>
          <dgm:chMax val="0"/>
          <dgm:chPref val="0"/>
        </dgm:presLayoutVars>
      </dgm:prSet>
      <dgm:spPr/>
    </dgm:pt>
    <dgm:pt modelId="{F6F6344B-6195-4A82-95D4-73747EF4C4B9}" type="pres">
      <dgm:prSet presAssocID="{3F762FC3-4677-4241-AB65-05A3BEBF3044}" presName="sibTrans" presStyleCnt="0"/>
      <dgm:spPr/>
    </dgm:pt>
    <dgm:pt modelId="{B9CB551C-3A87-4C83-8B2E-788D0C4C3075}" type="pres">
      <dgm:prSet presAssocID="{45C9B92F-EF72-4F78-9B62-A968F93FD366}" presName="compNode" presStyleCnt="0"/>
      <dgm:spPr/>
    </dgm:pt>
    <dgm:pt modelId="{B0D09151-C943-4D9A-BA3C-633BDFA0F9F6}" type="pres">
      <dgm:prSet presAssocID="{45C9B92F-EF72-4F78-9B62-A968F93FD366}" presName="bgRect" presStyleLbl="bgShp" presStyleIdx="1" presStyleCnt="3"/>
      <dgm:spPr/>
    </dgm:pt>
    <dgm:pt modelId="{B32C8EEB-823F-4CEB-896B-65059CB3F3F4}" type="pres">
      <dgm:prSet presAssocID="{45C9B92F-EF72-4F78-9B62-A968F93FD3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AB650E57-7BEC-4EA2-9294-E10BD316137D}" type="pres">
      <dgm:prSet presAssocID="{45C9B92F-EF72-4F78-9B62-A968F93FD366}" presName="spaceRect" presStyleCnt="0"/>
      <dgm:spPr/>
    </dgm:pt>
    <dgm:pt modelId="{CE3A2B14-9F52-4E3A-ADEC-D1D47BFAAECC}" type="pres">
      <dgm:prSet presAssocID="{45C9B92F-EF72-4F78-9B62-A968F93FD366}" presName="parTx" presStyleLbl="revTx" presStyleIdx="1" presStyleCnt="3">
        <dgm:presLayoutVars>
          <dgm:chMax val="0"/>
          <dgm:chPref val="0"/>
        </dgm:presLayoutVars>
      </dgm:prSet>
      <dgm:spPr/>
    </dgm:pt>
    <dgm:pt modelId="{F3B90832-425F-4B94-8A15-7C54603B12E5}" type="pres">
      <dgm:prSet presAssocID="{F7331D3B-51ED-42A9-8657-EFCDFC4A3E8B}" presName="sibTrans" presStyleCnt="0"/>
      <dgm:spPr/>
    </dgm:pt>
    <dgm:pt modelId="{6FA9835E-56D3-42BA-BA45-4B06791136E5}" type="pres">
      <dgm:prSet presAssocID="{52C49309-B882-44BE-8DD3-9711FC070239}" presName="compNode" presStyleCnt="0"/>
      <dgm:spPr/>
    </dgm:pt>
    <dgm:pt modelId="{BCBF0EEA-B607-4AF3-BB9B-D120E46C78F3}" type="pres">
      <dgm:prSet presAssocID="{52C49309-B882-44BE-8DD3-9711FC070239}" presName="bgRect" presStyleLbl="bgShp" presStyleIdx="2" presStyleCnt="3"/>
      <dgm:spPr/>
    </dgm:pt>
    <dgm:pt modelId="{89FF2F68-16F1-48D4-A101-3891879DBEE0}" type="pres">
      <dgm:prSet presAssocID="{52C49309-B882-44BE-8DD3-9711FC0702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84CEDDEB-B287-45A4-8900-567DED30C962}" type="pres">
      <dgm:prSet presAssocID="{52C49309-B882-44BE-8DD3-9711FC070239}" presName="spaceRect" presStyleCnt="0"/>
      <dgm:spPr/>
    </dgm:pt>
    <dgm:pt modelId="{909EF64D-E78F-48D0-B797-4A9C4BF68B7B}" type="pres">
      <dgm:prSet presAssocID="{52C49309-B882-44BE-8DD3-9711FC0702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299A33-794B-439A-8812-CC72F8A2AB60}" srcId="{3DE26772-3E26-4B99-B3F8-3ACBAAC8A914}" destId="{45C9B92F-EF72-4F78-9B62-A968F93FD366}" srcOrd="1" destOrd="0" parTransId="{32F3E4B3-FCDF-4CA1-8F3A-933C17C19B29}" sibTransId="{F7331D3B-51ED-42A9-8657-EFCDFC4A3E8B}"/>
    <dgm:cxn modelId="{2DBE5E70-CDE1-48FC-B6D0-1D05DAF823A7}" type="presOf" srcId="{52C49309-B882-44BE-8DD3-9711FC070239}" destId="{909EF64D-E78F-48D0-B797-4A9C4BF68B7B}" srcOrd="0" destOrd="0" presId="urn:microsoft.com/office/officeart/2018/2/layout/IconVerticalSolidList"/>
    <dgm:cxn modelId="{2C878C7C-C612-4BC7-ABA3-8454CFD983DA}" srcId="{3DE26772-3E26-4B99-B3F8-3ACBAAC8A914}" destId="{52C49309-B882-44BE-8DD3-9711FC070239}" srcOrd="2" destOrd="0" parTransId="{67A563DC-D257-4CF6-B762-4F89FC6C3AF3}" sibTransId="{92DC7054-EB38-4FF9-96FA-201583B99125}"/>
    <dgm:cxn modelId="{A71FD487-A633-4C32-882F-571D552A2BE3}" srcId="{3DE26772-3E26-4B99-B3F8-3ACBAAC8A914}" destId="{44142242-2EA8-4479-9E98-0901924DC7C4}" srcOrd="0" destOrd="0" parTransId="{B8F88A8C-B0AB-40C0-9329-69CF67A3AB07}" sibTransId="{3F762FC3-4677-4241-AB65-05A3BEBF3044}"/>
    <dgm:cxn modelId="{367862B2-DB3B-46C6-AEFE-67566A46BED2}" type="presOf" srcId="{45C9B92F-EF72-4F78-9B62-A968F93FD366}" destId="{CE3A2B14-9F52-4E3A-ADEC-D1D47BFAAECC}" srcOrd="0" destOrd="0" presId="urn:microsoft.com/office/officeart/2018/2/layout/IconVerticalSolidList"/>
    <dgm:cxn modelId="{2195C7B8-21CD-439D-95F3-6BF1A0592F42}" type="presOf" srcId="{44142242-2EA8-4479-9E98-0901924DC7C4}" destId="{A29B58FF-A2BD-4BB6-9459-75C0E197D06E}" srcOrd="0" destOrd="0" presId="urn:microsoft.com/office/officeart/2018/2/layout/IconVerticalSolidList"/>
    <dgm:cxn modelId="{1A345BD5-14F8-4C90-BA6E-F7FC77B1DA67}" type="presOf" srcId="{3DE26772-3E26-4B99-B3F8-3ACBAAC8A914}" destId="{2E1EF49E-6492-4090-9B08-0913EC9F3060}" srcOrd="0" destOrd="0" presId="urn:microsoft.com/office/officeart/2018/2/layout/IconVerticalSolidList"/>
    <dgm:cxn modelId="{8AA73567-AA33-49AD-A6CA-D102A6C94D41}" type="presParOf" srcId="{2E1EF49E-6492-4090-9B08-0913EC9F3060}" destId="{74F116B3-D7F1-4766-912D-57363AA887EB}" srcOrd="0" destOrd="0" presId="urn:microsoft.com/office/officeart/2018/2/layout/IconVerticalSolidList"/>
    <dgm:cxn modelId="{7F945A24-705B-4BE2-A5A7-198859083EFE}" type="presParOf" srcId="{74F116B3-D7F1-4766-912D-57363AA887EB}" destId="{CD49830E-0550-4F75-B2B8-721B0AE1F777}" srcOrd="0" destOrd="0" presId="urn:microsoft.com/office/officeart/2018/2/layout/IconVerticalSolidList"/>
    <dgm:cxn modelId="{1EC5DE6D-A15E-4FA1-9B43-68B16A362868}" type="presParOf" srcId="{74F116B3-D7F1-4766-912D-57363AA887EB}" destId="{CF7E76A8-9184-4DCB-9F90-DFAD017ECFF3}" srcOrd="1" destOrd="0" presId="urn:microsoft.com/office/officeart/2018/2/layout/IconVerticalSolidList"/>
    <dgm:cxn modelId="{8E244F7D-55C7-487B-A831-95D5E7F6E6EB}" type="presParOf" srcId="{74F116B3-D7F1-4766-912D-57363AA887EB}" destId="{B3C279D9-6F6D-4883-966D-4F3F6BF0E4B1}" srcOrd="2" destOrd="0" presId="urn:microsoft.com/office/officeart/2018/2/layout/IconVerticalSolidList"/>
    <dgm:cxn modelId="{B9954685-1FBB-4569-8E54-3D6B078F8305}" type="presParOf" srcId="{74F116B3-D7F1-4766-912D-57363AA887EB}" destId="{A29B58FF-A2BD-4BB6-9459-75C0E197D06E}" srcOrd="3" destOrd="0" presId="urn:microsoft.com/office/officeart/2018/2/layout/IconVerticalSolidList"/>
    <dgm:cxn modelId="{4A782CB0-BACB-4FE1-AC01-1D7A98AAA284}" type="presParOf" srcId="{2E1EF49E-6492-4090-9B08-0913EC9F3060}" destId="{F6F6344B-6195-4A82-95D4-73747EF4C4B9}" srcOrd="1" destOrd="0" presId="urn:microsoft.com/office/officeart/2018/2/layout/IconVerticalSolidList"/>
    <dgm:cxn modelId="{2941E87C-FE21-4994-8208-044FF190F482}" type="presParOf" srcId="{2E1EF49E-6492-4090-9B08-0913EC9F3060}" destId="{B9CB551C-3A87-4C83-8B2E-788D0C4C3075}" srcOrd="2" destOrd="0" presId="urn:microsoft.com/office/officeart/2018/2/layout/IconVerticalSolidList"/>
    <dgm:cxn modelId="{D06B7415-D621-4781-949A-DA21E82AC4DF}" type="presParOf" srcId="{B9CB551C-3A87-4C83-8B2E-788D0C4C3075}" destId="{B0D09151-C943-4D9A-BA3C-633BDFA0F9F6}" srcOrd="0" destOrd="0" presId="urn:microsoft.com/office/officeart/2018/2/layout/IconVerticalSolidList"/>
    <dgm:cxn modelId="{0ED73338-F8A8-452B-8309-C9B7AEBD7F04}" type="presParOf" srcId="{B9CB551C-3A87-4C83-8B2E-788D0C4C3075}" destId="{B32C8EEB-823F-4CEB-896B-65059CB3F3F4}" srcOrd="1" destOrd="0" presId="urn:microsoft.com/office/officeart/2018/2/layout/IconVerticalSolidList"/>
    <dgm:cxn modelId="{5C936396-1C76-44E7-A1F1-222E9022B587}" type="presParOf" srcId="{B9CB551C-3A87-4C83-8B2E-788D0C4C3075}" destId="{AB650E57-7BEC-4EA2-9294-E10BD316137D}" srcOrd="2" destOrd="0" presId="urn:microsoft.com/office/officeart/2018/2/layout/IconVerticalSolidList"/>
    <dgm:cxn modelId="{54B861BA-CCBA-49E5-835D-069AB9DA1384}" type="presParOf" srcId="{B9CB551C-3A87-4C83-8B2E-788D0C4C3075}" destId="{CE3A2B14-9F52-4E3A-ADEC-D1D47BFAAECC}" srcOrd="3" destOrd="0" presId="urn:microsoft.com/office/officeart/2018/2/layout/IconVerticalSolidList"/>
    <dgm:cxn modelId="{9F2F0F93-7A48-4612-A763-6756F5117D4F}" type="presParOf" srcId="{2E1EF49E-6492-4090-9B08-0913EC9F3060}" destId="{F3B90832-425F-4B94-8A15-7C54603B12E5}" srcOrd="3" destOrd="0" presId="urn:microsoft.com/office/officeart/2018/2/layout/IconVerticalSolidList"/>
    <dgm:cxn modelId="{A16D2CD4-DE34-4EB6-BFDF-1255A45B2024}" type="presParOf" srcId="{2E1EF49E-6492-4090-9B08-0913EC9F3060}" destId="{6FA9835E-56D3-42BA-BA45-4B06791136E5}" srcOrd="4" destOrd="0" presId="urn:microsoft.com/office/officeart/2018/2/layout/IconVerticalSolidList"/>
    <dgm:cxn modelId="{8F12592C-616C-45E8-927F-EB0561FA358E}" type="presParOf" srcId="{6FA9835E-56D3-42BA-BA45-4B06791136E5}" destId="{BCBF0EEA-B607-4AF3-BB9B-D120E46C78F3}" srcOrd="0" destOrd="0" presId="urn:microsoft.com/office/officeart/2018/2/layout/IconVerticalSolidList"/>
    <dgm:cxn modelId="{4021D69A-F1E1-46C1-B511-C058F104F84A}" type="presParOf" srcId="{6FA9835E-56D3-42BA-BA45-4B06791136E5}" destId="{89FF2F68-16F1-48D4-A101-3891879DBEE0}" srcOrd="1" destOrd="0" presId="urn:microsoft.com/office/officeart/2018/2/layout/IconVerticalSolidList"/>
    <dgm:cxn modelId="{45ABE41D-F793-4CD8-B96E-1A24B9BBF17B}" type="presParOf" srcId="{6FA9835E-56D3-42BA-BA45-4B06791136E5}" destId="{84CEDDEB-B287-45A4-8900-567DED30C962}" srcOrd="2" destOrd="0" presId="urn:microsoft.com/office/officeart/2018/2/layout/IconVerticalSolidList"/>
    <dgm:cxn modelId="{6869506B-2F16-4B63-8754-AB20EE7CE5E2}" type="presParOf" srcId="{6FA9835E-56D3-42BA-BA45-4B06791136E5}" destId="{909EF64D-E78F-48D0-B797-4A9C4BF68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B976C8D-02C6-4A43-B463-0255E227F9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4F8F17-9C33-4119-BEF6-A72E65A55D41}">
      <dgm:prSet/>
      <dgm:spPr/>
      <dgm:t>
        <a:bodyPr/>
        <a:lstStyle/>
        <a:p>
          <a:r>
            <a:rPr lang="en-US"/>
            <a:t>SSL Certificates</a:t>
          </a:r>
        </a:p>
      </dgm:t>
    </dgm:pt>
    <dgm:pt modelId="{F65D0E5C-5CB2-4BC4-9F61-D576791B5663}" cxnId="{A303183B-5FE9-4B14-B3C3-C05DD5151B90}" type="parTrans">
      <dgm:prSet/>
      <dgm:spPr/>
      <dgm:t>
        <a:bodyPr/>
        <a:lstStyle/>
        <a:p>
          <a:endParaRPr lang="en-US"/>
        </a:p>
      </dgm:t>
    </dgm:pt>
    <dgm:pt modelId="{0D88EE42-A13E-4CF2-B777-DFFBD3CEFBE4}" cxnId="{A303183B-5FE9-4B14-B3C3-C05DD5151B90}" type="sibTrans">
      <dgm:prSet/>
      <dgm:spPr/>
      <dgm:t>
        <a:bodyPr/>
        <a:lstStyle/>
        <a:p>
          <a:endParaRPr lang="en-US"/>
        </a:p>
      </dgm:t>
    </dgm:pt>
    <dgm:pt modelId="{E0A301EB-FFCE-4CD7-8621-C947E05243E2}">
      <dgm:prSet/>
      <dgm:spPr/>
      <dgm:t>
        <a:bodyPr/>
        <a:lstStyle/>
        <a:p>
          <a:r>
            <a:rPr lang="en-US"/>
            <a:t>Regular Backups</a:t>
          </a:r>
        </a:p>
      </dgm:t>
    </dgm:pt>
    <dgm:pt modelId="{4B17F9B1-514D-417A-B2EE-151E59858BA4}" cxnId="{015FC73A-0311-4831-8113-753B3A781221}" type="parTrans">
      <dgm:prSet/>
      <dgm:spPr/>
      <dgm:t>
        <a:bodyPr/>
        <a:lstStyle/>
        <a:p>
          <a:endParaRPr lang="en-US"/>
        </a:p>
      </dgm:t>
    </dgm:pt>
    <dgm:pt modelId="{13095153-14BF-4A7B-A4AA-D9BC7FAB8C69}" cxnId="{015FC73A-0311-4831-8113-753B3A781221}" type="sibTrans">
      <dgm:prSet/>
      <dgm:spPr/>
      <dgm:t>
        <a:bodyPr/>
        <a:lstStyle/>
        <a:p>
          <a:endParaRPr lang="en-US"/>
        </a:p>
      </dgm:t>
    </dgm:pt>
    <dgm:pt modelId="{2BDB5033-8EBA-40D6-8BA2-469E12E0F266}">
      <dgm:prSet/>
      <dgm:spPr/>
      <dgm:t>
        <a:bodyPr/>
        <a:lstStyle/>
        <a:p>
          <a:r>
            <a:rPr lang="en-US"/>
            <a:t>Plugins for Security</a:t>
          </a:r>
        </a:p>
      </dgm:t>
    </dgm:pt>
    <dgm:pt modelId="{D3108E4E-398E-457F-9C45-35685598BB04}" cxnId="{593150E7-8093-4B4A-BFF3-440BFE9F92FE}" type="parTrans">
      <dgm:prSet/>
      <dgm:spPr/>
      <dgm:t>
        <a:bodyPr/>
        <a:lstStyle/>
        <a:p>
          <a:endParaRPr lang="en-US"/>
        </a:p>
      </dgm:t>
    </dgm:pt>
    <dgm:pt modelId="{31B3FE8F-0D34-4B48-B3A0-C5A57FFF0A11}" cxnId="{593150E7-8093-4B4A-BFF3-440BFE9F92FE}" type="sibTrans">
      <dgm:prSet/>
      <dgm:spPr/>
      <dgm:t>
        <a:bodyPr/>
        <a:lstStyle/>
        <a:p>
          <a:endParaRPr lang="en-US"/>
        </a:p>
      </dgm:t>
    </dgm:pt>
    <dgm:pt modelId="{FDE28AFD-0515-4A97-A520-D5D93E738B64}" type="pres">
      <dgm:prSet presAssocID="{1B976C8D-02C6-4A43-B463-0255E227F94D}" presName="root" presStyleCnt="0">
        <dgm:presLayoutVars>
          <dgm:dir/>
          <dgm:resizeHandles val="exact"/>
        </dgm:presLayoutVars>
      </dgm:prSet>
      <dgm:spPr/>
    </dgm:pt>
    <dgm:pt modelId="{338DE721-933A-4CDC-B489-AA7761596348}" type="pres">
      <dgm:prSet presAssocID="{394F8F17-9C33-4119-BEF6-A72E65A55D41}" presName="compNode" presStyleCnt="0"/>
      <dgm:spPr/>
    </dgm:pt>
    <dgm:pt modelId="{6C4D3F1E-9235-407E-B68A-C3428ED61966}" type="pres">
      <dgm:prSet presAssocID="{394F8F17-9C33-4119-BEF6-A72E65A55D41}" presName="bgRect" presStyleLbl="bgShp" presStyleIdx="0" presStyleCnt="3"/>
      <dgm:spPr/>
    </dgm:pt>
    <dgm:pt modelId="{A44B29E4-C6FC-43DD-8A30-B0758644ADC9}" type="pres">
      <dgm:prSet presAssocID="{394F8F17-9C33-4119-BEF6-A72E65A55D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96FB8E3F-7CF4-45AA-A27C-D4D3E701CA51}" type="pres">
      <dgm:prSet presAssocID="{394F8F17-9C33-4119-BEF6-A72E65A55D41}" presName="spaceRect" presStyleCnt="0"/>
      <dgm:spPr/>
    </dgm:pt>
    <dgm:pt modelId="{E8F77746-95B9-4E61-8CFD-7EC096ECFA93}" type="pres">
      <dgm:prSet presAssocID="{394F8F17-9C33-4119-BEF6-A72E65A55D41}" presName="parTx" presStyleLbl="revTx" presStyleIdx="0" presStyleCnt="3">
        <dgm:presLayoutVars>
          <dgm:chMax val="0"/>
          <dgm:chPref val="0"/>
        </dgm:presLayoutVars>
      </dgm:prSet>
      <dgm:spPr/>
    </dgm:pt>
    <dgm:pt modelId="{12ECACA2-4D4C-42E2-901C-9D30D19408F7}" type="pres">
      <dgm:prSet presAssocID="{0D88EE42-A13E-4CF2-B777-DFFBD3CEFBE4}" presName="sibTrans" presStyleCnt="0"/>
      <dgm:spPr/>
    </dgm:pt>
    <dgm:pt modelId="{81D56253-35E2-4804-9029-A3A60D18E1AA}" type="pres">
      <dgm:prSet presAssocID="{E0A301EB-FFCE-4CD7-8621-C947E05243E2}" presName="compNode" presStyleCnt="0"/>
      <dgm:spPr/>
    </dgm:pt>
    <dgm:pt modelId="{E03E1F91-0206-4CB3-8F79-1F3513C5D0B7}" type="pres">
      <dgm:prSet presAssocID="{E0A301EB-FFCE-4CD7-8621-C947E05243E2}" presName="bgRect" presStyleLbl="bgShp" presStyleIdx="1" presStyleCnt="3"/>
      <dgm:spPr/>
    </dgm:pt>
    <dgm:pt modelId="{928445CF-6813-4A90-94CB-8DB0FB9B02B3}" type="pres">
      <dgm:prSet presAssocID="{E0A301EB-FFCE-4CD7-8621-C947E05243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15A2804E-0478-4241-ADBE-7445FD7C828F}" type="pres">
      <dgm:prSet presAssocID="{E0A301EB-FFCE-4CD7-8621-C947E05243E2}" presName="spaceRect" presStyleCnt="0"/>
      <dgm:spPr/>
    </dgm:pt>
    <dgm:pt modelId="{40AB5AE4-5C27-4A54-AD91-B6B81273803A}" type="pres">
      <dgm:prSet presAssocID="{E0A301EB-FFCE-4CD7-8621-C947E05243E2}" presName="parTx" presStyleLbl="revTx" presStyleIdx="1" presStyleCnt="3">
        <dgm:presLayoutVars>
          <dgm:chMax val="0"/>
          <dgm:chPref val="0"/>
        </dgm:presLayoutVars>
      </dgm:prSet>
      <dgm:spPr/>
    </dgm:pt>
    <dgm:pt modelId="{E6F0A13E-80FC-4340-8771-8DAA4350560D}" type="pres">
      <dgm:prSet presAssocID="{13095153-14BF-4A7B-A4AA-D9BC7FAB8C69}" presName="sibTrans" presStyleCnt="0"/>
      <dgm:spPr/>
    </dgm:pt>
    <dgm:pt modelId="{F2366372-DAC6-423E-95EB-B3DB30A784B3}" type="pres">
      <dgm:prSet presAssocID="{2BDB5033-8EBA-40D6-8BA2-469E12E0F266}" presName="compNode" presStyleCnt="0"/>
      <dgm:spPr/>
    </dgm:pt>
    <dgm:pt modelId="{46BCE5E1-5743-497B-9438-9E8CE30E62AB}" type="pres">
      <dgm:prSet presAssocID="{2BDB5033-8EBA-40D6-8BA2-469E12E0F266}" presName="bgRect" presStyleLbl="bgShp" presStyleIdx="2" presStyleCnt="3"/>
      <dgm:spPr/>
    </dgm:pt>
    <dgm:pt modelId="{A441004E-7172-4A01-9556-28875B7A76C6}" type="pres">
      <dgm:prSet presAssocID="{2BDB5033-8EBA-40D6-8BA2-469E12E0F2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6CA2C03D-28F7-4BA9-837B-7F5E850B8991}" type="pres">
      <dgm:prSet presAssocID="{2BDB5033-8EBA-40D6-8BA2-469E12E0F266}" presName="spaceRect" presStyleCnt="0"/>
      <dgm:spPr/>
    </dgm:pt>
    <dgm:pt modelId="{E3D60EB5-2EB8-4586-8BF8-613288A52C9D}" type="pres">
      <dgm:prSet presAssocID="{2BDB5033-8EBA-40D6-8BA2-469E12E0F26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EBD52C-FC97-4958-AF5E-030FB48D6CA0}" type="presOf" srcId="{2BDB5033-8EBA-40D6-8BA2-469E12E0F266}" destId="{E3D60EB5-2EB8-4586-8BF8-613288A52C9D}" srcOrd="0" destOrd="0" presId="urn:microsoft.com/office/officeart/2018/2/layout/IconVerticalSolidList"/>
    <dgm:cxn modelId="{015FC73A-0311-4831-8113-753B3A781221}" srcId="{1B976C8D-02C6-4A43-B463-0255E227F94D}" destId="{E0A301EB-FFCE-4CD7-8621-C947E05243E2}" srcOrd="1" destOrd="0" parTransId="{4B17F9B1-514D-417A-B2EE-151E59858BA4}" sibTransId="{13095153-14BF-4A7B-A4AA-D9BC7FAB8C69}"/>
    <dgm:cxn modelId="{A303183B-5FE9-4B14-B3C3-C05DD5151B90}" srcId="{1B976C8D-02C6-4A43-B463-0255E227F94D}" destId="{394F8F17-9C33-4119-BEF6-A72E65A55D41}" srcOrd="0" destOrd="0" parTransId="{F65D0E5C-5CB2-4BC4-9F61-D576791B5663}" sibTransId="{0D88EE42-A13E-4CF2-B777-DFFBD3CEFBE4}"/>
    <dgm:cxn modelId="{9D8C656D-2634-4F37-90FA-33585BC9FFAC}" type="presOf" srcId="{394F8F17-9C33-4119-BEF6-A72E65A55D41}" destId="{E8F77746-95B9-4E61-8CFD-7EC096ECFA93}" srcOrd="0" destOrd="0" presId="urn:microsoft.com/office/officeart/2018/2/layout/IconVerticalSolidList"/>
    <dgm:cxn modelId="{DB6D5974-1213-4EA2-A5C5-812146712104}" type="presOf" srcId="{1B976C8D-02C6-4A43-B463-0255E227F94D}" destId="{FDE28AFD-0515-4A97-A520-D5D93E738B64}" srcOrd="0" destOrd="0" presId="urn:microsoft.com/office/officeart/2018/2/layout/IconVerticalSolidList"/>
    <dgm:cxn modelId="{7E6CA892-ACAB-4627-A16F-C956B61F46C0}" type="presOf" srcId="{E0A301EB-FFCE-4CD7-8621-C947E05243E2}" destId="{40AB5AE4-5C27-4A54-AD91-B6B81273803A}" srcOrd="0" destOrd="0" presId="urn:microsoft.com/office/officeart/2018/2/layout/IconVerticalSolidList"/>
    <dgm:cxn modelId="{593150E7-8093-4B4A-BFF3-440BFE9F92FE}" srcId="{1B976C8D-02C6-4A43-B463-0255E227F94D}" destId="{2BDB5033-8EBA-40D6-8BA2-469E12E0F266}" srcOrd="2" destOrd="0" parTransId="{D3108E4E-398E-457F-9C45-35685598BB04}" sibTransId="{31B3FE8F-0D34-4B48-B3A0-C5A57FFF0A11}"/>
    <dgm:cxn modelId="{9EA2D0FA-F7C4-449F-B12B-109B37BB4EFC}" type="presParOf" srcId="{FDE28AFD-0515-4A97-A520-D5D93E738B64}" destId="{338DE721-933A-4CDC-B489-AA7761596348}" srcOrd="0" destOrd="0" presId="urn:microsoft.com/office/officeart/2018/2/layout/IconVerticalSolidList"/>
    <dgm:cxn modelId="{EB5FD992-ECEE-47AC-97D6-EE817707B133}" type="presParOf" srcId="{338DE721-933A-4CDC-B489-AA7761596348}" destId="{6C4D3F1E-9235-407E-B68A-C3428ED61966}" srcOrd="0" destOrd="0" presId="urn:microsoft.com/office/officeart/2018/2/layout/IconVerticalSolidList"/>
    <dgm:cxn modelId="{2019A163-0E8E-41B2-B217-99EAC4B70BDF}" type="presParOf" srcId="{338DE721-933A-4CDC-B489-AA7761596348}" destId="{A44B29E4-C6FC-43DD-8A30-B0758644ADC9}" srcOrd="1" destOrd="0" presId="urn:microsoft.com/office/officeart/2018/2/layout/IconVerticalSolidList"/>
    <dgm:cxn modelId="{56BAF993-CCF8-4902-8F6B-BDAB2BDB1980}" type="presParOf" srcId="{338DE721-933A-4CDC-B489-AA7761596348}" destId="{96FB8E3F-7CF4-45AA-A27C-D4D3E701CA51}" srcOrd="2" destOrd="0" presId="urn:microsoft.com/office/officeart/2018/2/layout/IconVerticalSolidList"/>
    <dgm:cxn modelId="{5B9006F0-6BFB-4A7F-BA34-0A395F23C0F6}" type="presParOf" srcId="{338DE721-933A-4CDC-B489-AA7761596348}" destId="{E8F77746-95B9-4E61-8CFD-7EC096ECFA93}" srcOrd="3" destOrd="0" presId="urn:microsoft.com/office/officeart/2018/2/layout/IconVerticalSolidList"/>
    <dgm:cxn modelId="{F589B1D5-463C-4E07-8C68-CA7617E53E97}" type="presParOf" srcId="{FDE28AFD-0515-4A97-A520-D5D93E738B64}" destId="{12ECACA2-4D4C-42E2-901C-9D30D19408F7}" srcOrd="1" destOrd="0" presId="urn:microsoft.com/office/officeart/2018/2/layout/IconVerticalSolidList"/>
    <dgm:cxn modelId="{992B7119-EEFB-441E-8A44-54B0884417E6}" type="presParOf" srcId="{FDE28AFD-0515-4A97-A520-D5D93E738B64}" destId="{81D56253-35E2-4804-9029-A3A60D18E1AA}" srcOrd="2" destOrd="0" presId="urn:microsoft.com/office/officeart/2018/2/layout/IconVerticalSolidList"/>
    <dgm:cxn modelId="{F2CF9A47-1DFC-4279-B36B-6025B8F2C131}" type="presParOf" srcId="{81D56253-35E2-4804-9029-A3A60D18E1AA}" destId="{E03E1F91-0206-4CB3-8F79-1F3513C5D0B7}" srcOrd="0" destOrd="0" presId="urn:microsoft.com/office/officeart/2018/2/layout/IconVerticalSolidList"/>
    <dgm:cxn modelId="{91B50D0F-7E34-4E1F-AF03-67F1C802A918}" type="presParOf" srcId="{81D56253-35E2-4804-9029-A3A60D18E1AA}" destId="{928445CF-6813-4A90-94CB-8DB0FB9B02B3}" srcOrd="1" destOrd="0" presId="urn:microsoft.com/office/officeart/2018/2/layout/IconVerticalSolidList"/>
    <dgm:cxn modelId="{D69D40FF-3479-4C80-B64C-2CEC7A4CECF7}" type="presParOf" srcId="{81D56253-35E2-4804-9029-A3A60D18E1AA}" destId="{15A2804E-0478-4241-ADBE-7445FD7C828F}" srcOrd="2" destOrd="0" presId="urn:microsoft.com/office/officeart/2018/2/layout/IconVerticalSolidList"/>
    <dgm:cxn modelId="{46C92E27-5748-4988-9C98-7F6C6262A903}" type="presParOf" srcId="{81D56253-35E2-4804-9029-A3A60D18E1AA}" destId="{40AB5AE4-5C27-4A54-AD91-B6B81273803A}" srcOrd="3" destOrd="0" presId="urn:microsoft.com/office/officeart/2018/2/layout/IconVerticalSolidList"/>
    <dgm:cxn modelId="{39FDF708-7BAE-4402-8B83-ADDC46FFC54B}" type="presParOf" srcId="{FDE28AFD-0515-4A97-A520-D5D93E738B64}" destId="{E6F0A13E-80FC-4340-8771-8DAA4350560D}" srcOrd="3" destOrd="0" presId="urn:microsoft.com/office/officeart/2018/2/layout/IconVerticalSolidList"/>
    <dgm:cxn modelId="{64ED145E-218B-4D02-A67F-1E883B8F1B77}" type="presParOf" srcId="{FDE28AFD-0515-4A97-A520-D5D93E738B64}" destId="{F2366372-DAC6-423E-95EB-B3DB30A784B3}" srcOrd="4" destOrd="0" presId="urn:microsoft.com/office/officeart/2018/2/layout/IconVerticalSolidList"/>
    <dgm:cxn modelId="{5AB2D5BD-64FA-410F-A44A-E5CA753AA3A0}" type="presParOf" srcId="{F2366372-DAC6-423E-95EB-B3DB30A784B3}" destId="{46BCE5E1-5743-497B-9438-9E8CE30E62AB}" srcOrd="0" destOrd="0" presId="urn:microsoft.com/office/officeart/2018/2/layout/IconVerticalSolidList"/>
    <dgm:cxn modelId="{6D3DF5BC-9FA0-45E4-A0FF-E956B04C686E}" type="presParOf" srcId="{F2366372-DAC6-423E-95EB-B3DB30A784B3}" destId="{A441004E-7172-4A01-9556-28875B7A76C6}" srcOrd="1" destOrd="0" presId="urn:microsoft.com/office/officeart/2018/2/layout/IconVerticalSolidList"/>
    <dgm:cxn modelId="{737B3BE3-09DE-4001-8212-E736E6B15836}" type="presParOf" srcId="{F2366372-DAC6-423E-95EB-B3DB30A784B3}" destId="{6CA2C03D-28F7-4BA9-837B-7F5E850B8991}" srcOrd="2" destOrd="0" presId="urn:microsoft.com/office/officeart/2018/2/layout/IconVerticalSolidList"/>
    <dgm:cxn modelId="{F9F3B45D-64F1-495E-85C0-27F98AF58CBD}" type="presParOf" srcId="{F2366372-DAC6-423E-95EB-B3DB30A784B3}" destId="{E3D60EB5-2EB8-4586-8BF8-613288A52C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9A0A442-B6A8-4735-92F1-DFF99E3FF5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B65727-268D-4FFD-AED2-8F68C1EF56D6}">
      <dgm:prSet/>
      <dgm:spPr/>
      <dgm:t>
        <a:bodyPr/>
        <a:lstStyle/>
        <a:p>
          <a:r>
            <a:rPr lang="en-US"/>
            <a:t>Importance of Regular Updates</a:t>
          </a:r>
        </a:p>
      </dgm:t>
    </dgm:pt>
    <dgm:pt modelId="{29B95626-68B8-408D-A76C-63905056950D}" cxnId="{C86C9FDE-B900-4954-BA91-4BBD4FC500DD}" type="parTrans">
      <dgm:prSet/>
      <dgm:spPr/>
      <dgm:t>
        <a:bodyPr/>
        <a:lstStyle/>
        <a:p>
          <a:endParaRPr lang="en-US"/>
        </a:p>
      </dgm:t>
    </dgm:pt>
    <dgm:pt modelId="{1D65A3A3-27F6-4E75-9EE9-FAB39B6A3809}" cxnId="{C86C9FDE-B900-4954-BA91-4BBD4FC500DD}" type="sibTrans">
      <dgm:prSet/>
      <dgm:spPr/>
      <dgm:t>
        <a:bodyPr/>
        <a:lstStyle/>
        <a:p>
          <a:endParaRPr lang="en-US"/>
        </a:p>
      </dgm:t>
    </dgm:pt>
    <dgm:pt modelId="{8BAFD205-A023-4D98-9585-E5F352B8775A}">
      <dgm:prSet/>
      <dgm:spPr/>
      <dgm:t>
        <a:bodyPr/>
        <a:lstStyle/>
        <a:p>
          <a:r>
            <a:rPr lang="en-US"/>
            <a:t>Content Refreshing</a:t>
          </a:r>
        </a:p>
      </dgm:t>
    </dgm:pt>
    <dgm:pt modelId="{5DC4E6CC-CE04-40D2-982D-C3439584BD97}" cxnId="{E3C826BF-411F-4558-B65F-80B185E89517}" type="parTrans">
      <dgm:prSet/>
      <dgm:spPr/>
      <dgm:t>
        <a:bodyPr/>
        <a:lstStyle/>
        <a:p>
          <a:endParaRPr lang="en-US"/>
        </a:p>
      </dgm:t>
    </dgm:pt>
    <dgm:pt modelId="{27E78B15-544B-408E-9FC5-EC5912FCB30F}" cxnId="{E3C826BF-411F-4558-B65F-80B185E89517}" type="sibTrans">
      <dgm:prSet/>
      <dgm:spPr/>
      <dgm:t>
        <a:bodyPr/>
        <a:lstStyle/>
        <a:p>
          <a:endParaRPr lang="en-US"/>
        </a:p>
      </dgm:t>
    </dgm:pt>
    <dgm:pt modelId="{4D98BD0D-2509-4071-BF99-B581021682E0}">
      <dgm:prSet/>
      <dgm:spPr/>
      <dgm:t>
        <a:bodyPr/>
        <a:lstStyle/>
        <a:p>
          <a:r>
            <a:rPr lang="en-US"/>
            <a:t>Security Patches</a:t>
          </a:r>
        </a:p>
      </dgm:t>
    </dgm:pt>
    <dgm:pt modelId="{65FD8219-EB34-4E9D-B01D-A4FD35DF68FF}" cxnId="{73C763CE-E33E-47C0-B387-7BC42480092E}" type="parTrans">
      <dgm:prSet/>
      <dgm:spPr/>
      <dgm:t>
        <a:bodyPr/>
        <a:lstStyle/>
        <a:p>
          <a:endParaRPr lang="en-US"/>
        </a:p>
      </dgm:t>
    </dgm:pt>
    <dgm:pt modelId="{B0725FBB-A068-40C4-879D-7009152018A6}" cxnId="{73C763CE-E33E-47C0-B387-7BC42480092E}" type="sibTrans">
      <dgm:prSet/>
      <dgm:spPr/>
      <dgm:t>
        <a:bodyPr/>
        <a:lstStyle/>
        <a:p>
          <a:endParaRPr lang="en-US"/>
        </a:p>
      </dgm:t>
    </dgm:pt>
    <dgm:pt modelId="{D8C8224E-6C5C-486F-85CB-F831171FB6BA}" type="pres">
      <dgm:prSet presAssocID="{39A0A442-B6A8-4735-92F1-DFF99E3FF58F}" presName="root" presStyleCnt="0">
        <dgm:presLayoutVars>
          <dgm:dir/>
          <dgm:resizeHandles val="exact"/>
        </dgm:presLayoutVars>
      </dgm:prSet>
      <dgm:spPr/>
    </dgm:pt>
    <dgm:pt modelId="{0BB93D6A-2284-4BCD-8A0F-14EC6DD80994}" type="pres">
      <dgm:prSet presAssocID="{C1B65727-268D-4FFD-AED2-8F68C1EF56D6}" presName="compNode" presStyleCnt="0"/>
      <dgm:spPr/>
    </dgm:pt>
    <dgm:pt modelId="{90714743-D338-4BC1-A351-3A9C44C92107}" type="pres">
      <dgm:prSet presAssocID="{C1B65727-268D-4FFD-AED2-8F68C1EF56D6}" presName="bgRect" presStyleLbl="bgShp" presStyleIdx="0" presStyleCnt="3"/>
      <dgm:spPr/>
    </dgm:pt>
    <dgm:pt modelId="{D026BFC6-1DEB-4455-8F3D-A345F9BE749A}" type="pres">
      <dgm:prSet presAssocID="{C1B65727-268D-4FFD-AED2-8F68C1EF56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089F0B1A-0C8F-49CF-9544-B07767176309}" type="pres">
      <dgm:prSet presAssocID="{C1B65727-268D-4FFD-AED2-8F68C1EF56D6}" presName="spaceRect" presStyleCnt="0"/>
      <dgm:spPr/>
    </dgm:pt>
    <dgm:pt modelId="{B2E07476-1224-4C02-A203-8DFFE8771F19}" type="pres">
      <dgm:prSet presAssocID="{C1B65727-268D-4FFD-AED2-8F68C1EF56D6}" presName="parTx" presStyleLbl="revTx" presStyleIdx="0" presStyleCnt="3">
        <dgm:presLayoutVars>
          <dgm:chMax val="0"/>
          <dgm:chPref val="0"/>
        </dgm:presLayoutVars>
      </dgm:prSet>
      <dgm:spPr/>
    </dgm:pt>
    <dgm:pt modelId="{7EF5C05A-FDEA-436D-A4B0-4E0F7FC56928}" type="pres">
      <dgm:prSet presAssocID="{1D65A3A3-27F6-4E75-9EE9-FAB39B6A3809}" presName="sibTrans" presStyleCnt="0"/>
      <dgm:spPr/>
    </dgm:pt>
    <dgm:pt modelId="{4E44BC61-B7C3-4803-8754-922C1500429F}" type="pres">
      <dgm:prSet presAssocID="{8BAFD205-A023-4D98-9585-E5F352B8775A}" presName="compNode" presStyleCnt="0"/>
      <dgm:spPr/>
    </dgm:pt>
    <dgm:pt modelId="{414A9483-C3E2-400F-8DAA-5628153C2841}" type="pres">
      <dgm:prSet presAssocID="{8BAFD205-A023-4D98-9585-E5F352B8775A}" presName="bgRect" presStyleLbl="bgShp" presStyleIdx="1" presStyleCnt="3"/>
      <dgm:spPr/>
    </dgm:pt>
    <dgm:pt modelId="{26E9F57F-E420-4A87-A91C-3BA8AA3721DA}" type="pres">
      <dgm:prSet presAssocID="{8BAFD205-A023-4D98-9585-E5F352B877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B4068854-8B81-4E95-818D-908EF2C2F8E5}" type="pres">
      <dgm:prSet presAssocID="{8BAFD205-A023-4D98-9585-E5F352B8775A}" presName="spaceRect" presStyleCnt="0"/>
      <dgm:spPr/>
    </dgm:pt>
    <dgm:pt modelId="{7B9D350A-A339-48D4-84B8-F730B522ED64}" type="pres">
      <dgm:prSet presAssocID="{8BAFD205-A023-4D98-9585-E5F352B8775A}" presName="parTx" presStyleLbl="revTx" presStyleIdx="1" presStyleCnt="3">
        <dgm:presLayoutVars>
          <dgm:chMax val="0"/>
          <dgm:chPref val="0"/>
        </dgm:presLayoutVars>
      </dgm:prSet>
      <dgm:spPr/>
    </dgm:pt>
    <dgm:pt modelId="{203E5B82-4569-47E4-816B-6A458F1E3ED4}" type="pres">
      <dgm:prSet presAssocID="{27E78B15-544B-408E-9FC5-EC5912FCB30F}" presName="sibTrans" presStyleCnt="0"/>
      <dgm:spPr/>
    </dgm:pt>
    <dgm:pt modelId="{43F51B81-D7C0-47DB-8500-5DD8F8653B53}" type="pres">
      <dgm:prSet presAssocID="{4D98BD0D-2509-4071-BF99-B581021682E0}" presName="compNode" presStyleCnt="0"/>
      <dgm:spPr/>
    </dgm:pt>
    <dgm:pt modelId="{10607259-CB86-4D13-852B-71578A35F51D}" type="pres">
      <dgm:prSet presAssocID="{4D98BD0D-2509-4071-BF99-B581021682E0}" presName="bgRect" presStyleLbl="bgShp" presStyleIdx="2" presStyleCnt="3"/>
      <dgm:spPr/>
    </dgm:pt>
    <dgm:pt modelId="{6811342F-1BC6-4DFC-B6ED-EDFA66550007}" type="pres">
      <dgm:prSet presAssocID="{4D98BD0D-2509-4071-BF99-B581021682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B7DA8456-8C32-4E7D-A524-E8BCB4A6AE90}" type="pres">
      <dgm:prSet presAssocID="{4D98BD0D-2509-4071-BF99-B581021682E0}" presName="spaceRect" presStyleCnt="0"/>
      <dgm:spPr/>
    </dgm:pt>
    <dgm:pt modelId="{EC28F917-9CA0-47B5-8296-C9D31B4CD5FD}" type="pres">
      <dgm:prSet presAssocID="{4D98BD0D-2509-4071-BF99-B581021682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1CBD2F-E8A1-4CFF-A946-7C5A94E84386}" type="presOf" srcId="{8BAFD205-A023-4D98-9585-E5F352B8775A}" destId="{7B9D350A-A339-48D4-84B8-F730B522ED64}" srcOrd="0" destOrd="0" presId="urn:microsoft.com/office/officeart/2018/2/layout/IconVerticalSolidList"/>
    <dgm:cxn modelId="{0D452075-B99E-4E93-9C04-510F2D0A0EE8}" type="presOf" srcId="{4D98BD0D-2509-4071-BF99-B581021682E0}" destId="{EC28F917-9CA0-47B5-8296-C9D31B4CD5FD}" srcOrd="0" destOrd="0" presId="urn:microsoft.com/office/officeart/2018/2/layout/IconVerticalSolidList"/>
    <dgm:cxn modelId="{071380BC-12CB-480A-AE85-B695636A3A5F}" type="presOf" srcId="{39A0A442-B6A8-4735-92F1-DFF99E3FF58F}" destId="{D8C8224E-6C5C-486F-85CB-F831171FB6BA}" srcOrd="0" destOrd="0" presId="urn:microsoft.com/office/officeart/2018/2/layout/IconVerticalSolidList"/>
    <dgm:cxn modelId="{E3C826BF-411F-4558-B65F-80B185E89517}" srcId="{39A0A442-B6A8-4735-92F1-DFF99E3FF58F}" destId="{8BAFD205-A023-4D98-9585-E5F352B8775A}" srcOrd="1" destOrd="0" parTransId="{5DC4E6CC-CE04-40D2-982D-C3439584BD97}" sibTransId="{27E78B15-544B-408E-9FC5-EC5912FCB30F}"/>
    <dgm:cxn modelId="{73C763CE-E33E-47C0-B387-7BC42480092E}" srcId="{39A0A442-B6A8-4735-92F1-DFF99E3FF58F}" destId="{4D98BD0D-2509-4071-BF99-B581021682E0}" srcOrd="2" destOrd="0" parTransId="{65FD8219-EB34-4E9D-B01D-A4FD35DF68FF}" sibTransId="{B0725FBB-A068-40C4-879D-7009152018A6}"/>
    <dgm:cxn modelId="{C86C9FDE-B900-4954-BA91-4BBD4FC500DD}" srcId="{39A0A442-B6A8-4735-92F1-DFF99E3FF58F}" destId="{C1B65727-268D-4FFD-AED2-8F68C1EF56D6}" srcOrd="0" destOrd="0" parTransId="{29B95626-68B8-408D-A76C-63905056950D}" sibTransId="{1D65A3A3-27F6-4E75-9EE9-FAB39B6A3809}"/>
    <dgm:cxn modelId="{1F51CDF1-DD5B-46C6-BB54-4DFDFE1ACE8B}" type="presOf" srcId="{C1B65727-268D-4FFD-AED2-8F68C1EF56D6}" destId="{B2E07476-1224-4C02-A203-8DFFE8771F19}" srcOrd="0" destOrd="0" presId="urn:microsoft.com/office/officeart/2018/2/layout/IconVerticalSolidList"/>
    <dgm:cxn modelId="{A95CF104-FB21-4330-B067-ECFF23E4BB7C}" type="presParOf" srcId="{D8C8224E-6C5C-486F-85CB-F831171FB6BA}" destId="{0BB93D6A-2284-4BCD-8A0F-14EC6DD80994}" srcOrd="0" destOrd="0" presId="urn:microsoft.com/office/officeart/2018/2/layout/IconVerticalSolidList"/>
    <dgm:cxn modelId="{1E41E15C-15FB-40BA-A8FF-7681C4F12652}" type="presParOf" srcId="{0BB93D6A-2284-4BCD-8A0F-14EC6DD80994}" destId="{90714743-D338-4BC1-A351-3A9C44C92107}" srcOrd="0" destOrd="0" presId="urn:microsoft.com/office/officeart/2018/2/layout/IconVerticalSolidList"/>
    <dgm:cxn modelId="{CA53F23D-BD58-4975-AA99-642E3F928F7E}" type="presParOf" srcId="{0BB93D6A-2284-4BCD-8A0F-14EC6DD80994}" destId="{D026BFC6-1DEB-4455-8F3D-A345F9BE749A}" srcOrd="1" destOrd="0" presId="urn:microsoft.com/office/officeart/2018/2/layout/IconVerticalSolidList"/>
    <dgm:cxn modelId="{67ECDB81-87FB-40B7-BA2C-53DB42E2AC0A}" type="presParOf" srcId="{0BB93D6A-2284-4BCD-8A0F-14EC6DD80994}" destId="{089F0B1A-0C8F-49CF-9544-B07767176309}" srcOrd="2" destOrd="0" presId="urn:microsoft.com/office/officeart/2018/2/layout/IconVerticalSolidList"/>
    <dgm:cxn modelId="{970EA2E9-083B-4655-AB30-1ABE52C22AC0}" type="presParOf" srcId="{0BB93D6A-2284-4BCD-8A0F-14EC6DD80994}" destId="{B2E07476-1224-4C02-A203-8DFFE8771F19}" srcOrd="3" destOrd="0" presId="urn:microsoft.com/office/officeart/2018/2/layout/IconVerticalSolidList"/>
    <dgm:cxn modelId="{1FDF3911-13D4-44EB-9306-D16B4F2A43AC}" type="presParOf" srcId="{D8C8224E-6C5C-486F-85CB-F831171FB6BA}" destId="{7EF5C05A-FDEA-436D-A4B0-4E0F7FC56928}" srcOrd="1" destOrd="0" presId="urn:microsoft.com/office/officeart/2018/2/layout/IconVerticalSolidList"/>
    <dgm:cxn modelId="{7B9AB6A1-BEAE-4E7C-A54F-20D53E8EBA45}" type="presParOf" srcId="{D8C8224E-6C5C-486F-85CB-F831171FB6BA}" destId="{4E44BC61-B7C3-4803-8754-922C1500429F}" srcOrd="2" destOrd="0" presId="urn:microsoft.com/office/officeart/2018/2/layout/IconVerticalSolidList"/>
    <dgm:cxn modelId="{22C9AEDA-2BF9-4880-9D17-40B5411633B5}" type="presParOf" srcId="{4E44BC61-B7C3-4803-8754-922C1500429F}" destId="{414A9483-C3E2-400F-8DAA-5628153C2841}" srcOrd="0" destOrd="0" presId="urn:microsoft.com/office/officeart/2018/2/layout/IconVerticalSolidList"/>
    <dgm:cxn modelId="{033AD757-07B9-418E-9610-5342A3281FF2}" type="presParOf" srcId="{4E44BC61-B7C3-4803-8754-922C1500429F}" destId="{26E9F57F-E420-4A87-A91C-3BA8AA3721DA}" srcOrd="1" destOrd="0" presId="urn:microsoft.com/office/officeart/2018/2/layout/IconVerticalSolidList"/>
    <dgm:cxn modelId="{018AD6E5-99D4-40A7-8FCF-75F13C0F512E}" type="presParOf" srcId="{4E44BC61-B7C3-4803-8754-922C1500429F}" destId="{B4068854-8B81-4E95-818D-908EF2C2F8E5}" srcOrd="2" destOrd="0" presId="urn:microsoft.com/office/officeart/2018/2/layout/IconVerticalSolidList"/>
    <dgm:cxn modelId="{EFEDAB68-0194-44D0-8575-5C538A6E4B7E}" type="presParOf" srcId="{4E44BC61-B7C3-4803-8754-922C1500429F}" destId="{7B9D350A-A339-48D4-84B8-F730B522ED64}" srcOrd="3" destOrd="0" presId="urn:microsoft.com/office/officeart/2018/2/layout/IconVerticalSolidList"/>
    <dgm:cxn modelId="{6A9C04AF-6BB1-4723-84B6-E778EA4E31CE}" type="presParOf" srcId="{D8C8224E-6C5C-486F-85CB-F831171FB6BA}" destId="{203E5B82-4569-47E4-816B-6A458F1E3ED4}" srcOrd="3" destOrd="0" presId="urn:microsoft.com/office/officeart/2018/2/layout/IconVerticalSolidList"/>
    <dgm:cxn modelId="{B1D5AB57-BE6F-48A4-B763-B9BE98337DB2}" type="presParOf" srcId="{D8C8224E-6C5C-486F-85CB-F831171FB6BA}" destId="{43F51B81-D7C0-47DB-8500-5DD8F8653B53}" srcOrd="4" destOrd="0" presId="urn:microsoft.com/office/officeart/2018/2/layout/IconVerticalSolidList"/>
    <dgm:cxn modelId="{F72BBA70-79BB-49DA-BBA6-E6C70CD9133A}" type="presParOf" srcId="{43F51B81-D7C0-47DB-8500-5DD8F8653B53}" destId="{10607259-CB86-4D13-852B-71578A35F51D}" srcOrd="0" destOrd="0" presId="urn:microsoft.com/office/officeart/2018/2/layout/IconVerticalSolidList"/>
    <dgm:cxn modelId="{EB248DBF-8374-4E63-B875-180FA7D2953E}" type="presParOf" srcId="{43F51B81-D7C0-47DB-8500-5DD8F8653B53}" destId="{6811342F-1BC6-4DFC-B6ED-EDFA66550007}" srcOrd="1" destOrd="0" presId="urn:microsoft.com/office/officeart/2018/2/layout/IconVerticalSolidList"/>
    <dgm:cxn modelId="{85EB0D60-32C4-4C00-BAD8-119C90D4C96A}" type="presParOf" srcId="{43F51B81-D7C0-47DB-8500-5DD8F8653B53}" destId="{B7DA8456-8C32-4E7D-A524-E8BCB4A6AE90}" srcOrd="2" destOrd="0" presId="urn:microsoft.com/office/officeart/2018/2/layout/IconVerticalSolidList"/>
    <dgm:cxn modelId="{931B37E4-F5FF-475D-9C30-A63BFDDD7CBD}" type="presParOf" srcId="{43F51B81-D7C0-47DB-8500-5DD8F8653B53}" destId="{EC28F917-9CA0-47B5-8296-C9D31B4CD5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42FF0CE-F72A-4DF6-810C-EACEAF376E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03B4E4-5A7A-4896-877C-97922730CD55}">
      <dgm:prSet/>
      <dgm:spPr/>
      <dgm:t>
        <a:bodyPr/>
        <a:lstStyle/>
        <a:p>
          <a:r>
            <a:rPr lang="en-US"/>
            <a:t>Google Analytics</a:t>
          </a:r>
        </a:p>
      </dgm:t>
    </dgm:pt>
    <dgm:pt modelId="{EB0426CA-CF13-4070-9D61-0B2AC2CF5405}" cxnId="{6BA08275-9A47-4175-B862-C254EB6CEC7F}" type="parTrans">
      <dgm:prSet/>
      <dgm:spPr/>
      <dgm:t>
        <a:bodyPr/>
        <a:lstStyle/>
        <a:p>
          <a:endParaRPr lang="en-US"/>
        </a:p>
      </dgm:t>
    </dgm:pt>
    <dgm:pt modelId="{EEE365D5-9861-411D-B545-585AB2CE7F06}" cxnId="{6BA08275-9A47-4175-B862-C254EB6CEC7F}" type="sibTrans">
      <dgm:prSet/>
      <dgm:spPr/>
      <dgm:t>
        <a:bodyPr/>
        <a:lstStyle/>
        <a:p>
          <a:endParaRPr lang="en-US"/>
        </a:p>
      </dgm:t>
    </dgm:pt>
    <dgm:pt modelId="{46FB77FA-8C06-4CA0-A0D9-8F2EEE8B02E3}">
      <dgm:prSet/>
      <dgm:spPr/>
      <dgm:t>
        <a:bodyPr/>
        <a:lstStyle/>
        <a:p>
          <a:r>
            <a:rPr lang="en-US"/>
            <a:t>Google Search Console</a:t>
          </a:r>
        </a:p>
      </dgm:t>
    </dgm:pt>
    <dgm:pt modelId="{2123CC09-F138-40F8-8EFD-A80EE1D1EA9B}" cxnId="{F38D50D2-AA95-4BFC-B353-5CB0CD2F63B6}" type="parTrans">
      <dgm:prSet/>
      <dgm:spPr/>
      <dgm:t>
        <a:bodyPr/>
        <a:lstStyle/>
        <a:p>
          <a:endParaRPr lang="en-US"/>
        </a:p>
      </dgm:t>
    </dgm:pt>
    <dgm:pt modelId="{31104196-8587-42CA-A3C6-352762A47859}" cxnId="{F38D50D2-AA95-4BFC-B353-5CB0CD2F63B6}" type="sibTrans">
      <dgm:prSet/>
      <dgm:spPr/>
      <dgm:t>
        <a:bodyPr/>
        <a:lstStyle/>
        <a:p>
          <a:endParaRPr lang="en-US"/>
        </a:p>
      </dgm:t>
    </dgm:pt>
    <dgm:pt modelId="{81403566-8B2C-42BF-8276-067E90A845D6}">
      <dgm:prSet/>
      <dgm:spPr/>
      <dgm:t>
        <a:bodyPr/>
        <a:lstStyle/>
        <a:p>
          <a:r>
            <a:rPr lang="en-US"/>
            <a:t>Yoast SEO Plugin (WordPress)</a:t>
          </a:r>
        </a:p>
      </dgm:t>
    </dgm:pt>
    <dgm:pt modelId="{0FF955AE-3045-484E-A085-0FF20F684861}" cxnId="{0996C74C-E665-4F5D-BE81-995ACB8F7039}" type="parTrans">
      <dgm:prSet/>
      <dgm:spPr/>
      <dgm:t>
        <a:bodyPr/>
        <a:lstStyle/>
        <a:p>
          <a:endParaRPr lang="en-US"/>
        </a:p>
      </dgm:t>
    </dgm:pt>
    <dgm:pt modelId="{3B47DB10-463D-4E91-A26A-69E42B47FDCA}" cxnId="{0996C74C-E665-4F5D-BE81-995ACB8F7039}" type="sibTrans">
      <dgm:prSet/>
      <dgm:spPr/>
      <dgm:t>
        <a:bodyPr/>
        <a:lstStyle/>
        <a:p>
          <a:endParaRPr lang="en-US"/>
        </a:p>
      </dgm:t>
    </dgm:pt>
    <dgm:pt modelId="{D14CD26D-C31C-4F8E-94DE-750000762398}" type="pres">
      <dgm:prSet presAssocID="{242FF0CE-F72A-4DF6-810C-EACEAF376E06}" presName="root" presStyleCnt="0">
        <dgm:presLayoutVars>
          <dgm:dir/>
          <dgm:resizeHandles val="exact"/>
        </dgm:presLayoutVars>
      </dgm:prSet>
      <dgm:spPr/>
    </dgm:pt>
    <dgm:pt modelId="{5807A86A-E7EE-48BC-9936-F663C47CA460}" type="pres">
      <dgm:prSet presAssocID="{BC03B4E4-5A7A-4896-877C-97922730CD55}" presName="compNode" presStyleCnt="0"/>
      <dgm:spPr/>
    </dgm:pt>
    <dgm:pt modelId="{49C5BEBE-5035-4E11-995C-75E23FA3BA54}" type="pres">
      <dgm:prSet presAssocID="{BC03B4E4-5A7A-4896-877C-97922730CD55}" presName="bgRect" presStyleLbl="bgShp" presStyleIdx="0" presStyleCnt="3"/>
      <dgm:spPr/>
    </dgm:pt>
    <dgm:pt modelId="{A5F7244D-9068-4A94-B622-64B7219B4584}" type="pres">
      <dgm:prSet presAssocID="{BC03B4E4-5A7A-4896-877C-97922730CD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EEB1C9A6-75AE-4871-95C9-ED91A47648E2}" type="pres">
      <dgm:prSet presAssocID="{BC03B4E4-5A7A-4896-877C-97922730CD55}" presName="spaceRect" presStyleCnt="0"/>
      <dgm:spPr/>
    </dgm:pt>
    <dgm:pt modelId="{8094F0C4-E81C-407C-9836-3A6CE0DE750C}" type="pres">
      <dgm:prSet presAssocID="{BC03B4E4-5A7A-4896-877C-97922730CD55}" presName="parTx" presStyleLbl="revTx" presStyleIdx="0" presStyleCnt="3">
        <dgm:presLayoutVars>
          <dgm:chMax val="0"/>
          <dgm:chPref val="0"/>
        </dgm:presLayoutVars>
      </dgm:prSet>
      <dgm:spPr/>
    </dgm:pt>
    <dgm:pt modelId="{03BE5069-C919-4FCF-A371-0FF0BDC50AC5}" type="pres">
      <dgm:prSet presAssocID="{EEE365D5-9861-411D-B545-585AB2CE7F06}" presName="sibTrans" presStyleCnt="0"/>
      <dgm:spPr/>
    </dgm:pt>
    <dgm:pt modelId="{56E4FCBA-7CDC-41DF-B28B-A8DD3E7C802C}" type="pres">
      <dgm:prSet presAssocID="{46FB77FA-8C06-4CA0-A0D9-8F2EEE8B02E3}" presName="compNode" presStyleCnt="0"/>
      <dgm:spPr/>
    </dgm:pt>
    <dgm:pt modelId="{D616B2F3-F380-478D-B92D-2E149684CCFC}" type="pres">
      <dgm:prSet presAssocID="{46FB77FA-8C06-4CA0-A0D9-8F2EEE8B02E3}" presName="bgRect" presStyleLbl="bgShp" presStyleIdx="1" presStyleCnt="3"/>
      <dgm:spPr/>
    </dgm:pt>
    <dgm:pt modelId="{D3A81637-CCBA-4220-B778-E4D55E7DAE3F}" type="pres">
      <dgm:prSet presAssocID="{46FB77FA-8C06-4CA0-A0D9-8F2EEE8B02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231247A2-5B9E-45E9-A71A-9C95929A516E}" type="pres">
      <dgm:prSet presAssocID="{46FB77FA-8C06-4CA0-A0D9-8F2EEE8B02E3}" presName="spaceRect" presStyleCnt="0"/>
      <dgm:spPr/>
    </dgm:pt>
    <dgm:pt modelId="{88AEEAB6-F7C7-4578-844A-54CB3EE152C8}" type="pres">
      <dgm:prSet presAssocID="{46FB77FA-8C06-4CA0-A0D9-8F2EEE8B02E3}" presName="parTx" presStyleLbl="revTx" presStyleIdx="1" presStyleCnt="3">
        <dgm:presLayoutVars>
          <dgm:chMax val="0"/>
          <dgm:chPref val="0"/>
        </dgm:presLayoutVars>
      </dgm:prSet>
      <dgm:spPr/>
    </dgm:pt>
    <dgm:pt modelId="{6F31A2A4-DC5A-4A58-8868-2DAAD1B30CCE}" type="pres">
      <dgm:prSet presAssocID="{31104196-8587-42CA-A3C6-352762A47859}" presName="sibTrans" presStyleCnt="0"/>
      <dgm:spPr/>
    </dgm:pt>
    <dgm:pt modelId="{5D8C1660-487B-4EC0-A916-85B03EB16169}" type="pres">
      <dgm:prSet presAssocID="{81403566-8B2C-42BF-8276-067E90A845D6}" presName="compNode" presStyleCnt="0"/>
      <dgm:spPr/>
    </dgm:pt>
    <dgm:pt modelId="{9093727B-FF23-47C7-89B2-D9C9752A64A7}" type="pres">
      <dgm:prSet presAssocID="{81403566-8B2C-42BF-8276-067E90A845D6}" presName="bgRect" presStyleLbl="bgShp" presStyleIdx="2" presStyleCnt="3"/>
      <dgm:spPr/>
    </dgm:pt>
    <dgm:pt modelId="{E69D5640-6DC0-4E2A-8A81-D2F44D3446E5}" type="pres">
      <dgm:prSet presAssocID="{81403566-8B2C-42BF-8276-067E90A845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DA3A172E-E9EB-4081-9D9D-60A5BDCC674C}" type="pres">
      <dgm:prSet presAssocID="{81403566-8B2C-42BF-8276-067E90A845D6}" presName="spaceRect" presStyleCnt="0"/>
      <dgm:spPr/>
    </dgm:pt>
    <dgm:pt modelId="{D9C84C7B-A9D3-441E-A50F-10C7BEAFAC6F}" type="pres">
      <dgm:prSet presAssocID="{81403566-8B2C-42BF-8276-067E90A845D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0EB142-371C-4DC7-90B0-CF206FF671B8}" type="presOf" srcId="{BC03B4E4-5A7A-4896-877C-97922730CD55}" destId="{8094F0C4-E81C-407C-9836-3A6CE0DE750C}" srcOrd="0" destOrd="0" presId="urn:microsoft.com/office/officeart/2018/2/layout/IconVerticalSolidList"/>
    <dgm:cxn modelId="{34A0DE46-6E09-46DD-ABB0-F0563F2F6164}" type="presOf" srcId="{242FF0CE-F72A-4DF6-810C-EACEAF376E06}" destId="{D14CD26D-C31C-4F8E-94DE-750000762398}" srcOrd="0" destOrd="0" presId="urn:microsoft.com/office/officeart/2018/2/layout/IconVerticalSolidList"/>
    <dgm:cxn modelId="{0996C74C-E665-4F5D-BE81-995ACB8F7039}" srcId="{242FF0CE-F72A-4DF6-810C-EACEAF376E06}" destId="{81403566-8B2C-42BF-8276-067E90A845D6}" srcOrd="2" destOrd="0" parTransId="{0FF955AE-3045-484E-A085-0FF20F684861}" sibTransId="{3B47DB10-463D-4E91-A26A-69E42B47FDCA}"/>
    <dgm:cxn modelId="{6BA08275-9A47-4175-B862-C254EB6CEC7F}" srcId="{242FF0CE-F72A-4DF6-810C-EACEAF376E06}" destId="{BC03B4E4-5A7A-4896-877C-97922730CD55}" srcOrd="0" destOrd="0" parTransId="{EB0426CA-CF13-4070-9D61-0B2AC2CF5405}" sibTransId="{EEE365D5-9861-411D-B545-585AB2CE7F06}"/>
    <dgm:cxn modelId="{E894038C-2C42-4F99-982D-9B34D43593BD}" type="presOf" srcId="{81403566-8B2C-42BF-8276-067E90A845D6}" destId="{D9C84C7B-A9D3-441E-A50F-10C7BEAFAC6F}" srcOrd="0" destOrd="0" presId="urn:microsoft.com/office/officeart/2018/2/layout/IconVerticalSolidList"/>
    <dgm:cxn modelId="{1803368E-6C80-4D32-8E9D-FAA67D90CA12}" type="presOf" srcId="{46FB77FA-8C06-4CA0-A0D9-8F2EEE8B02E3}" destId="{88AEEAB6-F7C7-4578-844A-54CB3EE152C8}" srcOrd="0" destOrd="0" presId="urn:microsoft.com/office/officeart/2018/2/layout/IconVerticalSolidList"/>
    <dgm:cxn modelId="{F38D50D2-AA95-4BFC-B353-5CB0CD2F63B6}" srcId="{242FF0CE-F72A-4DF6-810C-EACEAF376E06}" destId="{46FB77FA-8C06-4CA0-A0D9-8F2EEE8B02E3}" srcOrd="1" destOrd="0" parTransId="{2123CC09-F138-40F8-8EFD-A80EE1D1EA9B}" sibTransId="{31104196-8587-42CA-A3C6-352762A47859}"/>
    <dgm:cxn modelId="{DF694A76-E316-456E-97EA-717477C49C19}" type="presParOf" srcId="{D14CD26D-C31C-4F8E-94DE-750000762398}" destId="{5807A86A-E7EE-48BC-9936-F663C47CA460}" srcOrd="0" destOrd="0" presId="urn:microsoft.com/office/officeart/2018/2/layout/IconVerticalSolidList"/>
    <dgm:cxn modelId="{EC8D053B-1C4E-4A60-8C2A-D3B049FDB539}" type="presParOf" srcId="{5807A86A-E7EE-48BC-9936-F663C47CA460}" destId="{49C5BEBE-5035-4E11-995C-75E23FA3BA54}" srcOrd="0" destOrd="0" presId="urn:microsoft.com/office/officeart/2018/2/layout/IconVerticalSolidList"/>
    <dgm:cxn modelId="{944DBF4C-9621-4A44-B6A4-2249D22BCE28}" type="presParOf" srcId="{5807A86A-E7EE-48BC-9936-F663C47CA460}" destId="{A5F7244D-9068-4A94-B622-64B7219B4584}" srcOrd="1" destOrd="0" presId="urn:microsoft.com/office/officeart/2018/2/layout/IconVerticalSolidList"/>
    <dgm:cxn modelId="{134814AF-E612-4A95-9B52-078EE0E4D55E}" type="presParOf" srcId="{5807A86A-E7EE-48BC-9936-F663C47CA460}" destId="{EEB1C9A6-75AE-4871-95C9-ED91A47648E2}" srcOrd="2" destOrd="0" presId="urn:microsoft.com/office/officeart/2018/2/layout/IconVerticalSolidList"/>
    <dgm:cxn modelId="{BDF055C9-96BC-4961-99E9-77DD0D1F4D79}" type="presParOf" srcId="{5807A86A-E7EE-48BC-9936-F663C47CA460}" destId="{8094F0C4-E81C-407C-9836-3A6CE0DE750C}" srcOrd="3" destOrd="0" presId="urn:microsoft.com/office/officeart/2018/2/layout/IconVerticalSolidList"/>
    <dgm:cxn modelId="{1EB90C11-5C3A-4B4B-88D7-127D31B771B1}" type="presParOf" srcId="{D14CD26D-C31C-4F8E-94DE-750000762398}" destId="{03BE5069-C919-4FCF-A371-0FF0BDC50AC5}" srcOrd="1" destOrd="0" presId="urn:microsoft.com/office/officeart/2018/2/layout/IconVerticalSolidList"/>
    <dgm:cxn modelId="{C42DF040-680F-41C0-BDBC-7A723B0C9C87}" type="presParOf" srcId="{D14CD26D-C31C-4F8E-94DE-750000762398}" destId="{56E4FCBA-7CDC-41DF-B28B-A8DD3E7C802C}" srcOrd="2" destOrd="0" presId="urn:microsoft.com/office/officeart/2018/2/layout/IconVerticalSolidList"/>
    <dgm:cxn modelId="{F6EA1EBD-65B7-4EAE-AFF8-901EAF153CB4}" type="presParOf" srcId="{56E4FCBA-7CDC-41DF-B28B-A8DD3E7C802C}" destId="{D616B2F3-F380-478D-B92D-2E149684CCFC}" srcOrd="0" destOrd="0" presId="urn:microsoft.com/office/officeart/2018/2/layout/IconVerticalSolidList"/>
    <dgm:cxn modelId="{B2991DC1-8BA9-4285-A6F7-239A3C697961}" type="presParOf" srcId="{56E4FCBA-7CDC-41DF-B28B-A8DD3E7C802C}" destId="{D3A81637-CCBA-4220-B778-E4D55E7DAE3F}" srcOrd="1" destOrd="0" presId="urn:microsoft.com/office/officeart/2018/2/layout/IconVerticalSolidList"/>
    <dgm:cxn modelId="{2D75A227-8CA0-4407-AA25-449FFB37A635}" type="presParOf" srcId="{56E4FCBA-7CDC-41DF-B28B-A8DD3E7C802C}" destId="{231247A2-5B9E-45E9-A71A-9C95929A516E}" srcOrd="2" destOrd="0" presId="urn:microsoft.com/office/officeart/2018/2/layout/IconVerticalSolidList"/>
    <dgm:cxn modelId="{30C2863E-4322-4AF7-A129-35B57DA9F391}" type="presParOf" srcId="{56E4FCBA-7CDC-41DF-B28B-A8DD3E7C802C}" destId="{88AEEAB6-F7C7-4578-844A-54CB3EE152C8}" srcOrd="3" destOrd="0" presId="urn:microsoft.com/office/officeart/2018/2/layout/IconVerticalSolidList"/>
    <dgm:cxn modelId="{22FDA09D-F3EB-43E6-BC05-E43799EAC845}" type="presParOf" srcId="{D14CD26D-C31C-4F8E-94DE-750000762398}" destId="{6F31A2A4-DC5A-4A58-8868-2DAAD1B30CCE}" srcOrd="3" destOrd="0" presId="urn:microsoft.com/office/officeart/2018/2/layout/IconVerticalSolidList"/>
    <dgm:cxn modelId="{E92C22D0-FDAB-47FF-9DCD-B308052D78EE}" type="presParOf" srcId="{D14CD26D-C31C-4F8E-94DE-750000762398}" destId="{5D8C1660-487B-4EC0-A916-85B03EB16169}" srcOrd="4" destOrd="0" presId="urn:microsoft.com/office/officeart/2018/2/layout/IconVerticalSolidList"/>
    <dgm:cxn modelId="{602AF40B-EE00-477E-B972-25B1F17C6E61}" type="presParOf" srcId="{5D8C1660-487B-4EC0-A916-85B03EB16169}" destId="{9093727B-FF23-47C7-89B2-D9C9752A64A7}" srcOrd="0" destOrd="0" presId="urn:microsoft.com/office/officeart/2018/2/layout/IconVerticalSolidList"/>
    <dgm:cxn modelId="{6BF459C7-8D87-41FD-A370-47E699EE4151}" type="presParOf" srcId="{5D8C1660-487B-4EC0-A916-85B03EB16169}" destId="{E69D5640-6DC0-4E2A-8A81-D2F44D3446E5}" srcOrd="1" destOrd="0" presId="urn:microsoft.com/office/officeart/2018/2/layout/IconVerticalSolidList"/>
    <dgm:cxn modelId="{CF1BDFE9-0467-4B7F-9184-4FF64BABD10D}" type="presParOf" srcId="{5D8C1660-487B-4EC0-A916-85B03EB16169}" destId="{DA3A172E-E9EB-4081-9D9D-60A5BDCC674C}" srcOrd="2" destOrd="0" presId="urn:microsoft.com/office/officeart/2018/2/layout/IconVerticalSolidList"/>
    <dgm:cxn modelId="{E064C927-73B2-4F75-B46E-0CC58C0FAEC9}" type="presParOf" srcId="{5D8C1660-487B-4EC0-A916-85B03EB16169}" destId="{D9C84C7B-A9D3-441E-A50F-10C7BEAFAC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6646A6A-854F-47DC-B219-8C08438CAAC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9E0A6DE-37CC-4104-BE10-45BFB93E6711}">
      <dgm:prSet/>
      <dgm:spPr/>
      <dgm:t>
        <a:bodyPr/>
        <a:lstStyle/>
        <a:p>
          <a:r>
            <a:rPr lang="en-US"/>
            <a:t>What is SEO?</a:t>
          </a:r>
        </a:p>
      </dgm:t>
    </dgm:pt>
    <dgm:pt modelId="{7C6AD2CE-1876-4DA6-9513-8BA5F7ED0E84}" cxnId="{8516ABCD-4A59-4171-BB7B-ACB1BBCF6580}" type="parTrans">
      <dgm:prSet/>
      <dgm:spPr/>
      <dgm:t>
        <a:bodyPr/>
        <a:lstStyle/>
        <a:p>
          <a:endParaRPr lang="en-US"/>
        </a:p>
      </dgm:t>
    </dgm:pt>
    <dgm:pt modelId="{2575437C-34CB-415B-A805-46354A5D1967}" cxnId="{8516ABCD-4A59-4171-BB7B-ACB1BBCF6580}" type="sibTrans">
      <dgm:prSet/>
      <dgm:spPr/>
      <dgm:t>
        <a:bodyPr/>
        <a:lstStyle/>
        <a:p>
          <a:endParaRPr lang="en-US"/>
        </a:p>
      </dgm:t>
    </dgm:pt>
    <dgm:pt modelId="{BEB8AF54-95D9-4F62-8F8E-422AF12A594D}">
      <dgm:prSet/>
      <dgm:spPr/>
      <dgm:t>
        <a:bodyPr/>
        <a:lstStyle/>
        <a:p>
          <a:r>
            <a:rPr lang="en-US"/>
            <a:t>Why SEO Matters for Business Websites</a:t>
          </a:r>
        </a:p>
      </dgm:t>
    </dgm:pt>
    <dgm:pt modelId="{02C69770-6B84-4F6D-9455-54BE50C3B9DF}" cxnId="{B9734308-53B5-4A35-B8DA-1FFE35CC9058}" type="parTrans">
      <dgm:prSet/>
      <dgm:spPr/>
      <dgm:t>
        <a:bodyPr/>
        <a:lstStyle/>
        <a:p>
          <a:endParaRPr lang="en-US"/>
        </a:p>
      </dgm:t>
    </dgm:pt>
    <dgm:pt modelId="{D48A9E56-CE48-496D-BF2C-EA4E74FB462C}" cxnId="{B9734308-53B5-4A35-B8DA-1FFE35CC9058}" type="sibTrans">
      <dgm:prSet/>
      <dgm:spPr/>
      <dgm:t>
        <a:bodyPr/>
        <a:lstStyle/>
        <a:p>
          <a:endParaRPr lang="en-US"/>
        </a:p>
      </dgm:t>
    </dgm:pt>
    <dgm:pt modelId="{3C70FB8D-F9D4-4512-9DAD-961B513008FD}">
      <dgm:prSet/>
      <dgm:spPr/>
      <dgm:t>
        <a:bodyPr/>
        <a:lstStyle/>
        <a:p>
          <a:r>
            <a:rPr lang="en-US"/>
            <a:t>On-Page SEO Basics</a:t>
          </a:r>
        </a:p>
      </dgm:t>
    </dgm:pt>
    <dgm:pt modelId="{AB828F11-9180-4C4C-B12A-B21ADBEE70F9}" cxnId="{C57343E6-0751-40B8-AD67-2E865C766045}" type="parTrans">
      <dgm:prSet/>
      <dgm:spPr/>
      <dgm:t>
        <a:bodyPr/>
        <a:lstStyle/>
        <a:p>
          <a:endParaRPr lang="en-US"/>
        </a:p>
      </dgm:t>
    </dgm:pt>
    <dgm:pt modelId="{F1F76B7D-A9D7-4F26-806F-324F19946A58}" cxnId="{C57343E6-0751-40B8-AD67-2E865C766045}" type="sibTrans">
      <dgm:prSet/>
      <dgm:spPr/>
      <dgm:t>
        <a:bodyPr/>
        <a:lstStyle/>
        <a:p>
          <a:endParaRPr lang="en-US"/>
        </a:p>
      </dgm:t>
    </dgm:pt>
    <dgm:pt modelId="{077ECA8C-631D-F14B-8D36-983A73EE0CEC}" type="pres">
      <dgm:prSet presAssocID="{36646A6A-854F-47DC-B219-8C08438CAAC3}" presName="linear" presStyleCnt="0">
        <dgm:presLayoutVars>
          <dgm:animLvl val="lvl"/>
          <dgm:resizeHandles val="exact"/>
        </dgm:presLayoutVars>
      </dgm:prSet>
      <dgm:spPr/>
    </dgm:pt>
    <dgm:pt modelId="{2F931409-1B33-4A47-BEE6-B4DCCEA426A8}" type="pres">
      <dgm:prSet presAssocID="{89E0A6DE-37CC-4104-BE10-45BFB93E67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F8164B-BC8E-134B-8801-2587FAEA50CE}" type="pres">
      <dgm:prSet presAssocID="{2575437C-34CB-415B-A805-46354A5D1967}" presName="spacer" presStyleCnt="0"/>
      <dgm:spPr/>
    </dgm:pt>
    <dgm:pt modelId="{E1609ED3-13F4-BA47-A354-19CC02DAC60A}" type="pres">
      <dgm:prSet presAssocID="{BEB8AF54-95D9-4F62-8F8E-422AF12A59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F03EA4-1CB2-344A-8999-205E38F1AF12}" type="pres">
      <dgm:prSet presAssocID="{D48A9E56-CE48-496D-BF2C-EA4E74FB462C}" presName="spacer" presStyleCnt="0"/>
      <dgm:spPr/>
    </dgm:pt>
    <dgm:pt modelId="{B2AC8A6F-3233-B242-8855-9440047E41A1}" type="pres">
      <dgm:prSet presAssocID="{3C70FB8D-F9D4-4512-9DAD-961B513008F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734308-53B5-4A35-B8DA-1FFE35CC9058}" srcId="{36646A6A-854F-47DC-B219-8C08438CAAC3}" destId="{BEB8AF54-95D9-4F62-8F8E-422AF12A594D}" srcOrd="1" destOrd="0" parTransId="{02C69770-6B84-4F6D-9455-54BE50C3B9DF}" sibTransId="{D48A9E56-CE48-496D-BF2C-EA4E74FB462C}"/>
    <dgm:cxn modelId="{4885243E-8D21-3D4B-8AA9-533188AF38B6}" type="presOf" srcId="{36646A6A-854F-47DC-B219-8C08438CAAC3}" destId="{077ECA8C-631D-F14B-8D36-983A73EE0CEC}" srcOrd="0" destOrd="0" presId="urn:microsoft.com/office/officeart/2005/8/layout/vList2"/>
    <dgm:cxn modelId="{91A51153-E456-B943-9CDD-8885F6A3D97E}" type="presOf" srcId="{89E0A6DE-37CC-4104-BE10-45BFB93E6711}" destId="{2F931409-1B33-4A47-BEE6-B4DCCEA426A8}" srcOrd="0" destOrd="0" presId="urn:microsoft.com/office/officeart/2005/8/layout/vList2"/>
    <dgm:cxn modelId="{E600ECB2-68C4-8A47-A38A-0308EA64E01C}" type="presOf" srcId="{BEB8AF54-95D9-4F62-8F8E-422AF12A594D}" destId="{E1609ED3-13F4-BA47-A354-19CC02DAC60A}" srcOrd="0" destOrd="0" presId="urn:microsoft.com/office/officeart/2005/8/layout/vList2"/>
    <dgm:cxn modelId="{F0E71BB8-1CED-0B42-91E8-3F50BFB2E831}" type="presOf" srcId="{3C70FB8D-F9D4-4512-9DAD-961B513008FD}" destId="{B2AC8A6F-3233-B242-8855-9440047E41A1}" srcOrd="0" destOrd="0" presId="urn:microsoft.com/office/officeart/2005/8/layout/vList2"/>
    <dgm:cxn modelId="{8516ABCD-4A59-4171-BB7B-ACB1BBCF6580}" srcId="{36646A6A-854F-47DC-B219-8C08438CAAC3}" destId="{89E0A6DE-37CC-4104-BE10-45BFB93E6711}" srcOrd="0" destOrd="0" parTransId="{7C6AD2CE-1876-4DA6-9513-8BA5F7ED0E84}" sibTransId="{2575437C-34CB-415B-A805-46354A5D1967}"/>
    <dgm:cxn modelId="{C57343E6-0751-40B8-AD67-2E865C766045}" srcId="{36646A6A-854F-47DC-B219-8C08438CAAC3}" destId="{3C70FB8D-F9D4-4512-9DAD-961B513008FD}" srcOrd="2" destOrd="0" parTransId="{AB828F11-9180-4C4C-B12A-B21ADBEE70F9}" sibTransId="{F1F76B7D-A9D7-4F26-806F-324F19946A58}"/>
    <dgm:cxn modelId="{FDD8247C-EBC7-2749-9849-14968A0380A4}" type="presParOf" srcId="{077ECA8C-631D-F14B-8D36-983A73EE0CEC}" destId="{2F931409-1B33-4A47-BEE6-B4DCCEA426A8}" srcOrd="0" destOrd="0" presId="urn:microsoft.com/office/officeart/2005/8/layout/vList2"/>
    <dgm:cxn modelId="{947648CB-1E54-0747-860F-F33E1983C2A6}" type="presParOf" srcId="{077ECA8C-631D-F14B-8D36-983A73EE0CEC}" destId="{DBF8164B-BC8E-134B-8801-2587FAEA50CE}" srcOrd="1" destOrd="0" presId="urn:microsoft.com/office/officeart/2005/8/layout/vList2"/>
    <dgm:cxn modelId="{BA288236-1F2D-1347-9930-0F8C2C1771A0}" type="presParOf" srcId="{077ECA8C-631D-F14B-8D36-983A73EE0CEC}" destId="{E1609ED3-13F4-BA47-A354-19CC02DAC60A}" srcOrd="2" destOrd="0" presId="urn:microsoft.com/office/officeart/2005/8/layout/vList2"/>
    <dgm:cxn modelId="{8E7A4888-9EDC-424B-84A3-F7D2D0506E51}" type="presParOf" srcId="{077ECA8C-631D-F14B-8D36-983A73EE0CEC}" destId="{F8F03EA4-1CB2-344A-8999-205E38F1AF12}" srcOrd="3" destOrd="0" presId="urn:microsoft.com/office/officeart/2005/8/layout/vList2"/>
    <dgm:cxn modelId="{FF90CABD-D5F9-0C4E-916D-9064C0948A34}" type="presParOf" srcId="{077ECA8C-631D-F14B-8D36-983A73EE0CEC}" destId="{B2AC8A6F-3233-B242-8855-9440047E41A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716645" cy="8693150"/>
        <a:chOff x="0" y="0"/>
        <a:chExt cx="8716645" cy="8693150"/>
      </a:xfrm>
    </dsp:grpSpPr>
    <dsp:sp modelId="{4D846E24-408D-8C44-B654-2CF8BCC4B1D4}">
      <dsp:nvSpPr>
        <dsp:cNvPr id="3" name="Rounded Rectangle 2"/>
        <dsp:cNvSpPr/>
      </dsp:nvSpPr>
      <dsp:spPr bwMode="white">
        <a:xfrm>
          <a:off x="0" y="20732"/>
          <a:ext cx="8716645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Aligning Digital Presence with Business Objectives</a:t>
          </a:r>
        </a:p>
      </dsp:txBody>
      <dsp:txXfrm>
        <a:off x="0" y="20732"/>
        <a:ext cx="8716645" cy="2025650"/>
      </dsp:txXfrm>
    </dsp:sp>
    <dsp:sp modelId="{04C3949D-5943-B349-8600-E63B7C3C4B43}">
      <dsp:nvSpPr>
        <dsp:cNvPr id="4" name="Rounded Rectangle 3"/>
        <dsp:cNvSpPr/>
      </dsp:nvSpPr>
      <dsp:spPr bwMode="white">
        <a:xfrm>
          <a:off x="0" y="2184622"/>
          <a:ext cx="8716645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Examples of Alignment:</a:t>
          </a:r>
        </a:p>
      </dsp:txBody>
      <dsp:txXfrm>
        <a:off x="0" y="2184622"/>
        <a:ext cx="8716645" cy="2025650"/>
      </dsp:txXfrm>
    </dsp:sp>
    <dsp:sp modelId="{E715E8A3-FDB9-6244-BD39-C7D1A2305E4F}">
      <dsp:nvSpPr>
        <dsp:cNvPr id="5" name="Rectangles 4"/>
        <dsp:cNvSpPr/>
      </dsp:nvSpPr>
      <dsp:spPr bwMode="white">
        <a:xfrm>
          <a:off x="0" y="4210272"/>
          <a:ext cx="8716645" cy="446214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276753" tIns="60960" rIns="341376" bIns="60960" anchor="t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Increase Sales → Boost Website Traffic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Brand Awareness → Social Media Engagement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Customer Support → Chatbot Integration</a:t>
          </a:r>
          <a:endParaRPr>
            <a:solidFill>
              <a:schemeClr val="tx1"/>
            </a:solidFill>
          </a:endParaRPr>
        </a:p>
      </dsp:txBody>
      <dsp:txXfrm>
        <a:off x="0" y="4210272"/>
        <a:ext cx="8716645" cy="4462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000250" cy="8180880"/>
        <a:chOff x="0" y="0"/>
        <a:chExt cx="10000250" cy="8180880"/>
      </a:xfrm>
    </dsp:grpSpPr>
    <dsp:sp modelId="{4E5240D7-A366-1A43-9F92-A7C4632F5117}">
      <dsp:nvSpPr>
        <dsp:cNvPr id="5" name="Rectangles 4"/>
        <dsp:cNvSpPr/>
      </dsp:nvSpPr>
      <dsp:spPr bwMode="white">
        <a:xfrm>
          <a:off x="0" y="659800"/>
          <a:ext cx="10000250" cy="3317240"/>
        </a:xfrm>
        <a:prstGeom prst="rect">
          <a:avLst/>
        </a:prstGeom>
      </dsp:spPr>
      <dsp:style>
        <a:lnRef idx="1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76130" tIns="874776" rIns="776130" bIns="298704" anchor="t"/>
        <a:lstStyle>
          <a:lvl1pPr algn="l">
            <a:defRPr sz="42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Social Media Account Setup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Initial Website Launch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Email List Creation</a:t>
          </a:r>
          <a:endParaRPr>
            <a:solidFill>
              <a:schemeClr val="dk1"/>
            </a:solidFill>
          </a:endParaRPr>
        </a:p>
      </dsp:txBody>
      <dsp:txXfrm>
        <a:off x="0" y="659800"/>
        <a:ext cx="10000250" cy="3317240"/>
      </dsp:txXfrm>
    </dsp:sp>
    <dsp:sp modelId="{4D353C4B-3663-6946-86A6-78F319C74949}">
      <dsp:nvSpPr>
        <dsp:cNvPr id="4" name="Rounded Rectangle 3"/>
        <dsp:cNvSpPr/>
      </dsp:nvSpPr>
      <dsp:spPr bwMode="white">
        <a:xfrm>
          <a:off x="500013" y="39880"/>
          <a:ext cx="7000175" cy="1239840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2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4589" tIns="0" rIns="264589" bIns="0" anchor="ctr"/>
        <a:lstStyle>
          <a:lvl1pPr algn="l">
            <a:defRPr sz="4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Short-Term Goals:</a:t>
          </a:r>
          <a:endParaRPr lang="en-US"/>
        </a:p>
      </dsp:txBody>
      <dsp:txXfrm>
        <a:off x="500013" y="39880"/>
        <a:ext cx="7000175" cy="1239840"/>
      </dsp:txXfrm>
    </dsp:sp>
    <dsp:sp modelId="{2A5E8CBC-C3BE-E44C-A975-C6B1A01B7405}">
      <dsp:nvSpPr>
        <dsp:cNvPr id="8" name="Rectangles 7"/>
        <dsp:cNvSpPr/>
      </dsp:nvSpPr>
      <dsp:spPr bwMode="white">
        <a:xfrm>
          <a:off x="0" y="4823760"/>
          <a:ext cx="10000250" cy="3317240"/>
        </a:xfrm>
        <a:prstGeom prst="rect">
          <a:avLst/>
        </a:prstGeom>
      </dsp:spPr>
      <dsp:style>
        <a:lnRef idx="1">
          <a:schemeClr val="accent2">
            <a:hueOff val="4680000"/>
            <a:satOff val="-5881"/>
            <a:lumOff val="117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76130" tIns="874776" rIns="776130" bIns="298704" anchor="t"/>
        <a:lstStyle>
          <a:lvl1pPr algn="l">
            <a:defRPr sz="42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Brand Awareness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SEO Improvements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Customer Loyalty Programs</a:t>
          </a:r>
          <a:endParaRPr>
            <a:solidFill>
              <a:schemeClr val="dk1"/>
            </a:solidFill>
          </a:endParaRPr>
        </a:p>
      </dsp:txBody>
      <dsp:txXfrm>
        <a:off x="0" y="4823760"/>
        <a:ext cx="10000250" cy="3317240"/>
      </dsp:txXfrm>
    </dsp:sp>
    <dsp:sp modelId="{D4B96F58-93AD-274A-A7BF-CFEC248C726C}">
      <dsp:nvSpPr>
        <dsp:cNvPr id="7" name="Rounded Rectangle 6"/>
        <dsp:cNvSpPr/>
      </dsp:nvSpPr>
      <dsp:spPr bwMode="white">
        <a:xfrm>
          <a:off x="500013" y="4203840"/>
          <a:ext cx="7000175" cy="1239840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2">
            <a:hueOff val="4680000"/>
            <a:satOff val="-5881"/>
            <a:lumOff val="117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4589" tIns="0" rIns="264589" bIns="0" anchor="ctr"/>
        <a:lstStyle>
          <a:lvl1pPr algn="l">
            <a:defRPr sz="4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Long-Term Goals:</a:t>
          </a:r>
          <a:endParaRPr lang="en-US"/>
        </a:p>
      </dsp:txBody>
      <dsp:txXfrm>
        <a:off x="500013" y="4203840"/>
        <a:ext cx="7000175" cy="1239840"/>
      </dsp:txXfrm>
    </dsp:sp>
    <dsp:sp modelId="{2F2DD8E5-EDB5-7D44-89DD-DCD04A038009}">
      <dsp:nvSpPr>
        <dsp:cNvPr id="3" name="Rectangles 2" hidden="1"/>
        <dsp:cNvSpPr/>
      </dsp:nvSpPr>
      <dsp:spPr>
        <a:xfrm>
          <a:off x="0" y="39880"/>
          <a:ext cx="500013" cy="1239840"/>
        </a:xfrm>
        <a:prstGeom prst="rect">
          <a:avLst/>
        </a:prstGeom>
      </dsp:spPr>
      <dsp:txXfrm>
        <a:off x="0" y="39880"/>
        <a:ext cx="500013" cy="1239840"/>
      </dsp:txXfrm>
    </dsp:sp>
    <dsp:sp modelId="{96DD7A5F-5B68-544A-BDE0-19844D5790F5}">
      <dsp:nvSpPr>
        <dsp:cNvPr id="6" name="Rectangles 5" hidden="1"/>
        <dsp:cNvSpPr/>
      </dsp:nvSpPr>
      <dsp:spPr>
        <a:xfrm>
          <a:off x="0" y="4203840"/>
          <a:ext cx="500013" cy="1239840"/>
        </a:xfrm>
        <a:prstGeom prst="rect">
          <a:avLst/>
        </a:prstGeom>
      </dsp:spPr>
      <dsp:txXfrm>
        <a:off x="0" y="4203840"/>
        <a:ext cx="500013" cy="1239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994981" cy="7746206"/>
        <a:chOff x="0" y="0"/>
        <a:chExt cx="16994981" cy="7746206"/>
      </a:xfrm>
    </dsp:grpSpPr>
    <dsp:sp modelId="{EEFDA00C-0526-D34A-811E-746E19DC8C32}">
      <dsp:nvSpPr>
        <dsp:cNvPr id="3" name="Rounded Rectangle 2"/>
        <dsp:cNvSpPr/>
      </dsp:nvSpPr>
      <dsp:spPr bwMode="white">
        <a:xfrm>
          <a:off x="0" y="4432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Specific:</a:t>
          </a:r>
          <a:r>
            <a:rPr lang="en-US"/>
            <a:t> Clear and well-defined objectives</a:t>
          </a:r>
        </a:p>
      </dsp:txBody>
      <dsp:txXfrm>
        <a:off x="0" y="44323"/>
        <a:ext cx="16994981" cy="1165860"/>
      </dsp:txXfrm>
    </dsp:sp>
    <dsp:sp modelId="{0E1BC017-5AEC-BE4A-8F53-DC7C179FCAAC}">
      <dsp:nvSpPr>
        <dsp:cNvPr id="4" name="Rounded Rectangle 3"/>
        <dsp:cNvSpPr/>
      </dsp:nvSpPr>
      <dsp:spPr bwMode="white">
        <a:xfrm>
          <a:off x="0" y="134266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Measurable:</a:t>
          </a:r>
          <a:r>
            <a:rPr lang="en-US"/>
            <a:t> Quantifiable targets</a:t>
          </a:r>
        </a:p>
      </dsp:txBody>
      <dsp:txXfrm>
        <a:off x="0" y="1342663"/>
        <a:ext cx="16994981" cy="1165860"/>
      </dsp:txXfrm>
    </dsp:sp>
    <dsp:sp modelId="{9192674C-F932-9646-AC26-D76ACBE5E43E}">
      <dsp:nvSpPr>
        <dsp:cNvPr id="5" name="Rounded Rectangle 4"/>
        <dsp:cNvSpPr/>
      </dsp:nvSpPr>
      <dsp:spPr bwMode="white">
        <a:xfrm>
          <a:off x="0" y="264100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Achievable:</a:t>
          </a:r>
          <a:r>
            <a:rPr lang="en-US"/>
            <a:t> Realistic and attainable</a:t>
          </a:r>
        </a:p>
      </dsp:txBody>
      <dsp:txXfrm>
        <a:off x="0" y="2641003"/>
        <a:ext cx="16994981" cy="1165860"/>
      </dsp:txXfrm>
    </dsp:sp>
    <dsp:sp modelId="{8188BE99-036D-7944-A4E4-1E68959A5F9D}">
      <dsp:nvSpPr>
        <dsp:cNvPr id="6" name="Rounded Rectangle 5"/>
        <dsp:cNvSpPr/>
      </dsp:nvSpPr>
      <dsp:spPr bwMode="white">
        <a:xfrm>
          <a:off x="0" y="393934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Relevant:</a:t>
          </a:r>
          <a:r>
            <a:rPr lang="en-US"/>
            <a:t> Aligned with business strategy</a:t>
          </a:r>
        </a:p>
      </dsp:txBody>
      <dsp:txXfrm>
        <a:off x="0" y="3939343"/>
        <a:ext cx="16994981" cy="1165860"/>
      </dsp:txXfrm>
    </dsp:sp>
    <dsp:sp modelId="{2F2D199E-A6B5-ED4C-93F1-CC20312CB769}">
      <dsp:nvSpPr>
        <dsp:cNvPr id="7" name="Rounded Rectangle 6"/>
        <dsp:cNvSpPr/>
      </dsp:nvSpPr>
      <dsp:spPr bwMode="white">
        <a:xfrm>
          <a:off x="0" y="523768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Time-Bound:</a:t>
          </a:r>
          <a:r>
            <a:rPr lang="en-US"/>
            <a:t> Defined deadlines</a:t>
          </a:r>
        </a:p>
      </dsp:txBody>
      <dsp:txXfrm>
        <a:off x="0" y="5237683"/>
        <a:ext cx="16994981" cy="1165860"/>
      </dsp:txXfrm>
    </dsp:sp>
    <dsp:sp modelId="{12E1A9AC-D882-DA45-BAD8-93F25E98F7D5}">
      <dsp:nvSpPr>
        <dsp:cNvPr id="8" name="Rounded Rectangle 7"/>
        <dsp:cNvSpPr/>
      </dsp:nvSpPr>
      <dsp:spPr bwMode="white">
        <a:xfrm>
          <a:off x="0" y="6536023"/>
          <a:ext cx="16994981" cy="11658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5260" tIns="175260" rIns="175260" bIns="175260" anchor="ctr"/>
        <a:lstStyle>
          <a:lvl1pPr algn="l">
            <a:defRPr sz="46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Example: Increase website traffic by 20% within 3 months.</a:t>
          </a:r>
        </a:p>
      </dsp:txBody>
      <dsp:txXfrm>
        <a:off x="0" y="6536023"/>
        <a:ext cx="16994981" cy="1165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716692" cy="8517329"/>
        <a:chOff x="0" y="0"/>
        <a:chExt cx="8716692" cy="8517329"/>
      </a:xfrm>
    </dsp:grpSpPr>
    <dsp:sp modelId="{D27B9754-1051-4947-8167-B16421A3659B}">
      <dsp:nvSpPr>
        <dsp:cNvPr id="3" name="Rounded Rectangle 2"/>
        <dsp:cNvSpPr/>
      </dsp:nvSpPr>
      <dsp:spPr bwMode="white">
        <a:xfrm>
          <a:off x="0" y="5"/>
          <a:ext cx="8716692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Importance of Understanding Your Audience</a:t>
          </a:r>
        </a:p>
      </dsp:txBody>
      <dsp:txXfrm>
        <a:off x="0" y="5"/>
        <a:ext cx="8716692" cy="2025650"/>
      </dsp:txXfrm>
    </dsp:sp>
    <dsp:sp modelId="{1048D3C6-4ED5-9846-9427-EE805712106B}">
      <dsp:nvSpPr>
        <dsp:cNvPr id="4" name="Rounded Rectangle 3"/>
        <dsp:cNvSpPr/>
      </dsp:nvSpPr>
      <dsp:spPr bwMode="white">
        <a:xfrm>
          <a:off x="0" y="2163895"/>
          <a:ext cx="8716692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3300000"/>
            <a:satOff val="13333"/>
            <a:lumOff val="287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Market Segmentation</a:t>
          </a:r>
        </a:p>
      </dsp:txBody>
      <dsp:txXfrm>
        <a:off x="0" y="2163895"/>
        <a:ext cx="8716692" cy="2025650"/>
      </dsp:txXfrm>
    </dsp:sp>
    <dsp:sp modelId="{46006140-D0C1-984A-B802-F38D205A96A2}">
      <dsp:nvSpPr>
        <dsp:cNvPr id="5" name="Rounded Rectangle 4"/>
        <dsp:cNvSpPr/>
      </dsp:nvSpPr>
      <dsp:spPr bwMode="white">
        <a:xfrm>
          <a:off x="0" y="4327785"/>
          <a:ext cx="8716692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6600000"/>
            <a:satOff val="26667"/>
            <a:lumOff val="575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Audience Persona Development</a:t>
          </a:r>
        </a:p>
      </dsp:txBody>
      <dsp:txXfrm>
        <a:off x="0" y="4327785"/>
        <a:ext cx="8716692" cy="2025650"/>
      </dsp:txXfrm>
    </dsp:sp>
    <dsp:sp modelId="{8BBC1334-64BB-C54E-A197-07349768E332}">
      <dsp:nvSpPr>
        <dsp:cNvPr id="6" name="Rounded Rectangle 5"/>
        <dsp:cNvSpPr/>
      </dsp:nvSpPr>
      <dsp:spPr bwMode="white">
        <a:xfrm>
          <a:off x="0" y="6491675"/>
          <a:ext cx="8716692" cy="202565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l">
            <a:defRPr sz="48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Customer Needs Analysis</a:t>
          </a:r>
        </a:p>
      </dsp:txBody>
      <dsp:txXfrm>
        <a:off x="0" y="6491675"/>
        <a:ext cx="8716692" cy="20256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716692" cy="8517329"/>
        <a:chOff x="0" y="0"/>
        <a:chExt cx="8716692" cy="8517329"/>
      </a:xfrm>
    </dsp:grpSpPr>
    <dsp:sp modelId="{27AD3373-EAB1-0548-8941-C49A54A69001}">
      <dsp:nvSpPr>
        <dsp:cNvPr id="3" name="Rounded Rectangle 2"/>
        <dsp:cNvSpPr/>
      </dsp:nvSpPr>
      <dsp:spPr bwMode="white">
        <a:xfrm>
          <a:off x="0" y="572347"/>
          <a:ext cx="8716692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09550" tIns="209550" rIns="209550" bIns="209550" anchor="ctr"/>
        <a:lstStyle>
          <a:lvl1pPr algn="l">
            <a:defRPr sz="55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Creating Fictional Profiles</a:t>
          </a:r>
        </a:p>
      </dsp:txBody>
      <dsp:txXfrm>
        <a:off x="0" y="572347"/>
        <a:ext cx="8716692" cy="1393825"/>
      </dsp:txXfrm>
    </dsp:sp>
    <dsp:sp modelId="{B5D6CD3B-F2AD-E44B-B75B-C3FBE785D053}">
      <dsp:nvSpPr>
        <dsp:cNvPr id="4" name="Rounded Rectangle 3"/>
        <dsp:cNvSpPr/>
      </dsp:nvSpPr>
      <dsp:spPr bwMode="white">
        <a:xfrm>
          <a:off x="0" y="2124572"/>
          <a:ext cx="8716692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09550" tIns="209550" rIns="209550" bIns="209550" anchor="ctr"/>
        <a:lstStyle>
          <a:lvl1pPr algn="l">
            <a:defRPr sz="55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Example Persona:</a:t>
          </a:r>
        </a:p>
      </dsp:txBody>
      <dsp:txXfrm>
        <a:off x="0" y="2124572"/>
        <a:ext cx="8716692" cy="1393825"/>
      </dsp:txXfrm>
    </dsp:sp>
    <dsp:sp modelId="{C02A22C7-474D-0145-8AAF-7408B48E9FE1}">
      <dsp:nvSpPr>
        <dsp:cNvPr id="5" name="Rectangles 4"/>
        <dsp:cNvSpPr/>
      </dsp:nvSpPr>
      <dsp:spPr bwMode="white">
        <a:xfrm>
          <a:off x="0" y="3518397"/>
          <a:ext cx="8716692" cy="44265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76754" tIns="69850" rIns="391160" bIns="69850" anchor="t"/>
        <a:lstStyle>
          <a:lvl1pPr algn="l">
            <a:defRPr sz="55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Name: Sara Khan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Age: 30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Interests: Online Shopping, Social Media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>
              <a:solidFill>
                <a:schemeClr val="tx1"/>
              </a:solidFill>
            </a:rPr>
            <a:t>Pain Points: Difficult Customer Support</a:t>
          </a:r>
          <a:endParaRPr>
            <a:solidFill>
              <a:schemeClr val="tx1"/>
            </a:solidFill>
          </a:endParaRPr>
        </a:p>
      </dsp:txBody>
      <dsp:txXfrm>
        <a:off x="0" y="3518397"/>
        <a:ext cx="8716692" cy="44265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716692" cy="8517329"/>
        <a:chOff x="0" y="0"/>
        <a:chExt cx="8716692" cy="8517329"/>
      </a:xfrm>
    </dsp:grpSpPr>
    <dsp:sp modelId="{2A3BD93E-DAA9-A846-A3C2-D7413819B059}">
      <dsp:nvSpPr>
        <dsp:cNvPr id="3" name="Rounded Rectangle 2"/>
        <dsp:cNvSpPr/>
      </dsp:nvSpPr>
      <dsp:spPr bwMode="white">
        <a:xfrm>
          <a:off x="0" y="19552"/>
          <a:ext cx="8716692" cy="27031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3840" tIns="243840" rIns="243840" bIns="243840" anchor="ctr"/>
        <a:lstStyle>
          <a:lvl1pPr algn="l">
            <a:defRPr sz="6400"/>
          </a:lvl1pPr>
          <a:lvl2pPr marL="285750" indent="-285750" algn="l">
            <a:defRPr sz="4900"/>
          </a:lvl2pPr>
          <a:lvl3pPr marL="571500" indent="-285750" algn="l">
            <a:defRPr sz="4900"/>
          </a:lvl3pPr>
          <a:lvl4pPr marL="857250" indent="-285750" algn="l">
            <a:defRPr sz="4900"/>
          </a:lvl4pPr>
          <a:lvl5pPr marL="1143000" indent="-285750" algn="l">
            <a:defRPr sz="4900"/>
          </a:lvl5pPr>
          <a:lvl6pPr marL="1428750" indent="-285750" algn="l">
            <a:defRPr sz="4900"/>
          </a:lvl6pPr>
          <a:lvl7pPr marL="1714500" indent="-285750" algn="l">
            <a:defRPr sz="4900"/>
          </a:lvl7pPr>
          <a:lvl8pPr marL="2000250" indent="-285750" algn="l">
            <a:defRPr sz="4900"/>
          </a:lvl8pPr>
          <a:lvl9pPr marL="2286000" indent="-285750" algn="l">
            <a:defRPr sz="4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Surveys and Feedback Collection</a:t>
          </a:r>
        </a:p>
      </dsp:txBody>
      <dsp:txXfrm>
        <a:off x="0" y="19552"/>
        <a:ext cx="8716692" cy="2703195"/>
      </dsp:txXfrm>
    </dsp:sp>
    <dsp:sp modelId="{7C7AAE71-D621-DA40-AA03-FAF11A1E9EE3}">
      <dsp:nvSpPr>
        <dsp:cNvPr id="4" name="Rounded Rectangle 3"/>
        <dsp:cNvSpPr/>
      </dsp:nvSpPr>
      <dsp:spPr bwMode="white">
        <a:xfrm>
          <a:off x="0" y="2907067"/>
          <a:ext cx="8716692" cy="27031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4950000"/>
            <a:satOff val="20000"/>
            <a:lumOff val="431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3840" tIns="243840" rIns="243840" bIns="243840" anchor="ctr"/>
        <a:lstStyle>
          <a:lvl1pPr algn="l">
            <a:defRPr sz="6400"/>
          </a:lvl1pPr>
          <a:lvl2pPr marL="285750" indent="-285750" algn="l">
            <a:defRPr sz="4900"/>
          </a:lvl2pPr>
          <a:lvl3pPr marL="571500" indent="-285750" algn="l">
            <a:defRPr sz="4900"/>
          </a:lvl3pPr>
          <a:lvl4pPr marL="857250" indent="-285750" algn="l">
            <a:defRPr sz="4900"/>
          </a:lvl4pPr>
          <a:lvl5pPr marL="1143000" indent="-285750" algn="l">
            <a:defRPr sz="4900"/>
          </a:lvl5pPr>
          <a:lvl6pPr marL="1428750" indent="-285750" algn="l">
            <a:defRPr sz="4900"/>
          </a:lvl6pPr>
          <a:lvl7pPr marL="1714500" indent="-285750" algn="l">
            <a:defRPr sz="4900"/>
          </a:lvl7pPr>
          <a:lvl8pPr marL="2000250" indent="-285750" algn="l">
            <a:defRPr sz="4900"/>
          </a:lvl8pPr>
          <a:lvl9pPr marL="2286000" indent="-285750" algn="l">
            <a:defRPr sz="4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Social Media Listening</a:t>
          </a:r>
        </a:p>
      </dsp:txBody>
      <dsp:txXfrm>
        <a:off x="0" y="2907067"/>
        <a:ext cx="8716692" cy="2703195"/>
      </dsp:txXfrm>
    </dsp:sp>
    <dsp:sp modelId="{3AA1E837-3813-5A4B-8095-1AA7E88E8723}">
      <dsp:nvSpPr>
        <dsp:cNvPr id="5" name="Rounded Rectangle 4"/>
        <dsp:cNvSpPr/>
      </dsp:nvSpPr>
      <dsp:spPr bwMode="white">
        <a:xfrm>
          <a:off x="0" y="5794582"/>
          <a:ext cx="8716692" cy="27031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3840" tIns="243840" rIns="243840" bIns="243840" anchor="ctr"/>
        <a:lstStyle>
          <a:lvl1pPr algn="l">
            <a:defRPr sz="6400"/>
          </a:lvl1pPr>
          <a:lvl2pPr marL="285750" indent="-285750" algn="l">
            <a:defRPr sz="4900"/>
          </a:lvl2pPr>
          <a:lvl3pPr marL="571500" indent="-285750" algn="l">
            <a:defRPr sz="4900"/>
          </a:lvl3pPr>
          <a:lvl4pPr marL="857250" indent="-285750" algn="l">
            <a:defRPr sz="4900"/>
          </a:lvl4pPr>
          <a:lvl5pPr marL="1143000" indent="-285750" algn="l">
            <a:defRPr sz="4900"/>
          </a:lvl5pPr>
          <a:lvl6pPr marL="1428750" indent="-285750" algn="l">
            <a:defRPr sz="4900"/>
          </a:lvl6pPr>
          <a:lvl7pPr marL="1714500" indent="-285750" algn="l">
            <a:defRPr sz="4900"/>
          </a:lvl7pPr>
          <a:lvl8pPr marL="2000250" indent="-285750" algn="l">
            <a:defRPr sz="4900"/>
          </a:lvl8pPr>
          <a:lvl9pPr marL="2286000" indent="-285750" algn="l">
            <a:defRPr sz="4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Website Analytics</a:t>
          </a:r>
        </a:p>
      </dsp:txBody>
      <dsp:txXfrm>
        <a:off x="0" y="5794582"/>
        <a:ext cx="8716692" cy="27031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544925" cy="7510463"/>
        <a:chOff x="0" y="0"/>
        <a:chExt cx="16544925" cy="7510463"/>
      </a:xfrm>
    </dsp:grpSpPr>
    <dsp:sp modelId="{D510959C-E1B2-0045-9E16-2C0D93829AD6}">
      <dsp:nvSpPr>
        <dsp:cNvPr id="3" name="Rounded Rectangle 2"/>
        <dsp:cNvSpPr/>
      </dsp:nvSpPr>
      <dsp:spPr bwMode="white">
        <a:xfrm>
          <a:off x="0" y="1097247"/>
          <a:ext cx="16544925" cy="164719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Why Analyze Competitors?</a:t>
          </a:r>
        </a:p>
      </dsp:txBody>
      <dsp:txXfrm>
        <a:off x="0" y="1097247"/>
        <a:ext cx="16544925" cy="1647190"/>
      </dsp:txXfrm>
    </dsp:sp>
    <dsp:sp modelId="{244FD393-E289-0646-8BB5-0859C16BF74A}">
      <dsp:nvSpPr>
        <dsp:cNvPr id="4" name="Rounded Rectangle 3"/>
        <dsp:cNvSpPr/>
      </dsp:nvSpPr>
      <dsp:spPr bwMode="white">
        <a:xfrm>
          <a:off x="0" y="2931637"/>
          <a:ext cx="16544925" cy="164719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Tools for Competitor Research</a:t>
          </a:r>
        </a:p>
      </dsp:txBody>
      <dsp:txXfrm>
        <a:off x="0" y="2931637"/>
        <a:ext cx="16544925" cy="1647190"/>
      </dsp:txXfrm>
    </dsp:sp>
    <dsp:sp modelId="{9F802425-14A0-7147-BD4B-7783A332486E}">
      <dsp:nvSpPr>
        <dsp:cNvPr id="5" name="Rounded Rectangle 4"/>
        <dsp:cNvSpPr/>
      </dsp:nvSpPr>
      <dsp:spPr bwMode="white">
        <a:xfrm>
          <a:off x="0" y="4766027"/>
          <a:ext cx="16544925" cy="164719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SWOT Analysis</a:t>
          </a:r>
        </a:p>
      </dsp:txBody>
      <dsp:txXfrm>
        <a:off x="0" y="4766027"/>
        <a:ext cx="16544925" cy="16471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273463" cy="7467597"/>
        <a:chOff x="0" y="0"/>
        <a:chExt cx="16273463" cy="7467597"/>
      </a:xfrm>
    </dsp:grpSpPr>
    <dsp:sp modelId="{6C7D3797-04A1-4CEC-9E2B-B6C0565456D5}">
      <dsp:nvSpPr>
        <dsp:cNvPr id="3" name="Oval 2"/>
        <dsp:cNvSpPr/>
      </dsp:nvSpPr>
      <dsp:spPr bwMode="white">
        <a:xfrm>
          <a:off x="601" y="1279279"/>
          <a:ext cx="2154525" cy="2154525"/>
        </a:xfrm>
        <a:prstGeom prst="ellipse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601" y="1279279"/>
        <a:ext cx="2154525" cy="2154525"/>
      </dsp:txXfrm>
    </dsp:sp>
    <dsp:sp modelId="{6973FABB-EAEA-4D47-8B1B-9418DD82BDBE}">
      <dsp:nvSpPr>
        <dsp:cNvPr id="4" name="Rectangles 3"/>
        <dsp:cNvSpPr/>
      </dsp:nvSpPr>
      <dsp:spPr bwMode="white">
        <a:xfrm>
          <a:off x="453051" y="1731730"/>
          <a:ext cx="1249625" cy="1249625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3051" y="1731730"/>
        <a:ext cx="1249625" cy="1249625"/>
      </dsp:txXfrm>
    </dsp:sp>
    <dsp:sp modelId="{DD1A2FE4-352C-446A-8898-5301E87F9E25}">
      <dsp:nvSpPr>
        <dsp:cNvPr id="5" name="Rectangles 4"/>
        <dsp:cNvSpPr/>
      </dsp:nvSpPr>
      <dsp:spPr bwMode="white">
        <a:xfrm>
          <a:off x="2616810" y="1279279"/>
          <a:ext cx="5078524" cy="215452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4700"/>
          </a:lvl1pPr>
          <a:lvl2pPr marL="285750" indent="-285750" algn="l">
            <a:defRPr sz="3600"/>
          </a:lvl2pPr>
          <a:lvl3pPr marL="571500" indent="-285750" algn="l">
            <a:defRPr sz="3600"/>
          </a:lvl3pPr>
          <a:lvl4pPr marL="857250" indent="-285750" algn="l">
            <a:defRPr sz="3600"/>
          </a:lvl4pPr>
          <a:lvl5pPr marL="1143000" indent="-285750" algn="l">
            <a:defRPr sz="3600"/>
          </a:lvl5pPr>
          <a:lvl6pPr marL="1428750" indent="-285750" algn="l">
            <a:defRPr sz="3600"/>
          </a:lvl6pPr>
          <a:lvl7pPr marL="1714500" indent="-285750" algn="l">
            <a:defRPr sz="3600"/>
          </a:lvl7pPr>
          <a:lvl8pPr marL="2000250" indent="-285750" algn="l">
            <a:defRPr sz="3600"/>
          </a:lvl8pPr>
          <a:lvl9pPr marL="2286000" indent="-285750" algn="l">
            <a:defRPr sz="3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SEMrush (SEO &amp; Traffic Analysis)</a:t>
          </a:r>
          <a:endParaRPr>
            <a:solidFill>
              <a:schemeClr val="tx1"/>
            </a:solidFill>
          </a:endParaRPr>
        </a:p>
      </dsp:txBody>
      <dsp:txXfrm>
        <a:off x="2616810" y="1279279"/>
        <a:ext cx="5078524" cy="2154525"/>
      </dsp:txXfrm>
    </dsp:sp>
    <dsp:sp modelId="{AB980EAE-7EE4-42BF-B566-4BC508F710BE}">
      <dsp:nvSpPr>
        <dsp:cNvPr id="6" name="Oval 5"/>
        <dsp:cNvSpPr/>
      </dsp:nvSpPr>
      <dsp:spPr bwMode="white">
        <a:xfrm>
          <a:off x="8580229" y="1279279"/>
          <a:ext cx="2154525" cy="2154525"/>
        </a:xfrm>
        <a:prstGeom prst="ellipse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8580229" y="1279279"/>
        <a:ext cx="2154525" cy="2154525"/>
      </dsp:txXfrm>
    </dsp:sp>
    <dsp:sp modelId="{A8BFA45C-2EA4-452E-B94A-1ADD7CE2F820}">
      <dsp:nvSpPr>
        <dsp:cNvPr id="7" name="Rectangles 6"/>
        <dsp:cNvSpPr/>
      </dsp:nvSpPr>
      <dsp:spPr bwMode="white">
        <a:xfrm>
          <a:off x="9032679" y="1731730"/>
          <a:ext cx="1249625" cy="1249625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032679" y="1731730"/>
        <a:ext cx="1249625" cy="1249625"/>
      </dsp:txXfrm>
    </dsp:sp>
    <dsp:sp modelId="{92790AA4-1843-43F0-A4FD-AA2052E69747}">
      <dsp:nvSpPr>
        <dsp:cNvPr id="8" name="Rectangles 7"/>
        <dsp:cNvSpPr/>
      </dsp:nvSpPr>
      <dsp:spPr bwMode="white">
        <a:xfrm>
          <a:off x="11196439" y="1279279"/>
          <a:ext cx="5078524" cy="215452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4700"/>
          </a:lvl1pPr>
          <a:lvl2pPr marL="285750" indent="-285750" algn="l">
            <a:defRPr sz="3600"/>
          </a:lvl2pPr>
          <a:lvl3pPr marL="571500" indent="-285750" algn="l">
            <a:defRPr sz="3600"/>
          </a:lvl3pPr>
          <a:lvl4pPr marL="857250" indent="-285750" algn="l">
            <a:defRPr sz="3600"/>
          </a:lvl4pPr>
          <a:lvl5pPr marL="1143000" indent="-285750" algn="l">
            <a:defRPr sz="3600"/>
          </a:lvl5pPr>
          <a:lvl6pPr marL="1428750" indent="-285750" algn="l">
            <a:defRPr sz="3600"/>
          </a:lvl6pPr>
          <a:lvl7pPr marL="1714500" indent="-285750" algn="l">
            <a:defRPr sz="3600"/>
          </a:lvl7pPr>
          <a:lvl8pPr marL="2000250" indent="-285750" algn="l">
            <a:defRPr sz="3600"/>
          </a:lvl8pPr>
          <a:lvl9pPr marL="2286000" indent="-285750" algn="l">
            <a:defRPr sz="3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Google Alerts (Mentions &amp; Updates)</a:t>
          </a:r>
          <a:endParaRPr>
            <a:solidFill>
              <a:schemeClr val="tx1"/>
            </a:solidFill>
          </a:endParaRPr>
        </a:p>
      </dsp:txBody>
      <dsp:txXfrm>
        <a:off x="11196439" y="1279279"/>
        <a:ext cx="5078524" cy="2154525"/>
      </dsp:txXfrm>
    </dsp:sp>
    <dsp:sp modelId="{6E293239-9EF3-4D21-8881-91AA1C81BDE3}">
      <dsp:nvSpPr>
        <dsp:cNvPr id="9" name="Oval 8"/>
        <dsp:cNvSpPr/>
      </dsp:nvSpPr>
      <dsp:spPr bwMode="white">
        <a:xfrm>
          <a:off x="601" y="4033792"/>
          <a:ext cx="2154525" cy="2154525"/>
        </a:xfrm>
        <a:prstGeom prst="ellipse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601" y="4033792"/>
        <a:ext cx="2154525" cy="2154525"/>
      </dsp:txXfrm>
    </dsp:sp>
    <dsp:sp modelId="{C1602587-E8B6-4128-93CE-252691F0AEBA}">
      <dsp:nvSpPr>
        <dsp:cNvPr id="10" name="Rectangles 9"/>
        <dsp:cNvSpPr/>
      </dsp:nvSpPr>
      <dsp:spPr bwMode="white">
        <a:xfrm>
          <a:off x="453051" y="4486243"/>
          <a:ext cx="1249625" cy="1249625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3051" y="4486243"/>
        <a:ext cx="1249625" cy="1249625"/>
      </dsp:txXfrm>
    </dsp:sp>
    <dsp:sp modelId="{F23DE442-404D-4973-9FD7-B2B4DBF80C8C}">
      <dsp:nvSpPr>
        <dsp:cNvPr id="11" name="Rectangles 10"/>
        <dsp:cNvSpPr/>
      </dsp:nvSpPr>
      <dsp:spPr bwMode="white">
        <a:xfrm>
          <a:off x="2616810" y="4033792"/>
          <a:ext cx="5078524" cy="215452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4700"/>
          </a:lvl1pPr>
          <a:lvl2pPr marL="285750" indent="-285750" algn="l">
            <a:defRPr sz="3600"/>
          </a:lvl2pPr>
          <a:lvl3pPr marL="571500" indent="-285750" algn="l">
            <a:defRPr sz="3600"/>
          </a:lvl3pPr>
          <a:lvl4pPr marL="857250" indent="-285750" algn="l">
            <a:defRPr sz="3600"/>
          </a:lvl4pPr>
          <a:lvl5pPr marL="1143000" indent="-285750" algn="l">
            <a:defRPr sz="3600"/>
          </a:lvl5pPr>
          <a:lvl6pPr marL="1428750" indent="-285750" algn="l">
            <a:defRPr sz="3600"/>
          </a:lvl6pPr>
          <a:lvl7pPr marL="1714500" indent="-285750" algn="l">
            <a:defRPr sz="3600"/>
          </a:lvl7pPr>
          <a:lvl8pPr marL="2000250" indent="-285750" algn="l">
            <a:defRPr sz="3600"/>
          </a:lvl8pPr>
          <a:lvl9pPr marL="2286000" indent="-285750" algn="l">
            <a:defRPr sz="3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SimilarWeb (Website Traffic Insights)</a:t>
          </a:r>
          <a:endParaRPr>
            <a:solidFill>
              <a:schemeClr val="tx1"/>
            </a:solidFill>
          </a:endParaRPr>
        </a:p>
      </dsp:txBody>
      <dsp:txXfrm>
        <a:off x="2616810" y="4033792"/>
        <a:ext cx="5078524" cy="2154525"/>
      </dsp:txXfrm>
    </dsp:sp>
    <dsp:sp modelId="{66B0310E-130E-44E4-9CAD-B24AF4FADB24}">
      <dsp:nvSpPr>
        <dsp:cNvPr id="12" name="Oval 11"/>
        <dsp:cNvSpPr/>
      </dsp:nvSpPr>
      <dsp:spPr bwMode="white">
        <a:xfrm>
          <a:off x="8580229" y="4033792"/>
          <a:ext cx="2154525" cy="2154525"/>
        </a:xfrm>
        <a:prstGeom prst="ellipse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8580229" y="4033792"/>
        <a:ext cx="2154525" cy="2154525"/>
      </dsp:txXfrm>
    </dsp:sp>
    <dsp:sp modelId="{443B4B39-D580-4500-AC92-5B7A07C847A9}">
      <dsp:nvSpPr>
        <dsp:cNvPr id="13" name="Rectangles 12"/>
        <dsp:cNvSpPr/>
      </dsp:nvSpPr>
      <dsp:spPr bwMode="white">
        <a:xfrm>
          <a:off x="9032679" y="4486243"/>
          <a:ext cx="1249625" cy="1249625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032679" y="4486243"/>
        <a:ext cx="1249625" cy="1249625"/>
      </dsp:txXfrm>
    </dsp:sp>
    <dsp:sp modelId="{ACBF8D10-CE28-4C2B-BB78-F15F9BA3EAC9}">
      <dsp:nvSpPr>
        <dsp:cNvPr id="14" name="Rectangles 13"/>
        <dsp:cNvSpPr/>
      </dsp:nvSpPr>
      <dsp:spPr bwMode="white">
        <a:xfrm>
          <a:off x="11196439" y="4033792"/>
          <a:ext cx="5078524" cy="215452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4700"/>
          </a:lvl1pPr>
          <a:lvl2pPr marL="285750" indent="-285750" algn="l">
            <a:defRPr sz="3600"/>
          </a:lvl2pPr>
          <a:lvl3pPr marL="571500" indent="-285750" algn="l">
            <a:defRPr sz="3600"/>
          </a:lvl3pPr>
          <a:lvl4pPr marL="857250" indent="-285750" algn="l">
            <a:defRPr sz="3600"/>
          </a:lvl4pPr>
          <a:lvl5pPr marL="1143000" indent="-285750" algn="l">
            <a:defRPr sz="3600"/>
          </a:lvl5pPr>
          <a:lvl6pPr marL="1428750" indent="-285750" algn="l">
            <a:defRPr sz="3600"/>
          </a:lvl6pPr>
          <a:lvl7pPr marL="1714500" indent="-285750" algn="l">
            <a:defRPr sz="3600"/>
          </a:lvl7pPr>
          <a:lvl8pPr marL="2000250" indent="-285750" algn="l">
            <a:defRPr sz="3600"/>
          </a:lvl8pPr>
          <a:lvl9pPr marL="2286000" indent="-285750" algn="l">
            <a:defRPr sz="3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Social Media Monitoring Tools</a:t>
          </a:r>
          <a:endParaRPr>
            <a:solidFill>
              <a:schemeClr val="tx1"/>
            </a:solidFill>
          </a:endParaRPr>
        </a:p>
      </dsp:txBody>
      <dsp:txXfrm>
        <a:off x="11196439" y="4033792"/>
        <a:ext cx="5078524" cy="21545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059150" cy="7203281"/>
        <a:chOff x="0" y="0"/>
        <a:chExt cx="16059150" cy="7203281"/>
      </a:xfrm>
    </dsp:grpSpPr>
    <dsp:sp modelId="{D35409E7-76FC-49EC-B938-8C60D2046380}">
      <dsp:nvSpPr>
        <dsp:cNvPr id="3" name="Rounded Rectangle 2"/>
        <dsp:cNvSpPr/>
      </dsp:nvSpPr>
      <dsp:spPr bwMode="white">
        <a:xfrm>
          <a:off x="0" y="0"/>
          <a:ext cx="16059150" cy="1516480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0"/>
        <a:ext cx="16059150" cy="1516480"/>
      </dsp:txXfrm>
    </dsp:sp>
    <dsp:sp modelId="{836AEEA9-6858-4337-B3C4-F81840889B85}">
      <dsp:nvSpPr>
        <dsp:cNvPr id="4" name="Rectangles 3"/>
        <dsp:cNvSpPr/>
      </dsp:nvSpPr>
      <dsp:spPr bwMode="white">
        <a:xfrm>
          <a:off x="458735" y="341208"/>
          <a:ext cx="834064" cy="834064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8735" y="341208"/>
        <a:ext cx="834064" cy="834064"/>
      </dsp:txXfrm>
    </dsp:sp>
    <dsp:sp modelId="{B93F512B-3A3A-4545-89A2-E198693AB98D}">
      <dsp:nvSpPr>
        <dsp:cNvPr id="5" name="Rectangles 4"/>
        <dsp:cNvSpPr/>
      </dsp:nvSpPr>
      <dsp:spPr bwMode="white">
        <a:xfrm>
          <a:off x="1751535" y="0"/>
          <a:ext cx="14307615" cy="151648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0494" tIns="160494" rIns="160494" bIns="160494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solidFill>
                <a:schemeClr val="tx1"/>
              </a:solidFill>
            </a:rPr>
            <a:t>Strengths:</a:t>
          </a:r>
          <a:r>
            <a:rPr lang="en-US">
              <a:solidFill>
                <a:schemeClr val="tx1"/>
              </a:solidFill>
            </a:rPr>
            <a:t> What competitors do well</a:t>
          </a:r>
          <a:endParaRPr>
            <a:solidFill>
              <a:schemeClr val="tx1"/>
            </a:solidFill>
          </a:endParaRPr>
        </a:p>
      </dsp:txBody>
      <dsp:txXfrm>
        <a:off x="1751535" y="0"/>
        <a:ext cx="14307615" cy="1516480"/>
      </dsp:txXfrm>
    </dsp:sp>
    <dsp:sp modelId="{D7A40EAA-26D2-44E4-B263-8F3536892699}">
      <dsp:nvSpPr>
        <dsp:cNvPr id="6" name="Rounded Rectangle 5"/>
        <dsp:cNvSpPr/>
      </dsp:nvSpPr>
      <dsp:spPr bwMode="white">
        <a:xfrm>
          <a:off x="0" y="1895600"/>
          <a:ext cx="16059150" cy="1516480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895600"/>
        <a:ext cx="16059150" cy="1516480"/>
      </dsp:txXfrm>
    </dsp:sp>
    <dsp:sp modelId="{ACDA2116-8139-4007-9D06-5BBC653FE24C}">
      <dsp:nvSpPr>
        <dsp:cNvPr id="7" name="Rectangles 6"/>
        <dsp:cNvSpPr/>
      </dsp:nvSpPr>
      <dsp:spPr bwMode="white">
        <a:xfrm>
          <a:off x="458735" y="2236808"/>
          <a:ext cx="834064" cy="834064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8735" y="2236808"/>
        <a:ext cx="834064" cy="834064"/>
      </dsp:txXfrm>
    </dsp:sp>
    <dsp:sp modelId="{DB5AE718-A0D9-4691-9D88-DA38F29B71A8}">
      <dsp:nvSpPr>
        <dsp:cNvPr id="8" name="Rectangles 7"/>
        <dsp:cNvSpPr/>
      </dsp:nvSpPr>
      <dsp:spPr bwMode="white">
        <a:xfrm>
          <a:off x="1751535" y="1895600"/>
          <a:ext cx="14307615" cy="151648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0494" tIns="160494" rIns="160494" bIns="160494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solidFill>
                <a:schemeClr val="tx1"/>
              </a:solidFill>
            </a:rPr>
            <a:t>Weaknesses:</a:t>
          </a:r>
          <a:r>
            <a:rPr lang="en-US">
              <a:solidFill>
                <a:schemeClr val="tx1"/>
              </a:solidFill>
            </a:rPr>
            <a:t> Areas they lack in</a:t>
          </a:r>
          <a:endParaRPr>
            <a:solidFill>
              <a:schemeClr val="tx1"/>
            </a:solidFill>
          </a:endParaRPr>
        </a:p>
      </dsp:txBody>
      <dsp:txXfrm>
        <a:off x="1751535" y="1895600"/>
        <a:ext cx="14307615" cy="1516480"/>
      </dsp:txXfrm>
    </dsp:sp>
    <dsp:sp modelId="{8F5B93E1-DF26-4599-B6B0-4F0CF652B567}">
      <dsp:nvSpPr>
        <dsp:cNvPr id="9" name="Rounded Rectangle 8"/>
        <dsp:cNvSpPr/>
      </dsp:nvSpPr>
      <dsp:spPr bwMode="white">
        <a:xfrm>
          <a:off x="0" y="3791201"/>
          <a:ext cx="16059150" cy="1516480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3791201"/>
        <a:ext cx="16059150" cy="1516480"/>
      </dsp:txXfrm>
    </dsp:sp>
    <dsp:sp modelId="{B00EACBE-98FC-4E49-9336-8F55C5741A2A}">
      <dsp:nvSpPr>
        <dsp:cNvPr id="10" name="Rectangles 9"/>
        <dsp:cNvSpPr/>
      </dsp:nvSpPr>
      <dsp:spPr bwMode="white">
        <a:xfrm>
          <a:off x="458735" y="4132409"/>
          <a:ext cx="834064" cy="834064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8735" y="4132409"/>
        <a:ext cx="834064" cy="834064"/>
      </dsp:txXfrm>
    </dsp:sp>
    <dsp:sp modelId="{5621AFFF-565D-4FDB-BFF2-DC54262482A6}">
      <dsp:nvSpPr>
        <dsp:cNvPr id="11" name="Rectangles 10"/>
        <dsp:cNvSpPr/>
      </dsp:nvSpPr>
      <dsp:spPr bwMode="white">
        <a:xfrm>
          <a:off x="1751535" y="3791201"/>
          <a:ext cx="14307615" cy="151648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0494" tIns="160494" rIns="160494" bIns="160494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solidFill>
                <a:schemeClr val="tx1"/>
              </a:solidFill>
            </a:rPr>
            <a:t>Opportunities:</a:t>
          </a:r>
          <a:r>
            <a:rPr lang="en-US">
              <a:solidFill>
                <a:schemeClr val="tx1"/>
              </a:solidFill>
            </a:rPr>
            <a:t> Gaps in the Market</a:t>
          </a:r>
          <a:endParaRPr>
            <a:solidFill>
              <a:schemeClr val="tx1"/>
            </a:solidFill>
          </a:endParaRPr>
        </a:p>
      </dsp:txBody>
      <dsp:txXfrm>
        <a:off x="1751535" y="3791201"/>
        <a:ext cx="14307615" cy="1516480"/>
      </dsp:txXfrm>
    </dsp:sp>
    <dsp:sp modelId="{5B6EA1B9-99F5-4466-A690-C1F7A19ACF9C}">
      <dsp:nvSpPr>
        <dsp:cNvPr id="12" name="Rounded Rectangle 11"/>
        <dsp:cNvSpPr/>
      </dsp:nvSpPr>
      <dsp:spPr bwMode="white">
        <a:xfrm>
          <a:off x="0" y="5686801"/>
          <a:ext cx="16059150" cy="1516480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5686801"/>
        <a:ext cx="16059150" cy="1516480"/>
      </dsp:txXfrm>
    </dsp:sp>
    <dsp:sp modelId="{51F0E739-169C-43B1-9F5B-BB820B0005F2}">
      <dsp:nvSpPr>
        <dsp:cNvPr id="13" name="Rectangles 12"/>
        <dsp:cNvSpPr/>
      </dsp:nvSpPr>
      <dsp:spPr bwMode="white">
        <a:xfrm>
          <a:off x="458735" y="6028009"/>
          <a:ext cx="834064" cy="834064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58735" y="6028009"/>
        <a:ext cx="834064" cy="834064"/>
      </dsp:txXfrm>
    </dsp:sp>
    <dsp:sp modelId="{02B26AFD-5B7B-4910-8296-444769ADF8A7}">
      <dsp:nvSpPr>
        <dsp:cNvPr id="14" name="Rectangles 13"/>
        <dsp:cNvSpPr/>
      </dsp:nvSpPr>
      <dsp:spPr bwMode="white">
        <a:xfrm>
          <a:off x="1751535" y="5686801"/>
          <a:ext cx="14307615" cy="151648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0494" tIns="160494" rIns="160494" bIns="160494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solidFill>
                <a:schemeClr val="tx1"/>
              </a:solidFill>
            </a:rPr>
            <a:t>Threats:</a:t>
          </a:r>
          <a:r>
            <a:rPr lang="en-US">
              <a:solidFill>
                <a:schemeClr val="tx1"/>
              </a:solidFill>
            </a:rPr>
            <a:t> External Factors</a:t>
          </a:r>
          <a:endParaRPr>
            <a:solidFill>
              <a:schemeClr val="tx1"/>
            </a:solidFill>
          </a:endParaRPr>
        </a:p>
      </dsp:txBody>
      <dsp:txXfrm>
        <a:off x="1751535" y="5686801"/>
        <a:ext cx="14307615" cy="15164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5773400" cy="7015163"/>
        <a:chOff x="0" y="0"/>
        <a:chExt cx="15773400" cy="7015163"/>
      </a:xfrm>
    </dsp:grpSpPr>
    <dsp:sp modelId="{4BDF323C-8D45-4A7F-B49B-3FEE82578E0E}">
      <dsp:nvSpPr>
        <dsp:cNvPr id="3" name="Rounded Rectangle 2"/>
        <dsp:cNvSpPr/>
      </dsp:nvSpPr>
      <dsp:spPr bwMode="white">
        <a:xfrm>
          <a:off x="0" y="0"/>
          <a:ext cx="15773400" cy="2004332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0"/>
        <a:ext cx="15773400" cy="2004332"/>
      </dsp:txXfrm>
    </dsp:sp>
    <dsp:sp modelId="{10B72EC5-333F-49DB-8E9A-F561ED61525B}">
      <dsp:nvSpPr>
        <dsp:cNvPr id="4" name="Rectangles 3"/>
        <dsp:cNvSpPr/>
      </dsp:nvSpPr>
      <dsp:spPr bwMode="white">
        <a:xfrm>
          <a:off x="606311" y="450975"/>
          <a:ext cx="1102383" cy="1102383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06311" y="450975"/>
        <a:ext cx="1102383" cy="1102383"/>
      </dsp:txXfrm>
    </dsp:sp>
    <dsp:sp modelId="{E9649545-3D30-4244-95EA-A1ED7EA0C5AD}">
      <dsp:nvSpPr>
        <dsp:cNvPr id="5" name="Rectangles 4"/>
        <dsp:cNvSpPr/>
      </dsp:nvSpPr>
      <dsp:spPr bwMode="white">
        <a:xfrm>
          <a:off x="2315004" y="0"/>
          <a:ext cx="13458396" cy="200433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12125" tIns="212125" rIns="212125" bIns="21212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Importance of a Digital Roadmap</a:t>
          </a:r>
          <a:endParaRPr>
            <a:solidFill>
              <a:schemeClr val="tx1"/>
            </a:solidFill>
          </a:endParaRPr>
        </a:p>
      </dsp:txBody>
      <dsp:txXfrm>
        <a:off x="2315004" y="0"/>
        <a:ext cx="13458396" cy="2004332"/>
      </dsp:txXfrm>
    </dsp:sp>
    <dsp:sp modelId="{E83CE6DC-8870-4A04-B0DC-763291D407B1}">
      <dsp:nvSpPr>
        <dsp:cNvPr id="6" name="Rounded Rectangle 5"/>
        <dsp:cNvSpPr/>
      </dsp:nvSpPr>
      <dsp:spPr bwMode="white">
        <a:xfrm>
          <a:off x="0" y="2505415"/>
          <a:ext cx="15773400" cy="2004332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2505415"/>
        <a:ext cx="15773400" cy="2004332"/>
      </dsp:txXfrm>
    </dsp:sp>
    <dsp:sp modelId="{9CF831A5-063D-4129-9E08-758340D87839}">
      <dsp:nvSpPr>
        <dsp:cNvPr id="7" name="Rectangles 6"/>
        <dsp:cNvSpPr/>
      </dsp:nvSpPr>
      <dsp:spPr bwMode="white">
        <a:xfrm>
          <a:off x="606311" y="2956390"/>
          <a:ext cx="1102383" cy="1102383"/>
        </a:xfrm>
        <a:prstGeom prst="rect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06311" y="2956390"/>
        <a:ext cx="1102383" cy="1102383"/>
      </dsp:txXfrm>
    </dsp:sp>
    <dsp:sp modelId="{4FAFAFE1-2694-4379-AFEA-54C553DC103E}">
      <dsp:nvSpPr>
        <dsp:cNvPr id="8" name="Rectangles 7"/>
        <dsp:cNvSpPr/>
      </dsp:nvSpPr>
      <dsp:spPr bwMode="white">
        <a:xfrm>
          <a:off x="2315004" y="2505415"/>
          <a:ext cx="13458396" cy="200433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12125" tIns="212125" rIns="212125" bIns="21212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Key Steps to Develop Roadmap</a:t>
          </a:r>
          <a:endParaRPr>
            <a:solidFill>
              <a:schemeClr val="tx1"/>
            </a:solidFill>
          </a:endParaRPr>
        </a:p>
      </dsp:txBody>
      <dsp:txXfrm>
        <a:off x="2315004" y="2505415"/>
        <a:ext cx="13458396" cy="2004332"/>
      </dsp:txXfrm>
    </dsp:sp>
    <dsp:sp modelId="{B32DDC5C-B277-49FA-ABA5-93B84B8FBA88}">
      <dsp:nvSpPr>
        <dsp:cNvPr id="9" name="Rounded Rectangle 8"/>
        <dsp:cNvSpPr/>
      </dsp:nvSpPr>
      <dsp:spPr bwMode="white">
        <a:xfrm>
          <a:off x="0" y="5010831"/>
          <a:ext cx="15773400" cy="2004332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5010831"/>
        <a:ext cx="15773400" cy="2004332"/>
      </dsp:txXfrm>
    </dsp:sp>
    <dsp:sp modelId="{6DD268C6-74F0-4D92-866F-8BE1D0893EE8}">
      <dsp:nvSpPr>
        <dsp:cNvPr id="10" name="Rectangles 9"/>
        <dsp:cNvSpPr/>
      </dsp:nvSpPr>
      <dsp:spPr bwMode="white">
        <a:xfrm>
          <a:off x="606311" y="5461805"/>
          <a:ext cx="1102383" cy="1102383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06311" y="5461805"/>
        <a:ext cx="1102383" cy="1102383"/>
      </dsp:txXfrm>
    </dsp:sp>
    <dsp:sp modelId="{61F4452F-E193-43F9-9341-CF2790AF8605}">
      <dsp:nvSpPr>
        <dsp:cNvPr id="11" name="Rectangles 10"/>
        <dsp:cNvSpPr/>
      </dsp:nvSpPr>
      <dsp:spPr bwMode="white">
        <a:xfrm>
          <a:off x="2315004" y="5010831"/>
          <a:ext cx="13458396" cy="200433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12125" tIns="212125" rIns="212125" bIns="21212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Budget Allocation</a:t>
          </a:r>
          <a:endParaRPr>
            <a:solidFill>
              <a:schemeClr val="tx1"/>
            </a:solidFill>
          </a:endParaRPr>
        </a:p>
      </dsp:txBody>
      <dsp:txXfrm>
        <a:off x="2315004" y="5010831"/>
        <a:ext cx="13458396" cy="20043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080582" cy="7203281"/>
        <a:chOff x="0" y="0"/>
        <a:chExt cx="16080582" cy="7203281"/>
      </a:xfrm>
    </dsp:grpSpPr>
    <dsp:sp modelId="{45B02F2B-4DAF-B04F-8F8D-7F01A2833868}">
      <dsp:nvSpPr>
        <dsp:cNvPr id="3" name="Rounded Rectangle 2"/>
        <dsp:cNvSpPr/>
      </dsp:nvSpPr>
      <dsp:spPr bwMode="white">
        <a:xfrm>
          <a:off x="0" y="24740"/>
          <a:ext cx="16080582" cy="22809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5740" tIns="205740" rIns="205740" bIns="20574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Define Digital Channels (Website, Social Media, Email Marketing)</a:t>
          </a:r>
        </a:p>
      </dsp:txBody>
      <dsp:txXfrm>
        <a:off x="0" y="24740"/>
        <a:ext cx="16080582" cy="2280920"/>
      </dsp:txXfrm>
    </dsp:sp>
    <dsp:sp modelId="{25E7D09E-DD41-A046-9D10-233EFC2414DC}">
      <dsp:nvSpPr>
        <dsp:cNvPr id="4" name="Rounded Rectangle 3"/>
        <dsp:cNvSpPr/>
      </dsp:nvSpPr>
      <dsp:spPr bwMode="white">
        <a:xfrm>
          <a:off x="0" y="2461180"/>
          <a:ext cx="16080582" cy="22809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5740" tIns="205740" rIns="205740" bIns="20574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Content Strategy Development</a:t>
          </a:r>
        </a:p>
      </dsp:txBody>
      <dsp:txXfrm>
        <a:off x="0" y="2461180"/>
        <a:ext cx="16080582" cy="2280920"/>
      </dsp:txXfrm>
    </dsp:sp>
    <dsp:sp modelId="{1C48ACBF-89D5-DB44-AAC3-80738C4DA863}">
      <dsp:nvSpPr>
        <dsp:cNvPr id="5" name="Rounded Rectangle 4"/>
        <dsp:cNvSpPr/>
      </dsp:nvSpPr>
      <dsp:spPr bwMode="white">
        <a:xfrm>
          <a:off x="0" y="4897620"/>
          <a:ext cx="16080582" cy="22809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5740" tIns="205740" rIns="205740" bIns="20574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Timeline for Execution</a:t>
          </a:r>
        </a:p>
      </dsp:txBody>
      <dsp:txXfrm>
        <a:off x="0" y="4897620"/>
        <a:ext cx="16080582" cy="22809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544925" cy="7531893"/>
        <a:chOff x="0" y="0"/>
        <a:chExt cx="16544925" cy="7531893"/>
      </a:xfrm>
    </dsp:grpSpPr>
    <dsp:sp modelId="{AB99E4F6-7CE2-4A63-99F6-95A01FF83D63}">
      <dsp:nvSpPr>
        <dsp:cNvPr id="3" name="Rounded Rectangle 2"/>
        <dsp:cNvSpPr/>
      </dsp:nvSpPr>
      <dsp:spPr bwMode="white">
        <a:xfrm>
          <a:off x="0" y="1223933"/>
          <a:ext cx="16544925" cy="2259568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223933"/>
        <a:ext cx="16544925" cy="2259568"/>
      </dsp:txXfrm>
    </dsp:sp>
    <dsp:sp modelId="{D96067F8-E5D6-4EEA-AC6A-1E9E21103691}">
      <dsp:nvSpPr>
        <dsp:cNvPr id="4" name="Rectangles 3"/>
        <dsp:cNvSpPr/>
      </dsp:nvSpPr>
      <dsp:spPr bwMode="white">
        <a:xfrm>
          <a:off x="683519" y="1732335"/>
          <a:ext cx="1242762" cy="1242762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83519" y="1732335"/>
        <a:ext cx="1242762" cy="1242762"/>
      </dsp:txXfrm>
    </dsp:sp>
    <dsp:sp modelId="{596EB339-B053-4576-9FB4-C16E83BBA1F8}">
      <dsp:nvSpPr>
        <dsp:cNvPr id="5" name="Rectangles 4"/>
        <dsp:cNvSpPr/>
      </dsp:nvSpPr>
      <dsp:spPr bwMode="white">
        <a:xfrm>
          <a:off x="2609801" y="1223933"/>
          <a:ext cx="13935124" cy="225956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39137" tIns="239137" rIns="239137" bIns="239137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Prioritizing Digital Channels</a:t>
          </a:r>
          <a:endParaRPr>
            <a:solidFill>
              <a:schemeClr val="tx1"/>
            </a:solidFill>
          </a:endParaRPr>
        </a:p>
      </dsp:txBody>
      <dsp:txXfrm>
        <a:off x="2609801" y="1223933"/>
        <a:ext cx="13935124" cy="2259568"/>
      </dsp:txXfrm>
    </dsp:sp>
    <dsp:sp modelId="{1CB3EE9E-52C3-4E55-A8FB-AEE886E52041}">
      <dsp:nvSpPr>
        <dsp:cNvPr id="6" name="Rounded Rectangle 5"/>
        <dsp:cNvSpPr/>
      </dsp:nvSpPr>
      <dsp:spPr bwMode="white">
        <a:xfrm>
          <a:off x="0" y="4048392"/>
          <a:ext cx="16544925" cy="2259568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4048392"/>
        <a:ext cx="16544925" cy="2259568"/>
      </dsp:txXfrm>
    </dsp:sp>
    <dsp:sp modelId="{466D44C3-EA6B-451E-8F8B-E05C50BC4F38}">
      <dsp:nvSpPr>
        <dsp:cNvPr id="7" name="Rectangles 6"/>
        <dsp:cNvSpPr/>
      </dsp:nvSpPr>
      <dsp:spPr bwMode="white">
        <a:xfrm>
          <a:off x="683519" y="4556795"/>
          <a:ext cx="1242762" cy="1242762"/>
        </a:xfrm>
        <a:prstGeom prst="rect">
          <a:avLst/>
        </a:prstGeom>
        <a:blipFill>
          <a:blip/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83519" y="4556795"/>
        <a:ext cx="1242762" cy="1242762"/>
      </dsp:txXfrm>
    </dsp:sp>
    <dsp:sp modelId="{5B1CF8B3-4D74-4EC7-B44C-7D4EFE22C388}">
      <dsp:nvSpPr>
        <dsp:cNvPr id="8" name="Rectangles 7"/>
        <dsp:cNvSpPr/>
      </dsp:nvSpPr>
      <dsp:spPr bwMode="white">
        <a:xfrm>
          <a:off x="2609801" y="4048392"/>
          <a:ext cx="7445216" cy="225956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39137" tIns="239137" rIns="239137" bIns="239137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Cost Estimation for:</a:t>
          </a:r>
          <a:endParaRPr>
            <a:solidFill>
              <a:schemeClr val="tx1"/>
            </a:solidFill>
          </a:endParaRPr>
        </a:p>
      </dsp:txBody>
      <dsp:txXfrm>
        <a:off x="2609801" y="4048392"/>
        <a:ext cx="7445216" cy="2259568"/>
      </dsp:txXfrm>
    </dsp:sp>
    <dsp:sp modelId="{A12D4C71-AE94-44E6-B406-8B41F9B14DB9}">
      <dsp:nvSpPr>
        <dsp:cNvPr id="9" name="Rectangles 8"/>
        <dsp:cNvSpPr/>
      </dsp:nvSpPr>
      <dsp:spPr bwMode="white">
        <a:xfrm>
          <a:off x="10055017" y="4048392"/>
          <a:ext cx="6489908" cy="225956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39137" tIns="239137" rIns="239137" bIns="239137" anchor="ctr"/>
        <a:lstStyle>
          <a:lvl1pPr algn="l">
            <a:defRPr sz="3000"/>
          </a:lvl1pPr>
          <a:lvl2pPr marL="285750" indent="-285750" algn="l">
            <a:defRPr sz="3000"/>
          </a:lvl2pPr>
          <a:lvl3pPr marL="571500" indent="-285750" algn="l">
            <a:defRPr sz="3000"/>
          </a:lvl3pPr>
          <a:lvl4pPr marL="857250" indent="-285750" algn="l">
            <a:defRPr sz="3000"/>
          </a:lvl4pPr>
          <a:lvl5pPr marL="1143000" indent="-285750" algn="l">
            <a:defRPr sz="3000"/>
          </a:lvl5pPr>
          <a:lvl6pPr marL="1428750" indent="-285750" algn="l">
            <a:defRPr sz="3000"/>
          </a:lvl6pPr>
          <a:lvl7pPr marL="1714500" indent="-285750" algn="l">
            <a:defRPr sz="3000"/>
          </a:lvl7pPr>
          <a:lvl8pPr marL="2000250" indent="-285750" algn="l">
            <a:defRPr sz="3000"/>
          </a:lvl8pPr>
          <a:lvl9pPr marL="2286000" indent="-285750" algn="l">
            <a:defRPr sz="3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Website Development</a:t>
          </a:r>
          <a:endParaRPr lang="en-US">
            <a:solidFill>
              <a:schemeClr val="tx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Social Media Ads</a:t>
          </a:r>
          <a:endParaRPr lang="en-US">
            <a:solidFill>
              <a:schemeClr val="tx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Content Creation</a:t>
          </a:r>
          <a:endParaRPr>
            <a:solidFill>
              <a:schemeClr val="tx1"/>
            </a:solidFill>
          </a:endParaRPr>
        </a:p>
      </dsp:txBody>
      <dsp:txXfrm>
        <a:off x="10055017" y="4048392"/>
        <a:ext cx="6489908" cy="22595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000250" cy="8180880"/>
        <a:chOff x="0" y="0"/>
        <a:chExt cx="10000250" cy="8180880"/>
      </a:xfrm>
    </dsp:grpSpPr>
    <dsp:sp modelId="{294D2BE0-A33C-B04D-9FB7-33AD3F602FAD}">
      <dsp:nvSpPr>
        <dsp:cNvPr id="3" name="Rounded Rectangle 2"/>
        <dsp:cNvSpPr/>
      </dsp:nvSpPr>
      <dsp:spPr bwMode="white">
        <a:xfrm>
          <a:off x="0" y="50467"/>
          <a:ext cx="10000250" cy="257619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Title Tags</a:t>
          </a:r>
        </a:p>
      </dsp:txBody>
      <dsp:txXfrm>
        <a:off x="0" y="50467"/>
        <a:ext cx="10000250" cy="2576195"/>
      </dsp:txXfrm>
    </dsp:sp>
    <dsp:sp modelId="{D1C47820-F253-014C-8922-55C2679586E6}">
      <dsp:nvSpPr>
        <dsp:cNvPr id="4" name="Rounded Rectangle 3"/>
        <dsp:cNvSpPr/>
      </dsp:nvSpPr>
      <dsp:spPr bwMode="white">
        <a:xfrm>
          <a:off x="0" y="2802342"/>
          <a:ext cx="10000250" cy="257619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-4950000"/>
            <a:satOff val="20000"/>
            <a:lumOff val="431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Meta Descriptions</a:t>
          </a:r>
        </a:p>
      </dsp:txBody>
      <dsp:txXfrm>
        <a:off x="0" y="2802342"/>
        <a:ext cx="10000250" cy="2576195"/>
      </dsp:txXfrm>
    </dsp:sp>
    <dsp:sp modelId="{0B4301D5-F965-694B-9D78-3E2FB867B409}">
      <dsp:nvSpPr>
        <dsp:cNvPr id="5" name="Rounded Rectangle 4"/>
        <dsp:cNvSpPr/>
      </dsp:nvSpPr>
      <dsp:spPr bwMode="white">
        <a:xfrm>
          <a:off x="0" y="5554218"/>
          <a:ext cx="10000250" cy="257619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-9900000"/>
            <a:satOff val="40000"/>
            <a:lumOff val="862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Importance of Keywords in Meta Tags</a:t>
          </a:r>
        </a:p>
      </dsp:txBody>
      <dsp:txXfrm>
        <a:off x="0" y="5554218"/>
        <a:ext cx="10000250" cy="257619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000250" cy="8180880"/>
        <a:chOff x="0" y="0"/>
        <a:chExt cx="10000250" cy="8180880"/>
      </a:xfrm>
    </dsp:grpSpPr>
    <dsp:sp modelId="{1DF5197A-D921-274C-B437-64565190E03A}">
      <dsp:nvSpPr>
        <dsp:cNvPr id="3" name="Rounded Rectangle 2"/>
        <dsp:cNvSpPr/>
      </dsp:nvSpPr>
      <dsp:spPr bwMode="white">
        <a:xfrm>
          <a:off x="0" y="382050"/>
          <a:ext cx="10000250" cy="2364740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13360" tIns="213360" rIns="213360" bIns="213360" anchor="ctr"/>
        <a:lstStyle>
          <a:lvl1pPr algn="l">
            <a:defRPr sz="5600"/>
          </a:lvl1pPr>
          <a:lvl2pPr marL="285750" indent="-285750" algn="l">
            <a:defRPr sz="4300"/>
          </a:lvl2pPr>
          <a:lvl3pPr marL="571500" indent="-285750" algn="l">
            <a:defRPr sz="4300"/>
          </a:lvl3pPr>
          <a:lvl4pPr marL="857250" indent="-285750" algn="l">
            <a:defRPr sz="4300"/>
          </a:lvl4pPr>
          <a:lvl5pPr marL="1143000" indent="-285750" algn="l">
            <a:defRPr sz="4300"/>
          </a:lvl5pPr>
          <a:lvl6pPr marL="1428750" indent="-285750" algn="l">
            <a:defRPr sz="4300"/>
          </a:lvl6pPr>
          <a:lvl7pPr marL="1714500" indent="-285750" algn="l">
            <a:defRPr sz="4300"/>
          </a:lvl7pPr>
          <a:lvl8pPr marL="2000250" indent="-285750" algn="l">
            <a:defRPr sz="4300"/>
          </a:lvl8pPr>
          <a:lvl9pPr marL="2286000" indent="-285750" algn="l">
            <a:defRPr sz="4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Why Page Speed Matters</a:t>
          </a:r>
        </a:p>
      </dsp:txBody>
      <dsp:txXfrm>
        <a:off x="0" y="382050"/>
        <a:ext cx="10000250" cy="2364740"/>
      </dsp:txXfrm>
    </dsp:sp>
    <dsp:sp modelId="{B681EC68-2592-F347-B407-195CC62261FE}">
      <dsp:nvSpPr>
        <dsp:cNvPr id="4" name="Rounded Rectangle 3"/>
        <dsp:cNvSpPr/>
      </dsp:nvSpPr>
      <dsp:spPr bwMode="white">
        <a:xfrm>
          <a:off x="0" y="2908070"/>
          <a:ext cx="10000250" cy="2364740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-4950000"/>
            <a:satOff val="20000"/>
            <a:lumOff val="431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13360" tIns="213360" rIns="213360" bIns="213360" anchor="ctr"/>
        <a:lstStyle>
          <a:lvl1pPr algn="l">
            <a:defRPr sz="5600"/>
          </a:lvl1pPr>
          <a:lvl2pPr marL="285750" indent="-285750" algn="l">
            <a:defRPr sz="4300"/>
          </a:lvl2pPr>
          <a:lvl3pPr marL="571500" indent="-285750" algn="l">
            <a:defRPr sz="4300"/>
          </a:lvl3pPr>
          <a:lvl4pPr marL="857250" indent="-285750" algn="l">
            <a:defRPr sz="4300"/>
          </a:lvl4pPr>
          <a:lvl5pPr marL="1143000" indent="-285750" algn="l">
            <a:defRPr sz="4300"/>
          </a:lvl5pPr>
          <a:lvl6pPr marL="1428750" indent="-285750" algn="l">
            <a:defRPr sz="4300"/>
          </a:lvl6pPr>
          <a:lvl7pPr marL="1714500" indent="-285750" algn="l">
            <a:defRPr sz="4300"/>
          </a:lvl7pPr>
          <a:lvl8pPr marL="2000250" indent="-285750" algn="l">
            <a:defRPr sz="4300"/>
          </a:lvl8pPr>
          <a:lvl9pPr marL="2286000" indent="-285750" algn="l">
            <a:defRPr sz="4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Tools to Test Page Speed (Google PageSpeed Insights)</a:t>
          </a:r>
        </a:p>
      </dsp:txBody>
      <dsp:txXfrm>
        <a:off x="0" y="2908070"/>
        <a:ext cx="10000250" cy="2364740"/>
      </dsp:txXfrm>
    </dsp:sp>
    <dsp:sp modelId="{DA177BCE-1F4B-9747-94E7-F2B23B45E8D2}">
      <dsp:nvSpPr>
        <dsp:cNvPr id="5" name="Rounded Rectangle 4"/>
        <dsp:cNvSpPr/>
      </dsp:nvSpPr>
      <dsp:spPr bwMode="white">
        <a:xfrm>
          <a:off x="0" y="5434090"/>
          <a:ext cx="10000250" cy="2364740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5">
            <a:hueOff val="-9900000"/>
            <a:satOff val="40000"/>
            <a:lumOff val="862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13360" tIns="213360" rIns="213360" bIns="213360" anchor="ctr"/>
        <a:lstStyle>
          <a:lvl1pPr algn="l">
            <a:defRPr sz="5600"/>
          </a:lvl1pPr>
          <a:lvl2pPr marL="285750" indent="-285750" algn="l">
            <a:defRPr sz="4300"/>
          </a:lvl2pPr>
          <a:lvl3pPr marL="571500" indent="-285750" algn="l">
            <a:defRPr sz="4300"/>
          </a:lvl3pPr>
          <a:lvl4pPr marL="857250" indent="-285750" algn="l">
            <a:defRPr sz="4300"/>
          </a:lvl4pPr>
          <a:lvl5pPr marL="1143000" indent="-285750" algn="l">
            <a:defRPr sz="4300"/>
          </a:lvl5pPr>
          <a:lvl6pPr marL="1428750" indent="-285750" algn="l">
            <a:defRPr sz="4300"/>
          </a:lvl6pPr>
          <a:lvl7pPr marL="1714500" indent="-285750" algn="l">
            <a:defRPr sz="4300"/>
          </a:lvl7pPr>
          <a:lvl8pPr marL="2000250" indent="-285750" algn="l">
            <a:defRPr sz="4300"/>
          </a:lvl8pPr>
          <a:lvl9pPr marL="2286000" indent="-285750" algn="l">
            <a:defRPr sz="4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Tips to Improve Page Speed</a:t>
          </a:r>
        </a:p>
      </dsp:txBody>
      <dsp:txXfrm>
        <a:off x="0" y="5434090"/>
        <a:ext cx="10000250" cy="23647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52402" cy="8818214"/>
        <a:chOff x="0" y="0"/>
        <a:chExt cx="9452402" cy="8818214"/>
      </a:xfrm>
    </dsp:grpSpPr>
    <dsp:sp modelId="{CD49830E-0550-4F75-B2B8-721B0AE1F777}">
      <dsp:nvSpPr>
        <dsp:cNvPr id="3" name="Rounded Rectangle 2"/>
        <dsp:cNvSpPr/>
      </dsp:nvSpPr>
      <dsp:spPr bwMode="white">
        <a:xfrm>
          <a:off x="0" y="0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0"/>
        <a:ext cx="9452402" cy="2519490"/>
      </dsp:txXfrm>
    </dsp:sp>
    <dsp:sp modelId="{CF7E76A8-9184-4DCB-9F90-DFAD017ECFF3}">
      <dsp:nvSpPr>
        <dsp:cNvPr id="4" name="Rectangles 3"/>
        <dsp:cNvSpPr/>
      </dsp:nvSpPr>
      <dsp:spPr bwMode="white">
        <a:xfrm>
          <a:off x="762146" y="566885"/>
          <a:ext cx="1385719" cy="138571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762146" y="566885"/>
        <a:ext cx="1385719" cy="1385719"/>
      </dsp:txXfrm>
    </dsp:sp>
    <dsp:sp modelId="{A29B58FF-A2BD-4BB6-9459-75C0E197D06E}">
      <dsp:nvSpPr>
        <dsp:cNvPr id="5" name="Rectangles 4"/>
        <dsp:cNvSpPr/>
      </dsp:nvSpPr>
      <dsp:spPr bwMode="white">
        <a:xfrm>
          <a:off x="2910011" y="0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4400"/>
          </a:lvl1pPr>
          <a:lvl2pPr marL="285750" indent="-285750" algn="l">
            <a:defRPr sz="3400"/>
          </a:lvl2pPr>
          <a:lvl3pPr marL="571500" indent="-285750" algn="l">
            <a:defRPr sz="3400"/>
          </a:lvl3pPr>
          <a:lvl4pPr marL="857250" indent="-285750" algn="l">
            <a:defRPr sz="3400"/>
          </a:lvl4pPr>
          <a:lvl5pPr marL="1143000" indent="-285750" algn="l">
            <a:defRPr sz="3400"/>
          </a:lvl5pPr>
          <a:lvl6pPr marL="1428750" indent="-285750" algn="l">
            <a:defRPr sz="3400"/>
          </a:lvl6pPr>
          <a:lvl7pPr marL="1714500" indent="-285750" algn="l">
            <a:defRPr sz="3400"/>
          </a:lvl7pPr>
          <a:lvl8pPr marL="2000250" indent="-285750" algn="l">
            <a:defRPr sz="3400"/>
          </a:lvl8pPr>
          <a:lvl9pPr marL="2286000" indent="-285750" algn="l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Importance of Mobile-Friendly Websites</a:t>
          </a:r>
          <a:endParaRPr>
            <a:solidFill>
              <a:schemeClr val="tx1"/>
            </a:solidFill>
          </a:endParaRPr>
        </a:p>
      </dsp:txBody>
      <dsp:txXfrm>
        <a:off x="2910011" y="0"/>
        <a:ext cx="6542391" cy="2519490"/>
      </dsp:txXfrm>
    </dsp:sp>
    <dsp:sp modelId="{B0D09151-C943-4D9A-BA3C-633BDFA0F9F6}">
      <dsp:nvSpPr>
        <dsp:cNvPr id="6" name="Rounded Rectangle 5"/>
        <dsp:cNvSpPr/>
      </dsp:nvSpPr>
      <dsp:spPr bwMode="white">
        <a:xfrm>
          <a:off x="0" y="3149362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3149362"/>
        <a:ext cx="9452402" cy="2519490"/>
      </dsp:txXfrm>
    </dsp:sp>
    <dsp:sp modelId="{B32C8EEB-823F-4CEB-896B-65059CB3F3F4}">
      <dsp:nvSpPr>
        <dsp:cNvPr id="7" name="Rectangles 6"/>
        <dsp:cNvSpPr/>
      </dsp:nvSpPr>
      <dsp:spPr bwMode="white">
        <a:xfrm>
          <a:off x="762146" y="3716247"/>
          <a:ext cx="1385719" cy="138571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762146" y="3716247"/>
        <a:ext cx="1385719" cy="1385719"/>
      </dsp:txXfrm>
    </dsp:sp>
    <dsp:sp modelId="{CE3A2B14-9F52-4E3A-ADEC-D1D47BFAAECC}">
      <dsp:nvSpPr>
        <dsp:cNvPr id="8" name="Rectangles 7"/>
        <dsp:cNvSpPr/>
      </dsp:nvSpPr>
      <dsp:spPr bwMode="white">
        <a:xfrm>
          <a:off x="2910011" y="3149362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4400"/>
          </a:lvl1pPr>
          <a:lvl2pPr marL="285750" indent="-285750" algn="l">
            <a:defRPr sz="3400"/>
          </a:lvl2pPr>
          <a:lvl3pPr marL="571500" indent="-285750" algn="l">
            <a:defRPr sz="3400"/>
          </a:lvl3pPr>
          <a:lvl4pPr marL="857250" indent="-285750" algn="l">
            <a:defRPr sz="3400"/>
          </a:lvl4pPr>
          <a:lvl5pPr marL="1143000" indent="-285750" algn="l">
            <a:defRPr sz="3400"/>
          </a:lvl5pPr>
          <a:lvl6pPr marL="1428750" indent="-285750" algn="l">
            <a:defRPr sz="3400"/>
          </a:lvl6pPr>
          <a:lvl7pPr marL="1714500" indent="-285750" algn="l">
            <a:defRPr sz="3400"/>
          </a:lvl7pPr>
          <a:lvl8pPr marL="2000250" indent="-285750" algn="l">
            <a:defRPr sz="3400"/>
          </a:lvl8pPr>
          <a:lvl9pPr marL="2286000" indent="-285750" algn="l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Google’s Mobile-First Indexing</a:t>
          </a:r>
          <a:endParaRPr>
            <a:solidFill>
              <a:schemeClr val="tx1"/>
            </a:solidFill>
          </a:endParaRPr>
        </a:p>
      </dsp:txBody>
      <dsp:txXfrm>
        <a:off x="2910011" y="3149362"/>
        <a:ext cx="6542391" cy="2519490"/>
      </dsp:txXfrm>
    </dsp:sp>
    <dsp:sp modelId="{BCBF0EEA-B607-4AF3-BB9B-D120E46C78F3}">
      <dsp:nvSpPr>
        <dsp:cNvPr id="9" name="Rounded Rectangle 8"/>
        <dsp:cNvSpPr/>
      </dsp:nvSpPr>
      <dsp:spPr bwMode="white">
        <a:xfrm>
          <a:off x="0" y="6298724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6298724"/>
        <a:ext cx="9452402" cy="2519490"/>
      </dsp:txXfrm>
    </dsp:sp>
    <dsp:sp modelId="{89FF2F68-16F1-48D4-A101-3891879DBEE0}">
      <dsp:nvSpPr>
        <dsp:cNvPr id="10" name="Rectangles 9"/>
        <dsp:cNvSpPr/>
      </dsp:nvSpPr>
      <dsp:spPr bwMode="white">
        <a:xfrm>
          <a:off x="762146" y="6865609"/>
          <a:ext cx="1385719" cy="1385719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762146" y="6865609"/>
        <a:ext cx="1385719" cy="1385719"/>
      </dsp:txXfrm>
    </dsp:sp>
    <dsp:sp modelId="{909EF64D-E78F-48D0-B797-4A9C4BF68B7B}">
      <dsp:nvSpPr>
        <dsp:cNvPr id="11" name="Rectangles 10"/>
        <dsp:cNvSpPr/>
      </dsp:nvSpPr>
      <dsp:spPr bwMode="white">
        <a:xfrm>
          <a:off x="2910011" y="6298724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4400"/>
          </a:lvl1pPr>
          <a:lvl2pPr marL="285750" indent="-285750" algn="l">
            <a:defRPr sz="3400"/>
          </a:lvl2pPr>
          <a:lvl3pPr marL="571500" indent="-285750" algn="l">
            <a:defRPr sz="3400"/>
          </a:lvl3pPr>
          <a:lvl4pPr marL="857250" indent="-285750" algn="l">
            <a:defRPr sz="3400"/>
          </a:lvl4pPr>
          <a:lvl5pPr marL="1143000" indent="-285750" algn="l">
            <a:defRPr sz="3400"/>
          </a:lvl5pPr>
          <a:lvl6pPr marL="1428750" indent="-285750" algn="l">
            <a:defRPr sz="3400"/>
          </a:lvl6pPr>
          <a:lvl7pPr marL="1714500" indent="-285750" algn="l">
            <a:defRPr sz="3400"/>
          </a:lvl7pPr>
          <a:lvl8pPr marL="2000250" indent="-285750" algn="l">
            <a:defRPr sz="3400"/>
          </a:lvl8pPr>
          <a:lvl9pPr marL="2286000" indent="-285750" algn="l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Tools for Testing Mobile Responsiveness</a:t>
          </a:r>
          <a:endParaRPr>
            <a:solidFill>
              <a:schemeClr val="tx1"/>
            </a:solidFill>
          </a:endParaRPr>
        </a:p>
      </dsp:txBody>
      <dsp:txXfrm>
        <a:off x="2910011" y="6298724"/>
        <a:ext cx="6542391" cy="251949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52402" cy="8818214"/>
        <a:chOff x="0" y="0"/>
        <a:chExt cx="9452402" cy="8818214"/>
      </a:xfrm>
    </dsp:grpSpPr>
    <dsp:sp modelId="{6C4D3F1E-9235-407E-B68A-C3428ED61966}">
      <dsp:nvSpPr>
        <dsp:cNvPr id="3" name="Rounded Rectangle 2"/>
        <dsp:cNvSpPr/>
      </dsp:nvSpPr>
      <dsp:spPr bwMode="white">
        <a:xfrm>
          <a:off x="0" y="0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0"/>
        <a:ext cx="9452402" cy="2519490"/>
      </dsp:txXfrm>
    </dsp:sp>
    <dsp:sp modelId="{A44B29E4-C6FC-43DD-8A30-B0758644ADC9}">
      <dsp:nvSpPr>
        <dsp:cNvPr id="4" name="Rectangles 3"/>
        <dsp:cNvSpPr/>
      </dsp:nvSpPr>
      <dsp:spPr bwMode="white">
        <a:xfrm>
          <a:off x="762146" y="566885"/>
          <a:ext cx="1385719" cy="138571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762146" y="566885"/>
        <a:ext cx="1385719" cy="1385719"/>
      </dsp:txXfrm>
    </dsp:sp>
    <dsp:sp modelId="{E8F77746-95B9-4E61-8CFD-7EC096ECFA93}">
      <dsp:nvSpPr>
        <dsp:cNvPr id="5" name="Rectangles 4"/>
        <dsp:cNvSpPr/>
      </dsp:nvSpPr>
      <dsp:spPr bwMode="white">
        <a:xfrm>
          <a:off x="2910011" y="0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SSL Certificates</a:t>
          </a:r>
          <a:endParaRPr>
            <a:solidFill>
              <a:schemeClr val="tx1"/>
            </a:solidFill>
          </a:endParaRPr>
        </a:p>
      </dsp:txBody>
      <dsp:txXfrm>
        <a:off x="2910011" y="0"/>
        <a:ext cx="6542391" cy="2519490"/>
      </dsp:txXfrm>
    </dsp:sp>
    <dsp:sp modelId="{E03E1F91-0206-4CB3-8F79-1F3513C5D0B7}">
      <dsp:nvSpPr>
        <dsp:cNvPr id="6" name="Rounded Rectangle 5"/>
        <dsp:cNvSpPr/>
      </dsp:nvSpPr>
      <dsp:spPr bwMode="white">
        <a:xfrm>
          <a:off x="0" y="3149362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3149362"/>
        <a:ext cx="9452402" cy="2519490"/>
      </dsp:txXfrm>
    </dsp:sp>
    <dsp:sp modelId="{928445CF-6813-4A90-94CB-8DB0FB9B02B3}">
      <dsp:nvSpPr>
        <dsp:cNvPr id="7" name="Rectangles 6"/>
        <dsp:cNvSpPr/>
      </dsp:nvSpPr>
      <dsp:spPr bwMode="white">
        <a:xfrm>
          <a:off x="762146" y="3716247"/>
          <a:ext cx="1385719" cy="138571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762146" y="3716247"/>
        <a:ext cx="1385719" cy="1385719"/>
      </dsp:txXfrm>
    </dsp:sp>
    <dsp:sp modelId="{40AB5AE4-5C27-4A54-AD91-B6B81273803A}">
      <dsp:nvSpPr>
        <dsp:cNvPr id="8" name="Rectangles 7"/>
        <dsp:cNvSpPr/>
      </dsp:nvSpPr>
      <dsp:spPr bwMode="white">
        <a:xfrm>
          <a:off x="2910011" y="3149362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Regular Backups</a:t>
          </a:r>
          <a:endParaRPr>
            <a:solidFill>
              <a:schemeClr val="tx1"/>
            </a:solidFill>
          </a:endParaRPr>
        </a:p>
      </dsp:txBody>
      <dsp:txXfrm>
        <a:off x="2910011" y="3149362"/>
        <a:ext cx="6542391" cy="2519490"/>
      </dsp:txXfrm>
    </dsp:sp>
    <dsp:sp modelId="{46BCE5E1-5743-497B-9438-9E8CE30E62AB}">
      <dsp:nvSpPr>
        <dsp:cNvPr id="9" name="Rounded Rectangle 8"/>
        <dsp:cNvSpPr/>
      </dsp:nvSpPr>
      <dsp:spPr bwMode="white">
        <a:xfrm>
          <a:off x="0" y="6298724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6298724"/>
        <a:ext cx="9452402" cy="2519490"/>
      </dsp:txXfrm>
    </dsp:sp>
    <dsp:sp modelId="{A441004E-7172-4A01-9556-28875B7A76C6}">
      <dsp:nvSpPr>
        <dsp:cNvPr id="10" name="Rectangles 9"/>
        <dsp:cNvSpPr/>
      </dsp:nvSpPr>
      <dsp:spPr bwMode="white">
        <a:xfrm>
          <a:off x="762146" y="6865609"/>
          <a:ext cx="1385719" cy="1385719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762146" y="6865609"/>
        <a:ext cx="1385719" cy="1385719"/>
      </dsp:txXfrm>
    </dsp:sp>
    <dsp:sp modelId="{E3D60EB5-2EB8-4586-8BF8-613288A52C9D}">
      <dsp:nvSpPr>
        <dsp:cNvPr id="11" name="Rectangles 10"/>
        <dsp:cNvSpPr/>
      </dsp:nvSpPr>
      <dsp:spPr bwMode="white">
        <a:xfrm>
          <a:off x="2910011" y="6298724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Plugins for Security</a:t>
          </a:r>
          <a:endParaRPr>
            <a:solidFill>
              <a:schemeClr val="tx1"/>
            </a:solidFill>
          </a:endParaRPr>
        </a:p>
      </dsp:txBody>
      <dsp:txXfrm>
        <a:off x="2910011" y="6298724"/>
        <a:ext cx="6542391" cy="251949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52402" cy="8818214"/>
        <a:chOff x="0" y="0"/>
        <a:chExt cx="9452402" cy="8818214"/>
      </a:xfrm>
    </dsp:grpSpPr>
    <dsp:sp modelId="{90714743-D338-4BC1-A351-3A9C44C92107}">
      <dsp:nvSpPr>
        <dsp:cNvPr id="3" name="Rounded Rectangle 2"/>
        <dsp:cNvSpPr/>
      </dsp:nvSpPr>
      <dsp:spPr bwMode="white">
        <a:xfrm>
          <a:off x="0" y="0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0"/>
        <a:ext cx="9452402" cy="2519490"/>
      </dsp:txXfrm>
    </dsp:sp>
    <dsp:sp modelId="{D026BFC6-1DEB-4455-8F3D-A345F9BE749A}">
      <dsp:nvSpPr>
        <dsp:cNvPr id="4" name="Rectangles 3"/>
        <dsp:cNvSpPr/>
      </dsp:nvSpPr>
      <dsp:spPr bwMode="white">
        <a:xfrm>
          <a:off x="762146" y="566885"/>
          <a:ext cx="1385719" cy="138571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762146" y="566885"/>
        <a:ext cx="1385719" cy="1385719"/>
      </dsp:txXfrm>
    </dsp:sp>
    <dsp:sp modelId="{B2E07476-1224-4C02-A203-8DFFE8771F19}">
      <dsp:nvSpPr>
        <dsp:cNvPr id="5" name="Rectangles 4"/>
        <dsp:cNvSpPr/>
      </dsp:nvSpPr>
      <dsp:spPr bwMode="white">
        <a:xfrm>
          <a:off x="2910011" y="0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Importance of Regular Updates</a:t>
          </a:r>
          <a:endParaRPr>
            <a:solidFill>
              <a:schemeClr val="tx1"/>
            </a:solidFill>
          </a:endParaRPr>
        </a:p>
      </dsp:txBody>
      <dsp:txXfrm>
        <a:off x="2910011" y="0"/>
        <a:ext cx="6542391" cy="2519490"/>
      </dsp:txXfrm>
    </dsp:sp>
    <dsp:sp modelId="{414A9483-C3E2-400F-8DAA-5628153C2841}">
      <dsp:nvSpPr>
        <dsp:cNvPr id="6" name="Rounded Rectangle 5"/>
        <dsp:cNvSpPr/>
      </dsp:nvSpPr>
      <dsp:spPr bwMode="white">
        <a:xfrm>
          <a:off x="0" y="3149362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3149362"/>
        <a:ext cx="9452402" cy="2519490"/>
      </dsp:txXfrm>
    </dsp:sp>
    <dsp:sp modelId="{26E9F57F-E420-4A87-A91C-3BA8AA3721DA}">
      <dsp:nvSpPr>
        <dsp:cNvPr id="7" name="Rectangles 6"/>
        <dsp:cNvSpPr/>
      </dsp:nvSpPr>
      <dsp:spPr bwMode="white">
        <a:xfrm>
          <a:off x="762146" y="3716247"/>
          <a:ext cx="1385719" cy="138571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762146" y="3716247"/>
        <a:ext cx="1385719" cy="1385719"/>
      </dsp:txXfrm>
    </dsp:sp>
    <dsp:sp modelId="{7B9D350A-A339-48D4-84B8-F730B522ED64}">
      <dsp:nvSpPr>
        <dsp:cNvPr id="8" name="Rectangles 7"/>
        <dsp:cNvSpPr/>
      </dsp:nvSpPr>
      <dsp:spPr bwMode="white">
        <a:xfrm>
          <a:off x="2910011" y="3149362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Content Refreshing</a:t>
          </a:r>
          <a:endParaRPr>
            <a:solidFill>
              <a:schemeClr val="tx1"/>
            </a:solidFill>
          </a:endParaRPr>
        </a:p>
      </dsp:txBody>
      <dsp:txXfrm>
        <a:off x="2910011" y="3149362"/>
        <a:ext cx="6542391" cy="2519490"/>
      </dsp:txXfrm>
    </dsp:sp>
    <dsp:sp modelId="{10607259-CB86-4D13-852B-71578A35F51D}">
      <dsp:nvSpPr>
        <dsp:cNvPr id="9" name="Rounded Rectangle 8"/>
        <dsp:cNvSpPr/>
      </dsp:nvSpPr>
      <dsp:spPr bwMode="white">
        <a:xfrm>
          <a:off x="0" y="6298724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6298724"/>
        <a:ext cx="9452402" cy="2519490"/>
      </dsp:txXfrm>
    </dsp:sp>
    <dsp:sp modelId="{6811342F-1BC6-4DFC-B6ED-EDFA66550007}">
      <dsp:nvSpPr>
        <dsp:cNvPr id="10" name="Rectangles 9"/>
        <dsp:cNvSpPr/>
      </dsp:nvSpPr>
      <dsp:spPr bwMode="white">
        <a:xfrm>
          <a:off x="762146" y="6865609"/>
          <a:ext cx="1385719" cy="1385719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762146" y="6865609"/>
        <a:ext cx="1385719" cy="1385719"/>
      </dsp:txXfrm>
    </dsp:sp>
    <dsp:sp modelId="{EC28F917-9CA0-47B5-8296-C9D31B4CD5FD}">
      <dsp:nvSpPr>
        <dsp:cNvPr id="11" name="Rectangles 10"/>
        <dsp:cNvSpPr/>
      </dsp:nvSpPr>
      <dsp:spPr bwMode="white">
        <a:xfrm>
          <a:off x="2910011" y="6298724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Security Patches</a:t>
          </a:r>
          <a:endParaRPr>
            <a:solidFill>
              <a:schemeClr val="tx1"/>
            </a:solidFill>
          </a:endParaRPr>
        </a:p>
      </dsp:txBody>
      <dsp:txXfrm>
        <a:off x="2910011" y="6298724"/>
        <a:ext cx="6542391" cy="251949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52402" cy="8818214"/>
        <a:chOff x="0" y="0"/>
        <a:chExt cx="9452402" cy="8818214"/>
      </a:xfrm>
    </dsp:grpSpPr>
    <dsp:sp modelId="{49C5BEBE-5035-4E11-995C-75E23FA3BA54}">
      <dsp:nvSpPr>
        <dsp:cNvPr id="3" name="Rounded Rectangle 2"/>
        <dsp:cNvSpPr/>
      </dsp:nvSpPr>
      <dsp:spPr bwMode="white">
        <a:xfrm>
          <a:off x="0" y="0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0"/>
        <a:ext cx="9452402" cy="2519490"/>
      </dsp:txXfrm>
    </dsp:sp>
    <dsp:sp modelId="{A5F7244D-9068-4A94-B622-64B7219B4584}">
      <dsp:nvSpPr>
        <dsp:cNvPr id="4" name="Rectangles 3"/>
        <dsp:cNvSpPr/>
      </dsp:nvSpPr>
      <dsp:spPr bwMode="white">
        <a:xfrm>
          <a:off x="762146" y="566885"/>
          <a:ext cx="1385719" cy="138571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762146" y="566885"/>
        <a:ext cx="1385719" cy="1385719"/>
      </dsp:txXfrm>
    </dsp:sp>
    <dsp:sp modelId="{8094F0C4-E81C-407C-9836-3A6CE0DE750C}">
      <dsp:nvSpPr>
        <dsp:cNvPr id="5" name="Rectangles 4"/>
        <dsp:cNvSpPr/>
      </dsp:nvSpPr>
      <dsp:spPr bwMode="white">
        <a:xfrm>
          <a:off x="2910011" y="0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59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Google Analytics</a:t>
          </a:r>
          <a:endParaRPr>
            <a:solidFill>
              <a:schemeClr val="tx1"/>
            </a:solidFill>
          </a:endParaRPr>
        </a:p>
      </dsp:txBody>
      <dsp:txXfrm>
        <a:off x="2910011" y="0"/>
        <a:ext cx="6542391" cy="2519490"/>
      </dsp:txXfrm>
    </dsp:sp>
    <dsp:sp modelId="{D616B2F3-F380-478D-B92D-2E149684CCFC}">
      <dsp:nvSpPr>
        <dsp:cNvPr id="6" name="Rounded Rectangle 5"/>
        <dsp:cNvSpPr/>
      </dsp:nvSpPr>
      <dsp:spPr bwMode="white">
        <a:xfrm>
          <a:off x="0" y="3149362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3149362"/>
        <a:ext cx="9452402" cy="2519490"/>
      </dsp:txXfrm>
    </dsp:sp>
    <dsp:sp modelId="{D3A81637-CCBA-4220-B778-E4D55E7DAE3F}">
      <dsp:nvSpPr>
        <dsp:cNvPr id="7" name="Rectangles 6"/>
        <dsp:cNvSpPr/>
      </dsp:nvSpPr>
      <dsp:spPr bwMode="white">
        <a:xfrm>
          <a:off x="762146" y="3716247"/>
          <a:ext cx="1385719" cy="138571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762146" y="3716247"/>
        <a:ext cx="1385719" cy="1385719"/>
      </dsp:txXfrm>
    </dsp:sp>
    <dsp:sp modelId="{88AEEAB6-F7C7-4578-844A-54CB3EE152C8}">
      <dsp:nvSpPr>
        <dsp:cNvPr id="8" name="Rectangles 7"/>
        <dsp:cNvSpPr/>
      </dsp:nvSpPr>
      <dsp:spPr bwMode="white">
        <a:xfrm>
          <a:off x="2910011" y="3149362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59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Google Search Console</a:t>
          </a:r>
          <a:endParaRPr>
            <a:solidFill>
              <a:schemeClr val="tx1"/>
            </a:solidFill>
          </a:endParaRPr>
        </a:p>
      </dsp:txBody>
      <dsp:txXfrm>
        <a:off x="2910011" y="3149362"/>
        <a:ext cx="6542391" cy="2519490"/>
      </dsp:txXfrm>
    </dsp:sp>
    <dsp:sp modelId="{9093727B-FF23-47C7-89B2-D9C9752A64A7}">
      <dsp:nvSpPr>
        <dsp:cNvPr id="9" name="Rounded Rectangle 8"/>
        <dsp:cNvSpPr/>
      </dsp:nvSpPr>
      <dsp:spPr bwMode="white">
        <a:xfrm>
          <a:off x="0" y="6298724"/>
          <a:ext cx="9452402" cy="2519490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6298724"/>
        <a:ext cx="9452402" cy="2519490"/>
      </dsp:txXfrm>
    </dsp:sp>
    <dsp:sp modelId="{E69D5640-6DC0-4E2A-8A81-D2F44D3446E5}">
      <dsp:nvSpPr>
        <dsp:cNvPr id="10" name="Rectangles 9"/>
        <dsp:cNvSpPr/>
      </dsp:nvSpPr>
      <dsp:spPr bwMode="white">
        <a:xfrm>
          <a:off x="762146" y="6865609"/>
          <a:ext cx="1385719" cy="1385719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762146" y="6865609"/>
        <a:ext cx="1385719" cy="1385719"/>
      </dsp:txXfrm>
    </dsp:sp>
    <dsp:sp modelId="{D9C84C7B-A9D3-441E-A50F-10C7BEAFAC6F}">
      <dsp:nvSpPr>
        <dsp:cNvPr id="11" name="Rectangles 10"/>
        <dsp:cNvSpPr/>
      </dsp:nvSpPr>
      <dsp:spPr bwMode="white">
        <a:xfrm>
          <a:off x="2910011" y="6298724"/>
          <a:ext cx="6542391" cy="25194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66645" tIns="266645" rIns="266645" bIns="266645" anchor="ctr"/>
        <a:lstStyle>
          <a:lvl1pPr algn="l">
            <a:defRPr sz="59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Yoast SEO Plugin (WordPress)</a:t>
          </a:r>
          <a:endParaRPr>
            <a:solidFill>
              <a:schemeClr val="tx1"/>
            </a:solidFill>
          </a:endParaRPr>
        </a:p>
      </dsp:txBody>
      <dsp:txXfrm>
        <a:off x="2910011" y="6298724"/>
        <a:ext cx="6542391" cy="25194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263067" cy="8264718"/>
        <a:chOff x="0" y="0"/>
        <a:chExt cx="8263067" cy="8264718"/>
      </a:xfrm>
    </dsp:grpSpPr>
    <dsp:sp modelId="{2F931409-1B33-4A47-BEE6-B4DCCEA426A8}">
      <dsp:nvSpPr>
        <dsp:cNvPr id="3" name="Rounded Rectangle 2"/>
        <dsp:cNvSpPr/>
      </dsp:nvSpPr>
      <dsp:spPr bwMode="white">
        <a:xfrm>
          <a:off x="0" y="28546"/>
          <a:ext cx="8263067" cy="261683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36219" tIns="236219" rIns="236219" bIns="236219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What is SEO?</a:t>
          </a:r>
        </a:p>
      </dsp:txBody>
      <dsp:txXfrm>
        <a:off x="0" y="28546"/>
        <a:ext cx="8263067" cy="2616835"/>
      </dsp:txXfrm>
    </dsp:sp>
    <dsp:sp modelId="{E1609ED3-13F4-BA47-A354-19CC02DAC60A}">
      <dsp:nvSpPr>
        <dsp:cNvPr id="4" name="Rounded Rectangle 3"/>
        <dsp:cNvSpPr/>
      </dsp:nvSpPr>
      <dsp:spPr bwMode="white">
        <a:xfrm>
          <a:off x="0" y="2823941"/>
          <a:ext cx="8263067" cy="261683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4950000"/>
            <a:satOff val="20000"/>
            <a:lumOff val="431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36219" tIns="236219" rIns="236219" bIns="236219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Why SEO Matters for Business Websites</a:t>
          </a:r>
        </a:p>
      </dsp:txBody>
      <dsp:txXfrm>
        <a:off x="0" y="2823941"/>
        <a:ext cx="8263067" cy="2616835"/>
      </dsp:txXfrm>
    </dsp:sp>
    <dsp:sp modelId="{B2AC8A6F-3233-B242-8855-9440047E41A1}">
      <dsp:nvSpPr>
        <dsp:cNvPr id="5" name="Rounded Rectangle 4"/>
        <dsp:cNvSpPr/>
      </dsp:nvSpPr>
      <dsp:spPr bwMode="white">
        <a:xfrm>
          <a:off x="0" y="5619337"/>
          <a:ext cx="8263067" cy="261683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36219" tIns="236219" rIns="236219" bIns="236219" anchor="ctr"/>
        <a:lstStyle>
          <a:lvl1pPr algn="l">
            <a:defRPr sz="6200"/>
          </a:lvl1pPr>
          <a:lvl2pPr marL="285750" indent="-285750" algn="l">
            <a:defRPr sz="4800"/>
          </a:lvl2pPr>
          <a:lvl3pPr marL="571500" indent="-285750" algn="l">
            <a:defRPr sz="4800"/>
          </a:lvl3pPr>
          <a:lvl4pPr marL="857250" indent="-285750" algn="l">
            <a:defRPr sz="4800"/>
          </a:lvl4pPr>
          <a:lvl5pPr marL="1143000" indent="-285750" algn="l">
            <a:defRPr sz="4800"/>
          </a:lvl5pPr>
          <a:lvl6pPr marL="1428750" indent="-285750" algn="l">
            <a:defRPr sz="4800"/>
          </a:lvl6pPr>
          <a:lvl7pPr marL="1714500" indent="-285750" algn="l">
            <a:defRPr sz="4800"/>
          </a:lvl7pPr>
          <a:lvl8pPr marL="2000250" indent="-285750" algn="l">
            <a:defRPr sz="4800"/>
          </a:lvl8pPr>
          <a:lvl9pPr marL="2286000" indent="-285750" algn="l">
            <a:defRPr sz="4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On-Page SEO Basics</a:t>
          </a:r>
        </a:p>
      </dsp:txBody>
      <dsp:txXfrm>
        <a:off x="0" y="5619337"/>
        <a:ext cx="8263067" cy="2616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" Type="http://schemas.openxmlformats.org/officeDocument/2006/relationships/diagramData" Target="../diagrams/data9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0.xml"/><Relationship Id="rId4" Type="http://schemas.openxmlformats.org/officeDocument/2006/relationships/diagramColors" Target="../diagrams/colors10.xml"/><Relationship Id="rId3" Type="http://schemas.openxmlformats.org/officeDocument/2006/relationships/diagramQuickStyle" Target="../diagrams/quickStyle10.xml"/><Relationship Id="rId2" Type="http://schemas.openxmlformats.org/officeDocument/2006/relationships/diagramLayout" Target="../diagrams/layout10.xml"/><Relationship Id="rId1" Type="http://schemas.openxmlformats.org/officeDocument/2006/relationships/diagramData" Target="../diagrams/data10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" Type="http://schemas.openxmlformats.org/officeDocument/2006/relationships/diagramData" Target="../diagrams/data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3" Type="http://schemas.openxmlformats.org/officeDocument/2006/relationships/diagramQuickStyle" Target="../diagrams/quickStyle12.xml"/><Relationship Id="rId2" Type="http://schemas.openxmlformats.org/officeDocument/2006/relationships/diagramLayout" Target="../diagrams/layout12.xml"/><Relationship Id="rId1" Type="http://schemas.openxmlformats.org/officeDocument/2006/relationships/diagramData" Target="../diagrams/data1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3.xml"/><Relationship Id="rId4" Type="http://schemas.openxmlformats.org/officeDocument/2006/relationships/diagramColors" Target="../diagrams/colors13.xml"/><Relationship Id="rId3" Type="http://schemas.openxmlformats.org/officeDocument/2006/relationships/diagramQuickStyle" Target="../diagrams/quickStyle13.xml"/><Relationship Id="rId2" Type="http://schemas.openxmlformats.org/officeDocument/2006/relationships/diagramLayout" Target="../diagrams/layout13.xml"/><Relationship Id="rId1" Type="http://schemas.openxmlformats.org/officeDocument/2006/relationships/diagramData" Target="../diagrams/data13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4.xml"/><Relationship Id="rId4" Type="http://schemas.openxmlformats.org/officeDocument/2006/relationships/diagramColors" Target="../diagrams/colors14.xml"/><Relationship Id="rId3" Type="http://schemas.openxmlformats.org/officeDocument/2006/relationships/diagramQuickStyle" Target="../diagrams/quickStyle14.xml"/><Relationship Id="rId2" Type="http://schemas.openxmlformats.org/officeDocument/2006/relationships/diagramLayout" Target="../diagrams/layout14.xml"/><Relationship Id="rId1" Type="http://schemas.openxmlformats.org/officeDocument/2006/relationships/diagramData" Target="../diagrams/data14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5.xml"/><Relationship Id="rId4" Type="http://schemas.openxmlformats.org/officeDocument/2006/relationships/diagramColors" Target="../diagrams/colors15.xml"/><Relationship Id="rId3" Type="http://schemas.openxmlformats.org/officeDocument/2006/relationships/diagramQuickStyle" Target="../diagrams/quickStyle15.xml"/><Relationship Id="rId2" Type="http://schemas.openxmlformats.org/officeDocument/2006/relationships/diagramLayout" Target="../diagrams/layout15.xml"/><Relationship Id="rId1" Type="http://schemas.openxmlformats.org/officeDocument/2006/relationships/diagramData" Target="../diagrams/data15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6.xml"/><Relationship Id="rId4" Type="http://schemas.openxmlformats.org/officeDocument/2006/relationships/diagramColors" Target="../diagrams/colors16.xml"/><Relationship Id="rId3" Type="http://schemas.openxmlformats.org/officeDocument/2006/relationships/diagramQuickStyle" Target="../diagrams/quickStyle16.xml"/><Relationship Id="rId2" Type="http://schemas.openxmlformats.org/officeDocument/2006/relationships/diagramLayout" Target="../diagrams/layout16.xml"/><Relationship Id="rId1" Type="http://schemas.openxmlformats.org/officeDocument/2006/relationships/diagramData" Target="../diagrams/data1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7.xml"/><Relationship Id="rId4" Type="http://schemas.openxmlformats.org/officeDocument/2006/relationships/diagramColors" Target="../diagrams/colors17.xml"/><Relationship Id="rId3" Type="http://schemas.openxmlformats.org/officeDocument/2006/relationships/diagramQuickStyle" Target="../diagrams/quickStyle17.xml"/><Relationship Id="rId2" Type="http://schemas.openxmlformats.org/officeDocument/2006/relationships/diagramLayout" Target="../diagrams/layout17.xml"/><Relationship Id="rId1" Type="http://schemas.openxmlformats.org/officeDocument/2006/relationships/diagramData" Target="../diagrams/data1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8.xml"/><Relationship Id="rId4" Type="http://schemas.openxmlformats.org/officeDocument/2006/relationships/diagramColors" Target="../diagrams/colors18.xml"/><Relationship Id="rId3" Type="http://schemas.openxmlformats.org/officeDocument/2006/relationships/diagramQuickStyle" Target="../diagrams/quickStyle18.xml"/><Relationship Id="rId2" Type="http://schemas.openxmlformats.org/officeDocument/2006/relationships/diagramLayout" Target="../diagrams/layout18.xml"/><Relationship Id="rId1" Type="http://schemas.openxmlformats.org/officeDocument/2006/relationships/diagramData" Target="../diagrams/data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9.xml"/><Relationship Id="rId4" Type="http://schemas.openxmlformats.org/officeDocument/2006/relationships/diagramColors" Target="../diagrams/colors19.xml"/><Relationship Id="rId3" Type="http://schemas.openxmlformats.org/officeDocument/2006/relationships/diagramQuickStyle" Target="../diagrams/quickStyle19.xml"/><Relationship Id="rId2" Type="http://schemas.openxmlformats.org/officeDocument/2006/relationships/diagramLayout" Target="../diagrams/layout19.xml"/><Relationship Id="rId1" Type="http://schemas.openxmlformats.org/officeDocument/2006/relationships/diagramData" Target="../diagrams/data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" y="3810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295" y="2552700"/>
            <a:ext cx="13529310" cy="6046470"/>
          </a:xfrm>
          <a:noFill/>
        </p:spPr>
        <p:txBody>
          <a:bodyPr anchor="t">
            <a:normAutofit/>
          </a:bodyPr>
          <a:lstStyle/>
          <a:p>
            <a:br>
              <a:rPr lang="en-US" sz="7200" b="1"/>
            </a:br>
            <a:r>
              <a:rPr lang="en-US" sz="7200" b="1"/>
              <a:t>       Digital Marketing </a:t>
            </a:r>
            <a:br>
              <a:rPr lang="en-US" sz="7200" b="1"/>
            </a:br>
            <a:endParaRPr lang="en-US" sz="72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286000" y="3010055"/>
          <a:ext cx="13118465" cy="4721596"/>
        </p:xfrm>
        <a:graphic>
          <a:graphicData uri="http://schemas.openxmlformats.org/drawingml/2006/table">
            <a:tbl>
              <a:tblPr/>
              <a:tblGrid>
                <a:gridCol w="6602730"/>
                <a:gridCol w="208280"/>
                <a:gridCol w="6099174"/>
                <a:gridCol w="208280"/>
              </a:tblGrid>
              <a:tr h="1054100"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bg1"/>
                          </a:solidFill>
                          <a:sym typeface="+mn-ea"/>
                        </a:rPr>
                        <a:t>Traditional Marketing</a:t>
                      </a:r>
                      <a:endParaRPr lang="en-US" sz="2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3200">
                        <a:solidFill>
                          <a:schemeClr val="bg1"/>
                        </a:solidFill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buClrTx/>
                        <a:buSzTx/>
                        <a:buFontTx/>
                        <a:defRPr/>
                      </a:pPr>
                      <a:r>
                        <a:rPr lang="en-US" sz="2800" b="1">
                          <a:solidFill>
                            <a:schemeClr val="bg1"/>
                          </a:solidFill>
                          <a:sym typeface="+mn-ea"/>
                        </a:rPr>
                        <a:t>Digital Marketing  </a:t>
                      </a:r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800"/>
                        </a:lnSpc>
                        <a:buNone/>
                        <a:defRPr/>
                      </a:pPr>
                      <a:endParaRPr lang="en-US" sz="2000" b="1">
                        <a:solidFill>
                          <a:srgbClr val="FEFEFE"/>
                        </a:solidFill>
                        <a:latin typeface="Clear Sans Medium"/>
                        <a:ea typeface="Clear Sans Medium"/>
                        <a:cs typeface="Clear Sans Medium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</a:tr>
              <a:tr h="3667496">
                <a:tc gridSpan="2">
                  <a:txBody>
                    <a:bodyPr rtlCol="0"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Limited Reach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Expensive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Delayed Communication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Poor Campaign Measurement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Difficult to reach target audience 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gridSpan="2">
                  <a:txBody>
                    <a:bodyPr rtlCol="0"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Maximum Reach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Cost-efficient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Instant Communication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Easy Campaign Measurement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Easy to reach target audience 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990600" y="723900"/>
            <a:ext cx="16332835" cy="1723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</a:pPr>
            <a:r>
              <a:rPr lang="en-US" sz="4800" b="1" u="none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Difference b/w Traditional Marketing and Digital Marketing</a:t>
            </a:r>
            <a:endParaRPr lang="en-US" sz="4800" b="1" u="none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304798" y="-38100"/>
            <a:ext cx="18287999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/>
          </a:p>
        </p:txBody>
      </p:sp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783669" cy="3428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0" y="342900"/>
            <a:ext cx="10293985" cy="2436495"/>
          </a:xfrm>
        </p:spPr>
        <p:txBody>
          <a:bodyPr anchor="ctr">
            <a:normAutofit/>
          </a:bodyPr>
          <a:lstStyle/>
          <a:p>
            <a:r>
              <a:rPr lang="en-US" sz="6000" b="1"/>
              <a:t>Defining Digital Goals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162300"/>
            <a:ext cx="11997055" cy="510032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800" dirty="0"/>
              <a:t>Importance of Digital Goals</a:t>
            </a:r>
            <a:endParaRPr lang="en-US" sz="4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/>
              <a:t>Aligning Digital Goals with Business Objectives</a:t>
            </a:r>
            <a:endParaRPr lang="en-US" sz="4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/>
              <a:t>Types of Digital Goals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7825535" cy="5992166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010655"/>
            <a:ext cx="4830494" cy="3040841"/>
          </a:xfrm>
        </p:spPr>
        <p:txBody>
          <a:bodyPr anchor="t">
            <a:normAutofit fontScale="90000"/>
          </a:bodyPr>
          <a:lstStyle/>
          <a:p>
            <a:r>
              <a:rPr lang="en-US" sz="6900" b="1">
                <a:solidFill>
                  <a:srgbClr val="FFFFFF"/>
                </a:solidFill>
              </a:rPr>
              <a:t>Business Goals Alignment</a:t>
            </a:r>
            <a:endParaRPr lang="en-US" sz="69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14055" y="812165"/>
          <a:ext cx="8716645" cy="869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7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752605" y="1454577"/>
            <a:ext cx="5850536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42" y="2115119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717" y="2525634"/>
            <a:ext cx="4672898" cy="3594539"/>
          </a:xfrm>
        </p:spPr>
        <p:txBody>
          <a:bodyPr anchor="b">
            <a:normAutofit/>
          </a:bodyPr>
          <a:lstStyle/>
          <a:p>
            <a:pPr algn="ctr"/>
            <a:r>
              <a:rPr lang="en-US" sz="4445" b="1">
                <a:solidFill>
                  <a:srgbClr val="FFFFFF"/>
                </a:solidFill>
              </a:rPr>
              <a:t>Short-Term </a:t>
            </a:r>
            <a:br>
              <a:rPr lang="en-US" sz="4445" b="1">
                <a:solidFill>
                  <a:srgbClr val="FFFFFF"/>
                </a:solidFill>
              </a:rPr>
            </a:br>
            <a:r>
              <a:rPr lang="en-US" sz="4445" b="1">
                <a:solidFill>
                  <a:srgbClr val="FFFFFF"/>
                </a:solidFill>
              </a:rPr>
              <a:t>vs </a:t>
            </a:r>
            <a:br>
              <a:rPr lang="en-US" sz="4445" b="1">
                <a:solidFill>
                  <a:srgbClr val="FFFFFF"/>
                </a:solidFill>
              </a:rPr>
            </a:br>
            <a:r>
              <a:rPr lang="en-US" sz="4445" b="1">
                <a:solidFill>
                  <a:srgbClr val="FFFFFF"/>
                </a:solidFill>
              </a:rPr>
              <a:t>Long-Term Goals</a:t>
            </a:r>
            <a:endParaRPr lang="en-US" sz="4445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7357578" y="1125660"/>
          <a:ext cx="10000250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84" y="266384"/>
            <a:ext cx="16273461" cy="1659732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dirty="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SMART Goals</a:t>
            </a:r>
            <a:endParaRPr lang="en-US" sz="60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35781" y="1993107"/>
          <a:ext cx="16994981" cy="7746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7825535" cy="5992166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010655"/>
            <a:ext cx="4830494" cy="3040841"/>
          </a:xfrm>
        </p:spPr>
        <p:txBody>
          <a:bodyPr anchor="t">
            <a:normAutofit fontScale="90000"/>
          </a:bodyPr>
          <a:lstStyle/>
          <a:p>
            <a:r>
              <a:rPr lang="en-US" sz="6900" b="1">
                <a:solidFill>
                  <a:srgbClr val="FFFFFF"/>
                </a:solidFill>
              </a:rPr>
              <a:t>Identifying Target Audience</a:t>
            </a:r>
            <a:endParaRPr lang="en-US" sz="69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14008" y="812409"/>
          <a:ext cx="8716692" cy="8517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Right Tri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865080" y="5003801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2661" y="934913"/>
            <a:ext cx="16357580" cy="841182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7860" y="1575893"/>
            <a:ext cx="12112223" cy="2427734"/>
          </a:xfrm>
        </p:spPr>
        <p:txBody>
          <a:bodyPr anchor="ctr">
            <a:normAutofit fontScale="90000"/>
          </a:bodyPr>
          <a:lstStyle/>
          <a:p>
            <a:r>
              <a:rPr lang="en-US" sz="10050" b="1"/>
              <a:t>Market Segmentation</a:t>
            </a:r>
            <a:endParaRPr lang="en-US" sz="100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7860" y="4454204"/>
            <a:ext cx="12112223" cy="4200593"/>
          </a:xfrm>
        </p:spPr>
        <p:txBody>
          <a:bodyPr anchor="t">
            <a:normAutofit/>
          </a:bodyPr>
          <a:lstStyle/>
          <a:p>
            <a:r>
              <a:rPr lang="en-US" sz="3600"/>
              <a:t>Dividing the Market by:</a:t>
            </a:r>
            <a:endParaRPr lang="en-US" sz="3600"/>
          </a:p>
          <a:p>
            <a:pPr lvl="1"/>
            <a:r>
              <a:rPr lang="en-US"/>
              <a:t>Demographics</a:t>
            </a:r>
            <a:endParaRPr lang="en-US"/>
          </a:p>
          <a:p>
            <a:pPr lvl="1"/>
            <a:r>
              <a:rPr lang="en-US"/>
              <a:t>Psychographics</a:t>
            </a:r>
            <a:endParaRPr lang="en-US"/>
          </a:p>
          <a:p>
            <a:pPr lvl="1"/>
            <a:r>
              <a:rPr lang="en-US"/>
              <a:t>Behavioral Patterns</a:t>
            </a:r>
            <a:endParaRPr lang="en-US"/>
          </a:p>
          <a:p>
            <a:pPr lvl="1"/>
            <a:r>
              <a:rPr lang="en-US"/>
              <a:t>Geographics</a:t>
            </a:r>
            <a:endParaRPr lang="en-US"/>
          </a:p>
          <a:p>
            <a:endParaRPr 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7825535" cy="5992166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010655"/>
            <a:ext cx="4830494" cy="3040841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Audience Persona Development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14008" y="812409"/>
          <a:ext cx="8716692" cy="8517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7825535" cy="5992166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62100"/>
            <a:ext cx="6007735" cy="3348990"/>
          </a:xfrm>
        </p:spPr>
        <p:txBody>
          <a:bodyPr anchor="t">
            <a:normAutofit/>
          </a:bodyPr>
          <a:lstStyle/>
          <a:p>
            <a:r>
              <a:rPr lang="en-US" sz="5700" b="1">
                <a:solidFill>
                  <a:srgbClr val="FFFFFF"/>
                </a:solidFill>
              </a:rPr>
              <a:t>Understanding Customer Needs</a:t>
            </a:r>
            <a:endParaRPr lang="en-US" sz="5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14008" y="812409"/>
          <a:ext cx="8716692" cy="8517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681163"/>
          </a:xfrm>
        </p:spPr>
        <p:txBody>
          <a:bodyPr/>
          <a:lstStyle/>
          <a:p>
            <a:r>
              <a:rPr lang="en-US" sz="5400" b="1" dirty="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Competitor Analysis</a:t>
            </a:r>
            <a:endParaRPr lang="en-US" sz="54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942975" y="2228850"/>
          <a:ext cx="16544925" cy="7510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724025"/>
          </a:xfrm>
        </p:spPr>
        <p:txBody>
          <a:bodyPr/>
          <a:lstStyle/>
          <a:p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Tools for Competitor Research</a:t>
            </a:r>
            <a:endParaRPr lang="en-US" sz="54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1257299" y="2271714"/>
          <a:ext cx="16273463" cy="7467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5400" y="799783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SWOT Analysis</a:t>
            </a:r>
            <a:endParaRPr lang="en-US" sz="60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1257300" y="2536032"/>
          <a:ext cx="16059150" cy="7203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66383"/>
            <a:ext cx="15773400" cy="170259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5400" b="1" dirty="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Crafting a Digital Roadmap</a:t>
            </a:r>
            <a:endParaRPr lang="en-US" sz="54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257300" y="2250282"/>
          <a:ext cx="15773400" cy="701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800100"/>
            <a:ext cx="12240895" cy="114300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dirty="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Step-by-Step Strategy Development</a:t>
            </a:r>
            <a:endParaRPr lang="en-US" sz="60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257300" y="2536032"/>
          <a:ext cx="16080582" cy="7203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5" name="Right Tri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865080" y="5003801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2661" y="934913"/>
            <a:ext cx="16357580" cy="841182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7860" y="1575893"/>
            <a:ext cx="12112223" cy="2427734"/>
          </a:xfrm>
        </p:spPr>
        <p:txBody>
          <a:bodyPr anchor="ctr">
            <a:normAutofit fontScale="90000"/>
          </a:bodyPr>
          <a:lstStyle/>
          <a:p>
            <a:r>
              <a:rPr lang="en-US" sz="10800" b="1"/>
              <a:t>Defining Milestones</a:t>
            </a:r>
            <a:endParaRPr lang="en-US" sz="10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003989"/>
            <a:ext cx="12112223" cy="4200593"/>
          </a:xfrm>
        </p:spPr>
        <p:txBody>
          <a:bodyPr anchor="t">
            <a:normAutofit/>
          </a:bodyPr>
          <a:lstStyle/>
          <a:p>
            <a:r>
              <a:rPr lang="en-US" sz="3600"/>
              <a:t>Set Achievable Milestones:</a:t>
            </a:r>
            <a:endParaRPr lang="en-US" sz="3600"/>
          </a:p>
          <a:p>
            <a:pPr lvl="1"/>
            <a:r>
              <a:rPr lang="en-US"/>
              <a:t>Website Launch Date</a:t>
            </a:r>
            <a:endParaRPr lang="en-US"/>
          </a:p>
          <a:p>
            <a:pPr lvl="1"/>
            <a:r>
              <a:rPr lang="en-US"/>
              <a:t>First 1000 Followers on Social Media</a:t>
            </a:r>
            <a:endParaRPr lang="en-US"/>
          </a:p>
          <a:p>
            <a:pPr lvl="1"/>
            <a:r>
              <a:rPr lang="en-US"/>
              <a:t>Monthly Blog Publishing Schedule</a:t>
            </a:r>
            <a:endParaRPr lang="en-US"/>
          </a:p>
          <a:p>
            <a:endParaRPr lang="en-US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333183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dirty="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Budget Allocation</a:t>
            </a:r>
            <a:endParaRPr lang="en-US" sz="6000" b="1" dirty="0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12" name="Content Placeholder 2"/>
          <p:cNvGraphicFramePr>
            <a:graphicFrameLocks noGrp="1"/>
          </p:cNvGraphicFramePr>
          <p:nvPr>
            <p:ph idx="1"/>
          </p:nvPr>
        </p:nvGraphicFramePr>
        <p:xfrm>
          <a:off x="878682" y="2207420"/>
          <a:ext cx="16544925" cy="7531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7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752605" y="1454577"/>
            <a:ext cx="5850536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42" y="2115119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475" y="2525395"/>
            <a:ext cx="5065395" cy="3544570"/>
          </a:xfrm>
        </p:spPr>
        <p:txBody>
          <a:bodyPr anchor="b">
            <a:norm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Meta Tags</a:t>
            </a:r>
            <a:endParaRPr lang="en-US" sz="6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7357578" y="1125660"/>
          <a:ext cx="10000250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7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752605" y="1454577"/>
            <a:ext cx="5850536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42" y="2115119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552700"/>
            <a:ext cx="5044440" cy="3594735"/>
          </a:xfrm>
        </p:spPr>
        <p:txBody>
          <a:bodyPr anchor="b">
            <a:normAutofit/>
          </a:bodyPr>
          <a:lstStyle/>
          <a:p>
            <a:pPr algn="r"/>
            <a:r>
              <a:rPr lang="en-US" sz="6000" b="1">
                <a:solidFill>
                  <a:srgbClr val="FFFFFF"/>
                </a:solidFill>
              </a:rPr>
              <a:t>Page Speed Optimization</a:t>
            </a:r>
            <a:endParaRPr lang="en-US" sz="6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7357578" y="1125660"/>
          <a:ext cx="10000250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7335894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793240"/>
            <a:ext cx="5554980" cy="6356985"/>
          </a:xfrm>
        </p:spPr>
        <p:txBody>
          <a:bodyPr>
            <a:normAutofit/>
          </a:bodyPr>
          <a:lstStyle/>
          <a:p>
            <a:r>
              <a:rPr lang="en-US" sz="5100" b="1">
                <a:solidFill>
                  <a:schemeClr val="bg1"/>
                </a:solidFill>
              </a:rPr>
              <a:t>Mobile Responsiveness</a:t>
            </a:r>
            <a:endParaRPr lang="en-US" sz="5100">
              <a:solidFill>
                <a:schemeClr val="bg1"/>
              </a:solidFill>
            </a:endParaRPr>
          </a:p>
        </p:txBody>
      </p:sp>
      <p:grpSp>
        <p:nvGrpSpPr>
          <p:cNvPr id="13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0" y="304368"/>
            <a:ext cx="2865378" cy="106449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</p:grpSp>
      <p:sp>
        <p:nvSpPr>
          <p:cNvPr id="17" name="Oval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19" name="Oval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grpSp>
        <p:nvGrpSpPr>
          <p:cNvPr id="21" name="Graphic 4"/>
          <p:cNvGrpSpPr>
            <a:grpSpLocks noGrp="1" noRot="1" noChangeAspect="1" noMove="1" noResize="1" noUngrp="1"/>
          </p:cNvGrpSpPr>
          <p:nvPr/>
        </p:nvGrpSpPr>
        <p:grpSpPr>
          <a:xfrm>
            <a:off x="6164501" y="8309903"/>
            <a:ext cx="1462754" cy="1462757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</p:grp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6209" y="716310"/>
          <a:ext cx="9452402" cy="8818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7335894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793546"/>
            <a:ext cx="4800600" cy="635717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Website Security Basics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0" y="304368"/>
            <a:ext cx="2865378" cy="106449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</p:grpSp>
      <p:sp>
        <p:nvSpPr>
          <p:cNvPr id="17" name="Oval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19" name="Oval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grpSp>
        <p:nvGrpSpPr>
          <p:cNvPr id="21" name="Graphic 4"/>
          <p:cNvGrpSpPr>
            <a:grpSpLocks noGrp="1" noRot="1" noChangeAspect="1" noMove="1" noResize="1" noUngrp="1"/>
          </p:cNvGrpSpPr>
          <p:nvPr/>
        </p:nvGrpSpPr>
        <p:grpSpPr>
          <a:xfrm>
            <a:off x="6164501" y="8309903"/>
            <a:ext cx="1462754" cy="1462757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</p:grp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6209" y="716310"/>
          <a:ext cx="9452402" cy="8818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7335894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1793240"/>
            <a:ext cx="5302250" cy="6356985"/>
          </a:xfrm>
        </p:spPr>
        <p:txBody>
          <a:bodyPr>
            <a:normAutofit/>
          </a:bodyPr>
          <a:lstStyle/>
          <a:p>
            <a:r>
              <a:rPr lang="en-US" sz="6150" b="1">
                <a:solidFill>
                  <a:schemeClr val="bg1"/>
                </a:solidFill>
              </a:rPr>
              <a:t>Website Maintenance &amp; </a:t>
            </a:r>
            <a:br>
              <a:rPr lang="en-US" sz="6150" b="1">
                <a:solidFill>
                  <a:schemeClr val="bg1"/>
                </a:solidFill>
              </a:rPr>
            </a:br>
            <a:r>
              <a:rPr lang="en-US" sz="6150" b="1">
                <a:solidFill>
                  <a:schemeClr val="bg1"/>
                </a:solidFill>
              </a:rPr>
              <a:t>Updates</a:t>
            </a:r>
            <a:endParaRPr lang="en-US" sz="6150">
              <a:solidFill>
                <a:schemeClr val="bg1"/>
              </a:solidFill>
            </a:endParaRPr>
          </a:p>
        </p:txBody>
      </p:sp>
      <p:grpSp>
        <p:nvGrpSpPr>
          <p:cNvPr id="13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0" y="304368"/>
            <a:ext cx="2865378" cy="106449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</p:grpSp>
      <p:sp>
        <p:nvSpPr>
          <p:cNvPr id="17" name="Oval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19" name="Oval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grpSp>
        <p:nvGrpSpPr>
          <p:cNvPr id="21" name="Graphic 4"/>
          <p:cNvGrpSpPr>
            <a:grpSpLocks noGrp="1" noRot="1" noChangeAspect="1" noMove="1" noResize="1" noUngrp="1"/>
          </p:cNvGrpSpPr>
          <p:nvPr/>
        </p:nvGrpSpPr>
        <p:grpSpPr>
          <a:xfrm>
            <a:off x="6164501" y="8309903"/>
            <a:ext cx="1462754" cy="1462757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</p:grp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6209" y="716310"/>
          <a:ext cx="9452402" cy="8818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7335894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20" y="1793240"/>
            <a:ext cx="5250180" cy="6356985"/>
          </a:xfrm>
        </p:spPr>
        <p:txBody>
          <a:bodyPr>
            <a:normAutofit/>
          </a:bodyPr>
          <a:lstStyle/>
          <a:p>
            <a:r>
              <a:rPr lang="en-US" sz="6150" b="1">
                <a:solidFill>
                  <a:schemeClr val="bg1"/>
                </a:solidFill>
              </a:rPr>
              <a:t>Tools for Website Management</a:t>
            </a:r>
            <a:endParaRPr lang="en-US" sz="6150">
              <a:solidFill>
                <a:schemeClr val="bg1"/>
              </a:solidFill>
            </a:endParaRPr>
          </a:p>
        </p:txBody>
      </p:sp>
      <p:grpSp>
        <p:nvGrpSpPr>
          <p:cNvPr id="13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0" y="304368"/>
            <a:ext cx="2865378" cy="106449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</p:grpSp>
      <p:sp>
        <p:nvSpPr>
          <p:cNvPr id="17" name="Oval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19" name="Oval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390" y="7128312"/>
            <a:ext cx="547532" cy="547532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noAutofit/>
          </a:bodyPr>
          <a:lstStyle/>
          <a:p>
            <a:pPr algn="ctr"/>
            <a:endParaRPr lang="en-US" sz="2700"/>
          </a:p>
        </p:txBody>
      </p:sp>
      <p:grpSp>
        <p:nvGrpSpPr>
          <p:cNvPr id="21" name="Graphic 4"/>
          <p:cNvGrpSpPr>
            <a:grpSpLocks noGrp="1" noRot="1" noChangeAspect="1" noMove="1" noResize="1" noUngrp="1"/>
          </p:cNvGrpSpPr>
          <p:nvPr/>
        </p:nvGrpSpPr>
        <p:grpSpPr>
          <a:xfrm>
            <a:off x="6164501" y="8309903"/>
            <a:ext cx="1462754" cy="1462757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00" dirty="0"/>
            </a:p>
          </p:txBody>
        </p:sp>
      </p:grp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6209" y="716310"/>
          <a:ext cx="9452402" cy="8818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" y="3810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1" y="9211178"/>
            <a:ext cx="9143996" cy="1066878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295" y="2552700"/>
            <a:ext cx="13529310" cy="6046470"/>
          </a:xfrm>
          <a:noFill/>
        </p:spPr>
        <p:txBody>
          <a:bodyPr anchor="t">
            <a:normAutofit/>
          </a:bodyPr>
          <a:lstStyle/>
          <a:p>
            <a:br>
              <a:rPr lang="en-US" sz="7200" b="1"/>
            </a:br>
            <a:r>
              <a:rPr lang="en-US" sz="7200" b="1"/>
              <a:t>Search Engine Optimization </a:t>
            </a:r>
            <a:br>
              <a:rPr lang="en-US" sz="7200" b="1"/>
            </a:br>
            <a:r>
              <a:rPr lang="en-US" sz="7200" b="1"/>
              <a:t>(SEO)</a:t>
            </a:r>
            <a:endParaRPr lang="en-US" sz="72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72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0"/>
            <a:ext cx="18283428" cy="10287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1" y="9211178"/>
            <a:ext cx="9143996" cy="1066878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150" y="3164205"/>
            <a:ext cx="7422515" cy="6046470"/>
          </a:xfrm>
          <a:noFill/>
        </p:spPr>
        <p:txBody>
          <a:bodyPr anchor="t">
            <a:normAutofit/>
          </a:bodyPr>
          <a:lstStyle/>
          <a:p>
            <a:r>
              <a:rPr lang="en-US" sz="7200" b="1"/>
              <a:t>Basic SEO Setup for Websites</a:t>
            </a:r>
            <a:endParaRPr lang="en-US" sz="7200"/>
          </a:p>
        </p:txBody>
      </p:sp>
      <p:graphicFrame>
        <p:nvGraphicFramePr>
          <p:cNvPr id="28" name="Content Placeholder 2"/>
          <p:cNvGraphicFramePr>
            <a:graphicFrameLocks noGrp="1"/>
          </p:cNvGraphicFramePr>
          <p:nvPr>
            <p:ph idx="1"/>
          </p:nvPr>
        </p:nvGraphicFramePr>
        <p:xfrm>
          <a:off x="8723783" y="819554"/>
          <a:ext cx="8263067" cy="8264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99783"/>
            <a:ext cx="8229600" cy="1143000"/>
          </a:xfrm>
        </p:spPr>
        <p:txBody>
          <a:bodyPr/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What is SEO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B90F1F06-E76C-4C22-9E8F-AD6F5080B2D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1857375"/>
            <a:ext cx="16797020" cy="7533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190" y="876300"/>
            <a:ext cx="14900275" cy="114300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Structure of a SERP (Search Engine Result Page)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8B277E15-1A05-426F-BA82-A701147247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2095500"/>
            <a:ext cx="16131540" cy="75355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F882DE7D-314E-4C79-B514-A88DD60B7623"/>
          <p:cNvPicPr>
            <a:picLocks noChangeAspect="1"/>
          </p:cNvPicPr>
          <p:nvPr/>
        </p:nvPicPr>
        <p:blipFill>
          <a:blip r:embed="rId1">
            <a:lum contrast="6000"/>
          </a:blip>
          <a:stretch>
            <a:fillRect/>
          </a:stretch>
        </p:blipFill>
        <p:spPr>
          <a:xfrm>
            <a:off x="970280" y="2268220"/>
            <a:ext cx="16843375" cy="765619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2057400" y="9335135"/>
            <a:ext cx="2517775" cy="5327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itle 5"/>
          <p:cNvSpPr/>
          <p:nvPr>
            <p:ph type="title"/>
          </p:nvPr>
        </p:nvSpPr>
        <p:spPr>
          <a:xfrm>
            <a:off x="457200" y="800100"/>
            <a:ext cx="4977130" cy="1143000"/>
          </a:xfrm>
        </p:spPr>
        <p:txBody>
          <a:bodyPr/>
          <a:p>
            <a:r>
              <a:rPr lang="en-US" sz="2800" b="1"/>
              <a:t>1.) Crawl Links and Websites</a:t>
            </a:r>
            <a:endParaRPr lang="en-US" sz="2800" b="1"/>
          </a:p>
        </p:txBody>
      </p:sp>
      <p:sp>
        <p:nvSpPr>
          <p:cNvPr id="7" name="Title 5"/>
          <p:cNvSpPr/>
          <p:nvPr/>
        </p:nvSpPr>
        <p:spPr>
          <a:xfrm>
            <a:off x="6019800" y="723900"/>
            <a:ext cx="497713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/>
              <a:t>2.) Index and Cache Web Pages</a:t>
            </a:r>
            <a:endParaRPr lang="en-US" sz="2800" b="1"/>
          </a:p>
        </p:txBody>
      </p:sp>
      <p:sp>
        <p:nvSpPr>
          <p:cNvPr id="8" name="Title 5"/>
          <p:cNvSpPr/>
          <p:nvPr/>
        </p:nvSpPr>
        <p:spPr>
          <a:xfrm>
            <a:off x="12192000" y="419100"/>
            <a:ext cx="497713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/>
              <a:t>3.) Apply Ranking Algorithm</a:t>
            </a:r>
            <a:endParaRPr lang="en-US" sz="28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800100"/>
            <a:ext cx="14900275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3 Keys to Higher Search Engine Rankings 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4D6416C3-4B7B-422F-AB7F-D9C6119B967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400300"/>
            <a:ext cx="14081125" cy="71894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42900"/>
            <a:ext cx="14900275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Title Tags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70E6A25B-DBE3-465F-82F9-3ABF7918C319"/>
          <p:cNvPicPr>
            <a:picLocks noChangeAspect="1"/>
          </p:cNvPicPr>
          <p:nvPr/>
        </p:nvPicPr>
        <p:blipFill>
          <a:blip r:embed="rId1"/>
          <a:srcRect t="3950" r="4321"/>
          <a:stretch>
            <a:fillRect/>
          </a:stretch>
        </p:blipFill>
        <p:spPr>
          <a:xfrm>
            <a:off x="1384300" y="1690370"/>
            <a:ext cx="14923770" cy="8420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325" y="1905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Tags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FBA932C3-723D-4383-81DE-1879DF883A48"/>
          <p:cNvPicPr>
            <a:picLocks noChangeAspect="1"/>
          </p:cNvPicPr>
          <p:nvPr/>
        </p:nvPicPr>
        <p:blipFill>
          <a:blip r:embed="rId1"/>
          <a:srcRect r="5115"/>
          <a:stretch>
            <a:fillRect/>
          </a:stretch>
        </p:blipFill>
        <p:spPr>
          <a:xfrm>
            <a:off x="2134235" y="1700530"/>
            <a:ext cx="14391640" cy="84137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325" y="1905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Meta Description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3D354268-4F84-4DDC-BFDE-7F4C247AB3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10970"/>
            <a:ext cx="14954250" cy="86277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3543300"/>
            <a:ext cx="8229600" cy="4525963"/>
          </a:xfrm>
        </p:spPr>
        <p:txBody>
          <a:bodyPr/>
          <a:p>
            <a:pPr marL="0" indent="0" algn="ctr">
              <a:buNone/>
            </a:pPr>
            <a:r>
              <a:rPr lang="en-US" sz="480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End of Lecture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1594</Words>
  <Application>WPS Presentation</Application>
  <PresentationFormat>On-screen Show (4:3)</PresentationFormat>
  <Paragraphs>117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SimSun</vt:lpstr>
      <vt:lpstr>Wingdings</vt:lpstr>
      <vt:lpstr>Clear Sans Medium</vt:lpstr>
      <vt:lpstr>Clear Sans</vt:lpstr>
      <vt:lpstr>Clear Sans Bold</vt:lpstr>
      <vt:lpstr>Thonburi</vt:lpstr>
      <vt:lpstr>Calibri</vt:lpstr>
      <vt:lpstr>Helvetica Neue</vt:lpstr>
      <vt:lpstr>Microsoft YaHei</vt:lpstr>
      <vt:lpstr>汉仪旗黑</vt:lpstr>
      <vt:lpstr>Arial Unicode MS</vt:lpstr>
      <vt:lpstr>Office Theme</vt:lpstr>
      <vt:lpstr>        Digital Marketing  </vt:lpstr>
      <vt:lpstr>PowerPoint 演示文稿</vt:lpstr>
      <vt:lpstr>Defining Digital Goals</vt:lpstr>
      <vt:lpstr>Business Goals Alignment</vt:lpstr>
      <vt:lpstr>Short-Term  vs  Long-Term Goals</vt:lpstr>
      <vt:lpstr>SMART Goals</vt:lpstr>
      <vt:lpstr>Identifying Target Audience</vt:lpstr>
      <vt:lpstr>Market Segmentation</vt:lpstr>
      <vt:lpstr>Audience Persona Development</vt:lpstr>
      <vt:lpstr>Understanding Customer Needs</vt:lpstr>
      <vt:lpstr>Competitor Analysis</vt:lpstr>
      <vt:lpstr>Tools for Competitor Research</vt:lpstr>
      <vt:lpstr>SWOT Analysis</vt:lpstr>
      <vt:lpstr>Crafting a Digital Roadmap</vt:lpstr>
      <vt:lpstr>Step-by-Step Strategy Development</vt:lpstr>
      <vt:lpstr>Defining Milestones</vt:lpstr>
      <vt:lpstr>Budget Allocation</vt:lpstr>
      <vt:lpstr>Meta Tags</vt:lpstr>
      <vt:lpstr>Page Speed Optimization</vt:lpstr>
      <vt:lpstr>Mobile Responsiveness</vt:lpstr>
      <vt:lpstr>Website Security Basics</vt:lpstr>
      <vt:lpstr>Website Maintenance &amp;  Updates</vt:lpstr>
      <vt:lpstr>Tools for Website Management</vt:lpstr>
      <vt:lpstr> Search Engine Optimization  (SEO)</vt:lpstr>
      <vt:lpstr>Basic SEO Setup for Websites</vt:lpstr>
      <vt:lpstr>What is SEO</vt:lpstr>
      <vt:lpstr>Structure of a SERP (Search Engine Result Page)</vt:lpstr>
      <vt:lpstr>1.) Crawl Links and Websites</vt:lpstr>
      <vt:lpstr>3 Keys to Higher Search Engine Rankings </vt:lpstr>
      <vt:lpstr>Title Tags</vt:lpstr>
      <vt:lpstr>Tags</vt:lpstr>
      <vt:lpstr>Meta Description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82</cp:revision>
  <dcterms:created xsi:type="dcterms:W3CDTF">2025-10-22T18:06:15Z</dcterms:created>
  <dcterms:modified xsi:type="dcterms:W3CDTF">2025-10-22T18:06:15Z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