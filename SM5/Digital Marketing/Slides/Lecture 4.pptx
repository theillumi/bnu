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370" r:id="rId3"/>
    <p:sldId id="371" r:id="rId4"/>
    <p:sldId id="372" r:id="rId5"/>
    <p:sldId id="373" r:id="rId6"/>
    <p:sldId id="374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400" r:id="rId18"/>
    <p:sldId id="391" r:id="rId19"/>
    <p:sldId id="265" r:id="rId20"/>
    <p:sldId id="393" r:id="rId21"/>
    <p:sldId id="394" r:id="rId22"/>
    <p:sldId id="395" r:id="rId23"/>
    <p:sldId id="396" r:id="rId24"/>
    <p:sldId id="401" r:id="rId25"/>
    <p:sldId id="402" r:id="rId26"/>
    <p:sldId id="403" r:id="rId27"/>
    <p:sldId id="404" r:id="rId28"/>
    <p:sldId id="405" r:id="rId29"/>
    <p:sldId id="406" r:id="rId30"/>
    <p:sldId id="408" r:id="rId31"/>
    <p:sldId id="409" r:id="rId32"/>
    <p:sldId id="392" r:id="rId33"/>
    <p:sldId id="410" r:id="rId34"/>
    <p:sldId id="411" r:id="rId35"/>
    <p:sldId id="412" r:id="rId36"/>
    <p:sldId id="413" r:id="rId37"/>
    <p:sldId id="414" r:id="rId38"/>
  </p:sldIdLst>
  <p:sldSz cx="18288000" cy="10287000"/>
  <p:notesSz cx="6858000" cy="9144000"/>
  <p:embeddedFontLst>
    <p:embeddedFont>
      <p:font typeface="Clear Sans" panose="020B05030302020203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74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5.sv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.svg"/><Relationship Id="rId7" Type="http://schemas.openxmlformats.org/officeDocument/2006/relationships/image" Target="../media/image1.png"/><Relationship Id="rId6" Type="http://schemas.openxmlformats.org/officeDocument/2006/relationships/image" Target="../media/image4.svg"/><Relationship Id="rId5" Type="http://schemas.openxmlformats.org/officeDocument/2006/relationships/image" Target="../media/image4.png"/><Relationship Id="rId4" Type="http://schemas.openxmlformats.org/officeDocument/2006/relationships/image" Target="../media/image6.svg"/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sv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390900"/>
            <a:ext cx="8072755" cy="4678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ct val="10000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Install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WordPress 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on Localhost using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XAMPP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810510"/>
            <a:ext cx="5824855" cy="3387021"/>
            <a:chOff x="-16357" y="85725"/>
            <a:chExt cx="6523523" cy="400755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Download XAMPP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44741"/>
              <a:ext cx="6507166" cy="25485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Open your browser and go to apachefriends.org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Download XAMPP for your OS (Windows/Mac/Linux)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7" name="Picture 6" descr="2977103A-7FE3-41A6-9294-4510E4021A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398145"/>
            <a:ext cx="10901045" cy="5166995"/>
          </a:xfrm>
          <a:prstGeom prst="rect">
            <a:avLst/>
          </a:prstGeom>
        </p:spPr>
      </p:pic>
      <p:pic>
        <p:nvPicPr>
          <p:cNvPr id="8" name="Picture 7" descr="92083341-BE16-49E9-BC54-08014909C9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5745480"/>
            <a:ext cx="11016615" cy="45510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2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679881"/>
            <a:chOff x="-16357" y="85725"/>
            <a:chExt cx="6523523" cy="553727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XAMPP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44741"/>
              <a:ext cx="6507166" cy="4078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Run the downloaded XAMPP installer.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Next through the prompts.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By default, XAMPP installs to C:\xampp (Windows) or /Applications/MAMP (Mac).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FDB55E4E-A09A-4D79-AFD8-9F5F52A409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800100"/>
            <a:ext cx="9961245" cy="8538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3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058852"/>
            <a:chOff x="-16357" y="85725"/>
            <a:chExt cx="6523523" cy="4802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XAMPP Control Panel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Launch XAMPP; you’ll see the Control Panel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panel shows modules: Apache, MySQL, etc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57A6F035-715C-49E6-866B-217FAAEF3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1257300"/>
            <a:ext cx="11141075" cy="709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533400" y="14097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4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0865" y="3543300"/>
            <a:ext cx="5810250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6720"/>
              </a:lnSpc>
            </a:pPr>
            <a:r>
              <a: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Download WordPress AND Extract</a:t>
            </a:r>
            <a:endParaRPr lang="en-US" sz="54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TextBox 14"/>
          <p:cNvSpPr txBox="1"/>
          <p:nvPr/>
        </p:nvSpPr>
        <p:spPr>
          <a:xfrm>
            <a:off x="7239000" y="2019300"/>
            <a:ext cx="10196195" cy="517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In your browser, go to wordpress.org, Click on “Get WordPress” and Download it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Extract the downloaded .zip file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Navigate to *C:\xampp\htdocs and create a folder with a name of your choice (e.g., Learnwithnimra)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Copy the wordpress folder files and paste it in “</a:t>
            </a:r>
            <a:r>
              <a: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Learnwithnimra” folder</a:t>
            </a: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14350" indent="-514350" algn="l">
              <a:lnSpc>
                <a:spcPct val="100000"/>
              </a:lnSpc>
              <a:buFont typeface="Wingdings" panose="05000000000000000000" charset="0"/>
              <a:buAutoNum type="arabicPeriod"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l">
              <a:lnSpc>
                <a:spcPct val="100000"/>
              </a:lnSpc>
              <a:buFont typeface="Wingdings" panose="05000000000000000000" charset="0"/>
              <a:buNone/>
            </a:pPr>
            <a:endParaRPr lang="en-US" sz="28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5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058852"/>
            <a:chOff x="-16357" y="85725"/>
            <a:chExt cx="6523523" cy="4802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Start Apache &amp; MySQL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XAMPP Control Panel, click Start next to Apache and MySQL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Ensure both modules show Running in green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57DC6489-85AB-4504-BA5F-82E6215F6D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780" y="1409700"/>
            <a:ext cx="11158220" cy="7314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5715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6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171700"/>
            <a:ext cx="5824855" cy="7075737"/>
            <a:chOff x="-16357" y="85725"/>
            <a:chExt cx="6523523" cy="837207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Open phpMyAdmin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61181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your browser, go to “localhost/phpmyadmin” and the phpMyAdmin dashboard appears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New in phpMyAdmin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Database name matching your folder (e.g., Learnwithnimra)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Create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FD779619-28ED-4FB9-8E82-89C62FD3D99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266700"/>
            <a:ext cx="10288905" cy="4138295"/>
          </a:xfrm>
          <a:prstGeom prst="rect">
            <a:avLst/>
          </a:prstGeom>
        </p:spPr>
      </p:pic>
      <p:pic>
        <p:nvPicPr>
          <p:cNvPr id="5" name="Picture 4" descr="0F028567-BBC0-49BA-AE6B-A437C2A73A8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785" y="4686300"/>
            <a:ext cx="10290175" cy="5126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7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4490017"/>
            <a:chOff x="-16357" y="85725"/>
            <a:chExt cx="6523523" cy="53126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 WordPress Installer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0586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Go to localhost/Learnwithnimra in your browser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Select English and click Continue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Let’s go!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85418BEB-5D8A-4A54-8870-4B2526545F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2715" y="88265"/>
            <a:ext cx="7461885" cy="1010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8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6090217"/>
            <a:chOff x="-16357" y="85725"/>
            <a:chExt cx="6523523" cy="720599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Database Connection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49520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the following: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Database Name: Learnwithnimra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Username: root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Password: (leave blank)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Database Host: localhost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Table Prefix: wp_</a:t>
              </a:r>
              <a:endParaRPr lang="en-US" sz="24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2. Click Submit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4" name="Picture 3" descr="1060975F-CBC5-4BDB-92AE-E56596664C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8815" y="1485900"/>
            <a:ext cx="11096625" cy="7422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9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476500"/>
            <a:ext cx="5824855" cy="3373052"/>
            <a:chOff x="-16357" y="85725"/>
            <a:chExt cx="6523523" cy="399102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1019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WordPress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1528212"/>
              <a:ext cx="6507166" cy="2548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Once you click on submit, the following page will open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on, “Run the Installation”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420467F2-3705-4B25-8860-6ED9412DD6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2628900"/>
            <a:ext cx="11044555" cy="3936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10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5136447"/>
            <a:chOff x="-16357" y="85725"/>
            <a:chExt cx="6523523" cy="607748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Fill up all the Details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8235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Fill in: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Site Title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Username (e.g., admin)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Your Email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2. Click Install WordPress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3" name="Picture 2" descr="F170F369-0740-48BD-8477-2C5D3D88B9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419100"/>
            <a:ext cx="10349865" cy="8999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4921182"/>
            <a:chOff x="-16357" y="85725"/>
            <a:chExt cx="6523523" cy="582278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Login to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5688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installation, click Log 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your WordPress Username and 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WordPress Dashboard opens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C8FB5B65-EF62-4B4A-A11F-2D789FF65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760" y="190500"/>
            <a:ext cx="10567670" cy="4588510"/>
          </a:xfrm>
          <a:prstGeom prst="rect">
            <a:avLst/>
          </a:prstGeom>
        </p:spPr>
      </p:pic>
      <p:pic>
        <p:nvPicPr>
          <p:cNvPr id="4" name="Picture 3" descr="2C488EA2-4DB4-4019-BB08-1ABCF8A5E0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295900"/>
            <a:ext cx="10657205" cy="4537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/>
        </p:nvSpPr>
        <p:spPr>
          <a:xfrm rot="-5400000">
            <a:off x="1729151" y="514310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 Box 15"/>
          <p:cNvSpPr txBox="1"/>
          <p:nvPr/>
        </p:nvSpPr>
        <p:spPr>
          <a:xfrm>
            <a:off x="609600" y="800100"/>
            <a:ext cx="4820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Step 11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09600" y="2247900"/>
            <a:ext cx="5824855" cy="4921182"/>
            <a:chOff x="-16357" y="85725"/>
            <a:chExt cx="6523523" cy="582278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6507166" cy="203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6720"/>
                </a:lnSpc>
              </a:pPr>
              <a:r>
                <a:rPr lang="en-US" sz="5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Login to Dashboard</a:t>
              </a:r>
              <a:endParaRPr lang="en-US" sz="5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6357" y="2339656"/>
              <a:ext cx="6507166" cy="35688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installation, click Log In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your WordPress Username and Password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ct val="100000"/>
                </a:lnSpc>
                <a:buFont typeface="Wingdings" panose="05000000000000000000" charset="0"/>
                <a:buAutoNum type="arabicPeriod"/>
              </a:pP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WordPress Dashboard opens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2" name="Picture 1" descr="C8FB5B65-EF62-4B4A-A11F-2D789FF65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760" y="190500"/>
            <a:ext cx="10567670" cy="4588510"/>
          </a:xfrm>
          <a:prstGeom prst="rect">
            <a:avLst/>
          </a:prstGeom>
        </p:spPr>
      </p:pic>
      <p:pic>
        <p:nvPicPr>
          <p:cNvPr id="4" name="Picture 3" descr="2C488EA2-4DB4-4019-BB08-1ABCF8A5E0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295900"/>
            <a:ext cx="10657205" cy="4537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762000" y="723900"/>
            <a:ext cx="9025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Site will open 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Picture 1" descr="7D8F101A-7919-4957-AEE8-E5C715CF8A05"/>
          <p:cNvPicPr>
            <a:picLocks noChangeAspect="1"/>
          </p:cNvPicPr>
          <p:nvPr/>
        </p:nvPicPr>
        <p:blipFill>
          <a:blip r:embed="rId1"/>
          <a:srcRect t="18042"/>
          <a:stretch>
            <a:fillRect/>
          </a:stretch>
        </p:blipFill>
        <p:spPr>
          <a:xfrm>
            <a:off x="762000" y="2276475"/>
            <a:ext cx="16954500" cy="69253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66800" y="1181100"/>
            <a:ext cx="9540875" cy="7479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“We’ve now explored two methods for running WordPress locally—using Local by </a:t>
            </a:r>
            <a:r>
              <a:rPr lang="en-US" sz="5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Flywheel</a:t>
            </a: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and </a:t>
            </a:r>
            <a:r>
              <a:rPr lang="en-US" sz="5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XAMPP</a:t>
            </a: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. It’s time to dive into WordPress itself : pick a theme, explore its features, and start customizing to make it your own!”</a:t>
            </a:r>
            <a:endParaRPr lang="en-US" sz="5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030458" y="2628855"/>
            <a:ext cx="3662625" cy="56426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700"/>
                </a:lnTo>
                <a:lnTo>
                  <a:pt x="0" y="5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53400" y="3771900"/>
            <a:ext cx="8072755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fontAlgn="t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Applying Security on Your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Website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Through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Wordfence</a:t>
            </a:r>
            <a:endParaRPr lang="en-US" sz="64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ct val="10000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400800" y="1790715"/>
            <a:ext cx="11295380" cy="4190039"/>
            <a:chOff x="0" y="252416"/>
            <a:chExt cx="12216316" cy="3469752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Applying Security on Your Website Through Wordfence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5558"/>
              <a:ext cx="12216316" cy="2586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You’ve deployed WordPress in a live environment via cPanel/DirectAdmin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Your site is now mature - issues are rare, but when they occur, you handle them directly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your WordPress Dashboard, go to Plugins → Add New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If any old security plugin exists, click Delete to remove it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566420" y="-2440940"/>
            <a:ext cx="5266690" cy="7035800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202" y="2704911"/>
            <a:ext cx="5821680" cy="4787265"/>
            <a:chOff x="0" y="85725"/>
            <a:chExt cx="7762239" cy="6383019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7696787" cy="1148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Wordfence</a:t>
              </a:r>
              <a:endPara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609725"/>
              <a:ext cx="7762239" cy="485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Add Plugins, search for security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Locate Wordfence Security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Install Now, then Activate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16" name="Text Box 15"/>
          <p:cNvSpPr txBox="1"/>
          <p:nvPr/>
        </p:nvSpPr>
        <p:spPr>
          <a:xfrm>
            <a:off x="838200" y="876300"/>
            <a:ext cx="4820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</a:rPr>
              <a:t>Step 1</a:t>
            </a:r>
            <a:endParaRPr lang="en-US" sz="4400" b="1">
              <a:solidFill>
                <a:srgbClr val="F7B4A7"/>
              </a:solidFill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9" name="Picture 8" descr="78E139E1-9B80-4B72-BC79-E0DA716953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820" y="495300"/>
            <a:ext cx="10841355" cy="4380865"/>
          </a:xfrm>
          <a:prstGeom prst="rect">
            <a:avLst/>
          </a:prstGeom>
        </p:spPr>
      </p:pic>
      <p:pic>
        <p:nvPicPr>
          <p:cNvPr id="10" name="Picture 9" descr="2B9604C0-B70A-41EE-B8F4-6AE38B96AE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310" y="5067300"/>
            <a:ext cx="10730865" cy="49536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202" y="2704911"/>
            <a:ext cx="5821680" cy="5828665"/>
            <a:chOff x="0" y="85725"/>
            <a:chExt cx="7762239" cy="7771552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7696787" cy="1148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Get Your License</a:t>
              </a:r>
              <a:endPara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609725"/>
              <a:ext cx="7762239" cy="6247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activation, click Get your Wordfence License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You’ll be redirected to Wordfence.com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Choose the Free Plan and select “I’m OK waiting 30 days for protection from new trends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16" name="Text Box 15"/>
          <p:cNvSpPr txBox="1"/>
          <p:nvPr/>
        </p:nvSpPr>
        <p:spPr>
          <a:xfrm>
            <a:off x="838200" y="876300"/>
            <a:ext cx="4820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</a:rPr>
              <a:t>Step 2</a:t>
            </a:r>
            <a:endParaRPr lang="en-US" sz="4400" b="1">
              <a:solidFill>
                <a:srgbClr val="F7B4A7"/>
              </a:solidFill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2" name="Picture 1" descr="6B9B97FF-4072-430B-969F-0C436D66C00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905" y="342900"/>
            <a:ext cx="10864850" cy="4016375"/>
          </a:xfrm>
          <a:prstGeom prst="rect">
            <a:avLst/>
          </a:prstGeom>
        </p:spPr>
      </p:pic>
      <p:pic>
        <p:nvPicPr>
          <p:cNvPr id="6" name="Picture 5" descr="7F6F6953-D4D3-4AC8-9669-1C99FFA12AF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870" y="4610100"/>
            <a:ext cx="3263900" cy="5213350"/>
          </a:xfrm>
          <a:prstGeom prst="rect">
            <a:avLst/>
          </a:prstGeom>
        </p:spPr>
      </p:pic>
      <p:pic>
        <p:nvPicPr>
          <p:cNvPr id="8" name="Picture 7" descr="03C2A9C0-6FC4-4FCA-BF54-549D0C7796A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85" y="4762500"/>
            <a:ext cx="7332980" cy="3684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202" y="1714311"/>
            <a:ext cx="5821680" cy="7111365"/>
            <a:chOff x="0" y="85725"/>
            <a:chExt cx="7762239" cy="9481819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7696787" cy="2297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Register &amp; Install License</a:t>
              </a:r>
              <a:endPara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25725"/>
              <a:ext cx="7762239" cy="69418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 your Email Address and click Register.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Check your email for the license key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the email, click Install my License Automatically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l">
                <a:lnSpc>
                  <a:spcPts val="4060"/>
                </a:lnSpc>
                <a:buNone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16" name="Text Box 15"/>
          <p:cNvSpPr txBox="1"/>
          <p:nvPr/>
        </p:nvSpPr>
        <p:spPr>
          <a:xfrm>
            <a:off x="838200" y="495300"/>
            <a:ext cx="4820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</a:rPr>
              <a:t>Step 3</a:t>
            </a:r>
            <a:endParaRPr lang="en-US" sz="4400" b="1">
              <a:solidFill>
                <a:srgbClr val="F7B4A7"/>
              </a:solidFill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6" name="Picture 5" descr="B22E9359-CA1B-4A85-98A1-054B64D03D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955" y="342900"/>
            <a:ext cx="10749280" cy="4999355"/>
          </a:xfrm>
          <a:prstGeom prst="rect">
            <a:avLst/>
          </a:prstGeom>
        </p:spPr>
      </p:pic>
      <p:pic>
        <p:nvPicPr>
          <p:cNvPr id="8" name="Picture 7" descr="2A8FF0A2-8CC1-4084-9B8D-077CBEDF58B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6134100"/>
            <a:ext cx="10789920" cy="383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202" y="1714311"/>
            <a:ext cx="5821680" cy="5028566"/>
            <a:chOff x="0" y="85725"/>
            <a:chExt cx="7762239" cy="6704753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7696787" cy="2297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Wordfence Dashboard</a:t>
              </a:r>
              <a:endPara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25725"/>
              <a:ext cx="7762239" cy="41647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 the Wordfence page, click Install License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14350" indent="-514350" algn="l">
                <a:lnSpc>
                  <a:spcPts val="4060"/>
                </a:lnSpc>
                <a:buAutoNum type="arabicPeriod"/>
              </a:pPr>
              <a:r>
                <a:rPr lang="en-US" sz="29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installation, the Wordfence Dashboard appears with security status and alerts</a:t>
              </a:r>
              <a:endParaRPr lang="en-US" sz="29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16" name="Text Box 15"/>
          <p:cNvSpPr txBox="1"/>
          <p:nvPr/>
        </p:nvSpPr>
        <p:spPr>
          <a:xfrm>
            <a:off x="838200" y="495300"/>
            <a:ext cx="4820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</a:rPr>
              <a:t>Step 4</a:t>
            </a:r>
            <a:endParaRPr lang="en-US" sz="4400" b="1">
              <a:solidFill>
                <a:srgbClr val="F7B4A7"/>
              </a:solidFill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2" name="Picture 1" descr="55744DA0-43F4-4205-B2D7-C0C3A5EFB8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065" y="190500"/>
            <a:ext cx="9869805" cy="4454525"/>
          </a:xfrm>
          <a:prstGeom prst="rect">
            <a:avLst/>
          </a:prstGeom>
        </p:spPr>
      </p:pic>
      <p:pic>
        <p:nvPicPr>
          <p:cNvPr id="9" name="Picture 8" descr="EE62E541-E71B-4E6F-981E-7303478EF8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40" y="4991100"/>
            <a:ext cx="10621010" cy="4864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4400" y="4076700"/>
            <a:ext cx="5772785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Successfully Activated</a:t>
            </a:r>
            <a:endParaRPr lang="en-US" sz="5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16" name="Text Box 15"/>
          <p:cNvSpPr txBox="1"/>
          <p:nvPr/>
        </p:nvSpPr>
        <p:spPr>
          <a:xfrm>
            <a:off x="838200" y="495300"/>
            <a:ext cx="4820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</a:rPr>
              <a:t>Step 5</a:t>
            </a:r>
            <a:endParaRPr lang="en-US" sz="4400" b="1">
              <a:solidFill>
                <a:srgbClr val="F7B4A7"/>
              </a:solidFill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6" name="Picture 5" descr="A9FAFDB3-0BFE-422B-BD88-28580FF4B6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615" y="190500"/>
            <a:ext cx="10643870" cy="5102225"/>
          </a:xfrm>
          <a:prstGeom prst="rect">
            <a:avLst/>
          </a:prstGeom>
        </p:spPr>
      </p:pic>
      <p:pic>
        <p:nvPicPr>
          <p:cNvPr id="8" name="Picture 7" descr="F53DA102-206A-47CC-8FAC-FB11786E48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70" y="5676900"/>
            <a:ext cx="10601960" cy="4409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619500"/>
            <a:ext cx="8382635" cy="2585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Installing Other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Plugins</a:t>
            </a:r>
            <a:endParaRPr lang="en-US" sz="6400" b="1">
              <a:solidFill>
                <a:schemeClr val="accent6">
                  <a:lumMod val="60000"/>
                  <a:lumOff val="40000"/>
                </a:schemeClr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5181600" y="800100"/>
            <a:ext cx="9131935" cy="2627814"/>
            <a:chOff x="0" y="252416"/>
            <a:chExt cx="12216316" cy="2176336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Install Classic Editor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5558"/>
              <a:ext cx="12216316" cy="1293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Plugins → Add New, search Classic Editor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Install Now, then Activate.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566420" y="-2440940"/>
            <a:ext cx="5266690" cy="7035800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" name="Picture 1" descr="BA57F7B5-B5E6-41F0-B497-07547A32211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838700"/>
            <a:ext cx="9506585" cy="4366260"/>
          </a:xfrm>
          <a:prstGeom prst="rect">
            <a:avLst/>
          </a:prstGeom>
        </p:spPr>
      </p:pic>
      <p:pic>
        <p:nvPicPr>
          <p:cNvPr id="6" name="Picture 5" descr="DE9CA30E-E29F-4201-BDA8-0DEEED6FBD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25" y="4838700"/>
            <a:ext cx="811403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451860"/>
            <a:ext cx="8382635" cy="4308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Creating your Own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Website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 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" panose="020B0503030202020304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81000" y="1333500"/>
            <a:ext cx="13622655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</a:pPr>
            <a:r>
              <a:rPr lang="en-US" sz="5400" b="1" u="none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Customize Your Site</a:t>
            </a:r>
            <a:endParaRPr lang="en-US" sz="5400" b="1" u="none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1000" y="2781300"/>
            <a:ext cx="660844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With security in place, proceed to content and theme customization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1.) Simple Post</a:t>
            </a:r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In Posts → Add New, enter a title and content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Click Publish to make it live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/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sp>
        <p:nvSpPr>
          <p:cNvPr id="7" name="AutoShape 2"/>
          <p:cNvSpPr/>
          <p:nvPr/>
        </p:nvSpPr>
        <p:spPr>
          <a:xfrm rot="-5400000">
            <a:off x="25673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pic>
        <p:nvPicPr>
          <p:cNvPr id="2" name="Picture 1" descr="CFEEB8D6-E84C-40E9-911E-F5C46DBBC46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0" y="495300"/>
            <a:ext cx="10206990" cy="4969510"/>
          </a:xfrm>
          <a:prstGeom prst="rect">
            <a:avLst/>
          </a:prstGeom>
        </p:spPr>
      </p:pic>
      <p:pic>
        <p:nvPicPr>
          <p:cNvPr id="9" name="Picture 8" descr="11175BF5-2C83-43A7-8378-0B0F27CFEA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575" y="5600700"/>
            <a:ext cx="10152380" cy="45999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792016" y="5136757"/>
            <a:ext cx="10257527" cy="0"/>
          </a:xfrm>
          <a:prstGeom prst="line">
            <a:avLst/>
          </a:prstGeom>
          <a:ln w="28575" cap="rnd">
            <a:solidFill>
              <a:srgbClr val="2B4B8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 Box 4"/>
          <p:cNvSpPr txBox="1"/>
          <p:nvPr/>
        </p:nvSpPr>
        <p:spPr>
          <a:xfrm>
            <a:off x="152400" y="1485900"/>
            <a:ext cx="6608445" cy="5877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sz="3200" b="1"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2.) Change Theme</a:t>
            </a:r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Go to Appearance → Themes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Activate the Twenty Twenty-Three theme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Visit Posts → All Posts to see the default “Hello World” post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Trash it or edit as needed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28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4" name="Picture 3" descr="C4CE0478-0C5D-4E81-AF6B-C3B2EA219AF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5546090"/>
            <a:ext cx="11101070" cy="4131310"/>
          </a:xfrm>
          <a:prstGeom prst="rect">
            <a:avLst/>
          </a:prstGeom>
        </p:spPr>
      </p:pic>
      <p:pic>
        <p:nvPicPr>
          <p:cNvPr id="6" name="Picture 5" descr="B10F6605-97A8-4D47-A08B-C33E652205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530" y="419100"/>
            <a:ext cx="11064875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/>
        </p:nvSpPr>
        <p:spPr>
          <a:xfrm rot="-5400000">
            <a:off x="18815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sp>
        <p:nvSpPr>
          <p:cNvPr id="6" name="Text Box 5"/>
          <p:cNvSpPr txBox="1"/>
          <p:nvPr/>
        </p:nvSpPr>
        <p:spPr>
          <a:xfrm>
            <a:off x="228600" y="2019300"/>
            <a:ext cx="660844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sz="3200" b="1"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3.) Simple Post with Image</a:t>
            </a:r>
            <a:endParaRPr lang="en-US" sz="3200" b="1"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Save your image locally</a:t>
            </a: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Edit an existing post or create a new one</a:t>
            </a: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Click Add Media, upload your image, then Update</a:t>
            </a: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sz="28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pic>
        <p:nvPicPr>
          <p:cNvPr id="8" name="Picture 7" descr="AC979E90-F80A-48EB-8970-AF69CF8FA5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4230" y="266700"/>
            <a:ext cx="10972165" cy="4359910"/>
          </a:xfrm>
          <a:prstGeom prst="rect">
            <a:avLst/>
          </a:prstGeom>
        </p:spPr>
      </p:pic>
      <p:pic>
        <p:nvPicPr>
          <p:cNvPr id="10" name="Picture 9" descr="C648AF68-AD04-4FA4-BD79-2F3657E4DE6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85" y="5067300"/>
            <a:ext cx="1098486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57200" y="1790700"/>
            <a:ext cx="70110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sz="3200" b="1"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 Resize Image</a:t>
            </a:r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+mn-ea"/>
              </a:rPr>
              <a:t>To resize, click the image in the editor, choose Edit, and adjust dimensions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/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sp>
        <p:nvSpPr>
          <p:cNvPr id="7" name="AutoShape 2"/>
          <p:cNvSpPr/>
          <p:nvPr/>
        </p:nvSpPr>
        <p:spPr>
          <a:xfrm rot="-5400000">
            <a:off x="2567351" y="5143107"/>
            <a:ext cx="10257527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sp>
      <p:pic>
        <p:nvPicPr>
          <p:cNvPr id="3" name="Picture 2" descr="7FDF0FC4-67D5-4520-B9FB-B64FA9370C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0" y="266700"/>
            <a:ext cx="8093710" cy="4925060"/>
          </a:xfrm>
          <a:prstGeom prst="rect">
            <a:avLst/>
          </a:prstGeom>
        </p:spPr>
      </p:pic>
      <p:pic>
        <p:nvPicPr>
          <p:cNvPr id="4" name="Picture 3" descr="C10FEF50-9573-4C15-8846-E10B5A3703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5524500"/>
            <a:ext cx="10109835" cy="46710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33400" y="1104900"/>
            <a:ext cx="701865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sz="3200" b="1"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4.) Simple Post with Video</a:t>
            </a:r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Best practice: host video on YouTube to save space.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Copy the YouTube link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In the post editor, paste the link where you want the video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Click Update to embed and publish</a:t>
            </a:r>
            <a:endParaRPr lang="en-US" sz="28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982200" y="1028700"/>
            <a:ext cx="701865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r>
              <a:rPr lang="en-US" sz="3200" b="1"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 Bold"/>
                <a:ea typeface="Clear Sans Bold"/>
                <a:cs typeface="Clear Sans Bold"/>
              </a:rPr>
              <a:t>Copyright Reminder</a:t>
            </a:r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Always use original content or properly licensed media.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Avoid copying other sites’ material to prevent legal issues and blacklisting.</a:t>
            </a: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Use tools like ChatGPT for drafting unique content.h</a:t>
            </a:r>
            <a:endParaRPr lang="en-US" sz="2800" b="1"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</p:txBody>
      </p:sp>
      <p:sp>
        <p:nvSpPr>
          <p:cNvPr id="7" name="Freeform 4"/>
          <p:cNvSpPr/>
          <p:nvPr/>
        </p:nvSpPr>
        <p:spPr>
          <a:xfrm>
            <a:off x="-2362423" y="7048211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3123999" y="7886450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6"/>
          <p:cNvSpPr/>
          <p:nvPr/>
        </p:nvSpPr>
        <p:spPr>
          <a:xfrm>
            <a:off x="7543667" y="8115179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/>
          <p:cNvSpPr/>
          <p:nvPr/>
        </p:nvSpPr>
        <p:spPr>
          <a:xfrm>
            <a:off x="11430039" y="895356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848553" y="266440"/>
          <a:ext cx="9485630" cy="802894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595630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Posts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7596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All Posts: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View, edit, or trash existing posts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Create a new blog post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Categories &amp; Tags</a:t>
                      </a: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Organize content for easy navigation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115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Media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910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Library: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Browse and manage images, videos, and files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Upload new media items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Edit Details: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Modify metadata, captions, alt text, and file names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 rot="0">
            <a:off x="1295402" y="2704911"/>
            <a:ext cx="5772591" cy="4012817"/>
            <a:chOff x="143933" y="121285"/>
            <a:chExt cx="7696787" cy="5350422"/>
          </a:xfrm>
        </p:grpSpPr>
        <p:sp>
          <p:nvSpPr>
            <p:cNvPr id="4" name="TextBox 4"/>
            <p:cNvSpPr txBox="1"/>
            <p:nvPr/>
          </p:nvSpPr>
          <p:spPr>
            <a:xfrm>
              <a:off x="143933" y="121285"/>
              <a:ext cx="7696787" cy="3446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6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WordPress Dashboard Overview</a:t>
              </a:r>
              <a:endPara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8333" y="4084021"/>
              <a:ext cx="5972555" cy="1387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Let’s Explore all this from the Dashboard !</a:t>
              </a:r>
              <a:endParaRPr lang="en-US" sz="29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graphicFrame>
        <p:nvGraphicFramePr>
          <p:cNvPr id="7" name="Table 2"/>
          <p:cNvGraphicFramePr>
            <a:graphicFrameLocks noGrp="1"/>
          </p:cNvGraphicFramePr>
          <p:nvPr/>
        </p:nvGraphicFramePr>
        <p:xfrm>
          <a:off x="7848553" y="4914640"/>
          <a:ext cx="9485630" cy="471424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595630">
                <a:tc>
                  <a:txBody>
                    <a:bodyPr rtlCol="0"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Pages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7596">
                <a:tc>
                  <a:txBody>
                    <a:bodyPr rtlCol="0"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All Pages: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View, edit, or delete static pages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 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Create landing pages or site sections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Quick Edit: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Change title/slug/status without opening the editor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115">
                <a:tc>
                  <a:txBody>
                    <a:bodyPr rtlCol="0"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Comments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910">
                <a:tc>
                  <a:txBody>
                    <a:bodyPr rtlCol="0"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Moderation Queue: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Approve, reply, or mark comments as spam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Comment Settings: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Control who can comment and when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Bulk Actions: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Quickly manage multiple comments at once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924753" y="876040"/>
          <a:ext cx="9485630" cy="802894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595630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Appearance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7596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Themes: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Install, preview, and activate new themes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Customize: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Live-preview site settings like colors, header, and widgets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Widgets &amp; Menus: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Add sidebar content and configure navigation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Theme Editor: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(Advanced) Edit theme files directly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840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Plugins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910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Installed Plugins: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Activate, deactivate, update, or delete plugins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Search the WordPress repository for functionality extensions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Plugin Settings: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Access individual plugin configuration pages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 rot="0">
            <a:off x="1295402" y="2704911"/>
            <a:ext cx="5772591" cy="4012817"/>
            <a:chOff x="143933" y="121285"/>
            <a:chExt cx="7696787" cy="5350422"/>
          </a:xfrm>
        </p:grpSpPr>
        <p:sp>
          <p:nvSpPr>
            <p:cNvPr id="4" name="TextBox 4"/>
            <p:cNvSpPr txBox="1"/>
            <p:nvPr/>
          </p:nvSpPr>
          <p:spPr>
            <a:xfrm>
              <a:off x="143933" y="121285"/>
              <a:ext cx="7696787" cy="3446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6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WordPress Dashboard Overview</a:t>
              </a:r>
              <a:endPara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8333" y="4084021"/>
              <a:ext cx="5972555" cy="1387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Let’s Explore all this from the Dashboard !</a:t>
              </a:r>
              <a:endParaRPr lang="en-US" sz="29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graphicFrame>
        <p:nvGraphicFramePr>
          <p:cNvPr id="7" name="Table 2"/>
          <p:cNvGraphicFramePr>
            <a:graphicFrameLocks noGrp="1"/>
          </p:cNvGraphicFramePr>
          <p:nvPr/>
        </p:nvGraphicFramePr>
        <p:xfrm>
          <a:off x="8077200" y="6717665"/>
          <a:ext cx="9485630" cy="272288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878840">
                <a:tc>
                  <a:txBody>
                    <a:bodyPr rtlCol="0"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Users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8280">
                <a:tc>
                  <a:txBody>
                    <a:bodyPr rtlCol="0"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All Users: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View and edit user profiles and roles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Invite new contributors, editors, or administrators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Your Profile: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Update personal details, password, and editor preferences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924753" y="876040"/>
          <a:ext cx="9485630" cy="802894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595630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Tools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7596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Import/Export: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Move content in and out of your site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Site Health: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Check diagnostics and recommended improvements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Export Personal Data: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Comply with data requests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840"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Settings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910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General: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Site title, tagline, URL, and email address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Writing &amp; Reading: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Configure default post settings and front page display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Discussion: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Manage comment policies and moderation rules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Media: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Define image sizes and organization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Permalinks: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Customize URL structures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Privacy: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Set your privacy policy page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 rot="0">
            <a:off x="1295402" y="2704911"/>
            <a:ext cx="5772591" cy="4012817"/>
            <a:chOff x="143933" y="121285"/>
            <a:chExt cx="7696787" cy="5350422"/>
          </a:xfrm>
        </p:grpSpPr>
        <p:sp>
          <p:nvSpPr>
            <p:cNvPr id="4" name="TextBox 4"/>
            <p:cNvSpPr txBox="1"/>
            <p:nvPr/>
          </p:nvSpPr>
          <p:spPr>
            <a:xfrm>
              <a:off x="143933" y="121285"/>
              <a:ext cx="7696787" cy="3446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6400" b="1">
                  <a:solidFill>
                    <a:srgbClr val="94DDD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WordPress Dashboard Overview</a:t>
              </a:r>
              <a:endPara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8333" y="4084021"/>
              <a:ext cx="5972555" cy="1387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Let’s Explore all this from the Dashboard !</a:t>
              </a:r>
              <a:endParaRPr lang="en-US" sz="29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graphicFrame>
        <p:nvGraphicFramePr>
          <p:cNvPr id="7" name="Table 2"/>
          <p:cNvGraphicFramePr>
            <a:graphicFrameLocks noGrp="1"/>
          </p:cNvGraphicFramePr>
          <p:nvPr/>
        </p:nvGraphicFramePr>
        <p:xfrm>
          <a:off x="8077200" y="7153275"/>
          <a:ext cx="9485630" cy="2722880"/>
        </p:xfrm>
        <a:graphic>
          <a:graphicData uri="http://schemas.openxmlformats.org/drawingml/2006/table">
            <a:tbl>
              <a:tblPr/>
              <a:tblGrid>
                <a:gridCol w="9485630"/>
              </a:tblGrid>
              <a:tr h="878840">
                <a:tc>
                  <a:txBody>
                    <a:bodyPr rtlCol="0"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Users</a:t>
                      </a:r>
                      <a:endParaRPr lang="en-US" sz="28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0">
                <a:tc>
                  <a:txBody>
                    <a:bodyPr rtlCol="0"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All Users: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 View and edit user profiles and roles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Add New: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Invite new contributors, editors, or administrators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Your Profile: </a:t>
                      </a:r>
                      <a:r>
                        <a:rPr lang="en-US" sz="2400">
                          <a:solidFill>
                            <a:srgbClr val="FEFEF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Update personal details, password, and editor preferences</a:t>
                      </a:r>
                      <a:endParaRPr lang="en-US" sz="2400">
                        <a:solidFill>
                          <a:srgbClr val="FEFEF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853555" y="419100"/>
            <a:ext cx="10690225" cy="9397004"/>
            <a:chOff x="0" y="252416"/>
            <a:chExt cx="12216316" cy="7781872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WordPress Themes 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5558"/>
              <a:ext cx="12216316" cy="689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Free Themes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Limited customization options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No demo content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Average design quality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Pro Versions of Free Themes (Paid Upgrades)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Expanded customization options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Occasional demo content imports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Average design quality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Starter templates in some cases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Premium Themes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Fully paid, professional themes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Extensive customization controls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Superior design quality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Bundled premium plugins/features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One-click demo installer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Plug-and-play functionality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2" name="Freeform 3"/>
          <p:cNvSpPr/>
          <p:nvPr/>
        </p:nvSpPr>
        <p:spPr>
          <a:xfrm>
            <a:off x="1523813" y="4686442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2"/>
          <p:cNvSpPr/>
          <p:nvPr/>
        </p:nvSpPr>
        <p:spPr>
          <a:xfrm>
            <a:off x="1851762" y="1468613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/>
          <p:cNvSpPr/>
          <p:nvPr/>
        </p:nvSpPr>
        <p:spPr>
          <a:xfrm>
            <a:off x="12443088" y="-1095217"/>
            <a:ext cx="6414740" cy="66317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3"/>
          <p:cNvGrpSpPr/>
          <p:nvPr/>
        </p:nvGrpSpPr>
        <p:grpSpPr>
          <a:xfrm rot="0">
            <a:off x="990600" y="1181100"/>
            <a:ext cx="10690225" cy="7834903"/>
            <a:chOff x="0" y="252416"/>
            <a:chExt cx="12216316" cy="6488261"/>
          </a:xfrm>
        </p:grpSpPr>
        <p:sp>
          <p:nvSpPr>
            <p:cNvPr id="6" name="TextBox 4"/>
            <p:cNvSpPr txBox="1"/>
            <p:nvPr/>
          </p:nvSpPr>
          <p:spPr>
            <a:xfrm>
              <a:off x="0" y="252416"/>
              <a:ext cx="12216316" cy="713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WordPress Themes 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0" y="1135558"/>
              <a:ext cx="12216316" cy="5605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 b="1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Premium Theme Marketplaces</a:t>
              </a:r>
              <a:endParaRPr lang="en-US" sz="2900" b="1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ThemeForest.net: Largest marketplace with thousands of premium themes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Top Seller: Avada – versatile, feature-rich, highly customizable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 b="1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Introducing Elementor</a:t>
              </a:r>
              <a:endParaRPr lang="en-US" sz="2900" b="1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 Plugins → Add New, search Elementor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Install Now, then Activate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Add New Page → Click Edit with Elementor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 b="1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Next Steps</a:t>
              </a:r>
              <a:endParaRPr lang="en-US" sz="2900" b="1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Experiment with Elementor templates and global styles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Explore advanced widgets: Forms, Sliders, and Popups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chemeClr val="accent2">
                      <a:lumMod val="75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Review Elementor documentation and community tutorials</a:t>
              </a:r>
              <a:endParaRPr lang="en-US" sz="2900">
                <a:solidFill>
                  <a:schemeClr val="accent2">
                    <a:lumMod val="75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519555" y="3258185"/>
            <a:ext cx="7312660" cy="202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Do you have any questions?</a:t>
            </a:r>
            <a:endParaRPr lang="en-US" sz="8000" b="1" spc="-88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7306</Words>
  <Application>WPS Presentation</Application>
  <PresentationFormat>On-screen Show (4:3)</PresentationFormat>
  <Paragraphs>371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Arial</vt:lpstr>
      <vt:lpstr>SimSun</vt:lpstr>
      <vt:lpstr>Wingdings</vt:lpstr>
      <vt:lpstr>Clear Sans Bold</vt:lpstr>
      <vt:lpstr>Thonburi</vt:lpstr>
      <vt:lpstr>Clear Sans</vt:lpstr>
      <vt:lpstr>Wingdings</vt:lpstr>
      <vt:lpstr>Arial</vt:lpstr>
      <vt:lpstr>Clear Sans Medium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74</cp:revision>
  <dcterms:created xsi:type="dcterms:W3CDTF">2025-10-14T17:32:37Z</dcterms:created>
  <dcterms:modified xsi:type="dcterms:W3CDTF">2025-10-14T17:32:37Z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