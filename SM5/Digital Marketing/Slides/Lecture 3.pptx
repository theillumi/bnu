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6" r:id="rId3"/>
    <p:sldId id="280" r:id="rId4"/>
    <p:sldId id="264" r:id="rId5"/>
    <p:sldId id="349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5" r:id="rId20"/>
    <p:sldId id="364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414" r:id="rId41"/>
  </p:sldIdLst>
  <p:sldSz cx="18288000" cy="10287000"/>
  <p:notesSz cx="6858000" cy="9144000"/>
  <p:embeddedFontLst>
    <p:embeddedFont>
      <p:font typeface="Clear Sans" panose="020B05030302020203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74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font" Target="fonts/font1.fntdata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jpeg"/><Relationship Id="rId1" Type="http://schemas.openxmlformats.org/officeDocument/2006/relationships/image" Target="../media/image4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jpeg"/><Relationship Id="rId1" Type="http://schemas.openxmlformats.org/officeDocument/2006/relationships/image" Target="../media/image4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svg"/><Relationship Id="rId1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305680" y="2868295"/>
            <a:ext cx="9542265" cy="3037863"/>
            <a:chOff x="-515007" y="271560"/>
            <a:chExt cx="11797412" cy="4050386"/>
          </a:xfrm>
        </p:grpSpPr>
        <p:sp>
          <p:nvSpPr>
            <p:cNvPr id="3" name="TextBox 3"/>
            <p:cNvSpPr txBox="1"/>
            <p:nvPr/>
          </p:nvSpPr>
          <p:spPr>
            <a:xfrm>
              <a:off x="-327227" y="1387410"/>
              <a:ext cx="11609632" cy="13673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48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Module 1: WEBSITE CREATION</a:t>
              </a:r>
              <a:r>
                <a:rPr lang="en-US" sz="72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endParaRPr lang="en-US" sz="72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515007" y="271560"/>
              <a:ext cx="10956112" cy="574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 Complete Guide To</a:t>
              </a:r>
              <a:endParaRPr lang="en-US" sz="2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785" y="3508319"/>
              <a:ext cx="10956112" cy="813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60"/>
                </a:lnSpc>
              </a:pPr>
              <a:endParaRPr lang="en-US" sz="3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09632" y="4991195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38273" y="7124421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1899" y="1817370"/>
            <a:ext cx="9179026" cy="7161057"/>
            <a:chOff x="-481142" y="617251"/>
            <a:chExt cx="13024306" cy="4861401"/>
          </a:xfrm>
        </p:grpSpPr>
        <p:sp>
          <p:nvSpPr>
            <p:cNvPr id="4" name="TextBox 4"/>
            <p:cNvSpPr txBox="1"/>
            <p:nvPr/>
          </p:nvSpPr>
          <p:spPr>
            <a:xfrm>
              <a:off x="-481142" y="617251"/>
              <a:ext cx="13024306" cy="58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Agenda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72876" y="1944226"/>
              <a:ext cx="12478551" cy="3534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the Website Importance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Website Basics 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Website Creation Tools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Installing WordPress on Localhost using FlyWheel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 WordPress on Localhost using XAMPP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Applying Security on Your Website Through Wordfence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Installling Other Plugins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Creating your Own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8382000" y="2933700"/>
            <a:ext cx="7955280" cy="1132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4060"/>
              </a:lnSpc>
              <a:defRPr/>
            </a:pPr>
            <a:r>
              <a:rPr lang="en-US"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KEY TOPICS DISCUSSED IN THIS PRESENTATION</a:t>
            </a: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algn="l">
              <a:lnSpc>
                <a:spcPts val="4060"/>
              </a:lnSpc>
              <a:defRPr/>
            </a:pP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grpSp>
        <p:nvGrpSpPr>
          <p:cNvPr id="7" name="Group 2"/>
          <p:cNvGrpSpPr/>
          <p:nvPr/>
        </p:nvGrpSpPr>
        <p:grpSpPr>
          <a:xfrm rot="0">
            <a:off x="1309758" y="1817226"/>
            <a:ext cx="6060519" cy="6652549"/>
            <a:chOff x="0" y="0"/>
            <a:chExt cx="8080692" cy="8870065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4"/>
            <p:cNvSpPr/>
            <p:nvPr/>
          </p:nvSpPr>
          <p:spPr>
            <a:xfrm>
              <a:off x="1428290" y="1054304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5"/>
            <p:cNvSpPr/>
            <p:nvPr/>
          </p:nvSpPr>
          <p:spPr>
            <a:xfrm>
              <a:off x="2914631" y="2039937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1" y="0"/>
                  </a:lnTo>
                  <a:lnTo>
                    <a:pt x="5166061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43088" y="-1095217"/>
            <a:ext cx="6414740" cy="66317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914400" y="2095500"/>
            <a:ext cx="10962640" cy="3734770"/>
            <a:chOff x="0" y="68792"/>
            <a:chExt cx="12759220" cy="4979783"/>
          </a:xfrm>
        </p:grpSpPr>
        <p:sp>
          <p:nvSpPr>
            <p:cNvPr id="4" name="TextBox 4"/>
            <p:cNvSpPr txBox="1"/>
            <p:nvPr/>
          </p:nvSpPr>
          <p:spPr>
            <a:xfrm>
              <a:off x="0" y="68792"/>
              <a:ext cx="12759220" cy="1148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Localhost Practice Options</a:t>
              </a:r>
              <a:endParaRPr lang="en-US" sz="6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8026"/>
              <a:ext cx="12759220" cy="3470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When you don’t have live hosting/domain: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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Local by Flywheel (easiest)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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XAMPP + WordPress manual install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Both let you spin up a Wordpress site entirely on your own computer before going live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390900"/>
            <a:ext cx="8382635" cy="4308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Installing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WordPress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on Localhost using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FlyWheel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3930822"/>
            <a:chOff x="0" y="85725"/>
            <a:chExt cx="6507166" cy="470334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Navigate to Local WP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726984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Open your browser and search for Local WP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the LocalWP website link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15" name="Picture 14" descr="3F70D5CF-E22C-4FBA-AB85-BC916DF99427"/>
          <p:cNvPicPr>
            <a:picLocks noChangeAspect="1"/>
          </p:cNvPicPr>
          <p:nvPr/>
        </p:nvPicPr>
        <p:blipFill>
          <a:blip r:embed="rId1"/>
          <a:srcRect r="21358" b="23464"/>
          <a:stretch>
            <a:fillRect/>
          </a:stretch>
        </p:blipFill>
        <p:spPr>
          <a:xfrm>
            <a:off x="7162800" y="1562100"/>
            <a:ext cx="10186670" cy="656590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2157267"/>
            <a:chOff x="0" y="85725"/>
            <a:chExt cx="6507166" cy="258123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Download Local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 the LocalWP homepage, click Download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2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B6A5CA89-C061-4FCF-9E94-B998D8E34E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0" y="1943100"/>
            <a:ext cx="11337290" cy="5034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2803697"/>
            <a:chOff x="0" y="85725"/>
            <a:chExt cx="6507166" cy="335470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Choose Platform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1804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Select your operating system: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71550" lvl="1" indent="-5143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Windows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71550" lvl="1" indent="-51435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Mac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3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222B8D78-DCE0-4D77-A3A8-E96E2CAC92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952500"/>
            <a:ext cx="10991215" cy="7520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3449492"/>
            <a:chOff x="0" y="85725"/>
            <a:chExt cx="6507166" cy="41274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Enter Details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2577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Provide your Name and Email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Proceed to start downloading the installer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4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877DE92E-1DC4-42B6-A859-0492078F71B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1866900"/>
            <a:ext cx="10979150" cy="6732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4742352"/>
            <a:chOff x="0" y="85725"/>
            <a:chExt cx="6507166" cy="5674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Local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4124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Open the downloaded installer file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Follow the on-screen instructions to install Local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When prompted, drag Local into your Applications folder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5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D49DB051-838B-4F2D-A5A8-37E146E973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1638300"/>
            <a:ext cx="10812780" cy="6722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3449492"/>
            <a:chOff x="0" y="85725"/>
            <a:chExt cx="6507166" cy="41274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Launch Local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2577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the Local icon to launch the app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When asked, click Open to allow the application to run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6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4BB7CFF6-D183-4A26-874B-9EBB8B2546B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952500"/>
            <a:ext cx="10185400" cy="797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2157267"/>
            <a:chOff x="0" y="85725"/>
            <a:chExt cx="6507166" cy="258123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Accept Terms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Read and Agree to the LocalWP Terms and Conditions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7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9BEA4CFD-8DB9-4C5B-B772-0A3791B53E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680" y="647700"/>
            <a:ext cx="10726420" cy="8841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2587797"/>
            <a:chOff x="0" y="85725"/>
            <a:chExt cx="6507166" cy="309637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Create Account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15461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Select Create a free account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Fill in your details and submit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8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5F8807BC-3AA9-4806-9A9E-0F042881D4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0" y="190500"/>
            <a:ext cx="7474585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3449492"/>
            <a:chOff x="0" y="85725"/>
            <a:chExt cx="6507166" cy="41274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Email Verification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35916"/>
              <a:ext cx="6507166" cy="2577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Check your email and click the verification link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Once verified, return to LocalWP and log in with your credentials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9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679A0061-E448-4C01-8BAE-AAE5E37232FC"/>
          <p:cNvPicPr>
            <a:picLocks noChangeAspect="1"/>
          </p:cNvPicPr>
          <p:nvPr/>
        </p:nvPicPr>
        <p:blipFill>
          <a:blip r:embed="rId1"/>
          <a:srcRect r="52971"/>
          <a:stretch>
            <a:fillRect/>
          </a:stretch>
        </p:blipFill>
        <p:spPr>
          <a:xfrm>
            <a:off x="7467600" y="571500"/>
            <a:ext cx="9987280" cy="8787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5073822"/>
            <a:chOff x="0" y="85725"/>
            <a:chExt cx="6507166" cy="607098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LocalWP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547672"/>
              <a:ext cx="6507166" cy="3609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Upon login, you’ll see the LocalWP overview page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Your LocalWP app shows site folders, database, and tools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Create a new site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10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CF39781D-5727-4EB2-A63B-62C9B7A846F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710" y="1409700"/>
            <a:ext cx="10861040" cy="70840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3804457"/>
            <a:chOff x="0" y="85725"/>
            <a:chExt cx="6507166" cy="45521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Site Name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544741"/>
              <a:ext cx="6507166" cy="309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a Site Name (any of your choice)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Continue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Choose Preferred environment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3F020B33-A64B-4487-9C2A-DADC4F9C9BC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205865"/>
            <a:ext cx="10287000" cy="3402330"/>
          </a:xfrm>
          <a:prstGeom prst="rect">
            <a:avLst/>
          </a:prstGeom>
        </p:spPr>
      </p:pic>
      <p:pic>
        <p:nvPicPr>
          <p:cNvPr id="6" name="Picture 5" descr="68C7FD8B-9C78-4A49-852B-139C0DBC3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5676900"/>
            <a:ext cx="9599930" cy="2729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10250" cy="2942762"/>
            <a:chOff x="0" y="85725"/>
            <a:chExt cx="6507166" cy="352110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WordPress Setup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544741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WordPress Username, Password, and Email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Continue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12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204F85BD-B8EB-4DA6-8BAD-2C3604D628FA_4_50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3009900"/>
            <a:ext cx="10336530" cy="281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019300"/>
            <a:ext cx="5824855" cy="6644812"/>
            <a:chOff x="-16357" y="85725"/>
            <a:chExt cx="6523523" cy="795071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Download &amp; Setup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65321"/>
              <a:ext cx="6507166" cy="56711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Local will automatically download and configure WordPress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Open Site to view your new WordPress installation in the browser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Keep LocalWP running in the background while you work on localhost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13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459F4DDC-C392-42A2-A92F-2DC4EEC9D0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2095500"/>
            <a:ext cx="10741025" cy="53917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Site will Open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C1E76B3E-6E1B-4A59-9A8C-58F54E26E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19300"/>
            <a:ext cx="17328515" cy="7548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019300"/>
            <a:ext cx="5824855" cy="3628562"/>
            <a:chOff x="-16357" y="85725"/>
            <a:chExt cx="6523523" cy="434168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6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Access WP‑Admin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65321"/>
              <a:ext cx="6507166" cy="2062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WP Admin in LocalWP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Log in with the credentials you set earlier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89915" y="61468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14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7586E666-7BE1-4E41-97CA-531EA2134C9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71500"/>
            <a:ext cx="8804910" cy="89909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24855" cy="2233467"/>
            <a:chOff x="-16357" y="85725"/>
            <a:chExt cx="6523523" cy="267241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WP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727092"/>
              <a:ext cx="6507166" cy="1031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logging in, you’ll see the WordPress Dashboard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15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B84BEFAD-0FA1-4510-A3A2-4A29A4C589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1943100"/>
            <a:ext cx="10853420" cy="54521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85800" y="2476500"/>
            <a:ext cx="5824855" cy="3525692"/>
            <a:chOff x="-16357" y="85725"/>
            <a:chExt cx="6523523" cy="421859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Enable Live Link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727092"/>
              <a:ext cx="6507166" cy="2577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LocalWP, toggle Live Link to generate a public URL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Copy the link and credentials displayed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16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5088F6B1-2C97-4BE5-BCE1-8E7E106BC9F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0" y="647700"/>
            <a:ext cx="9150350" cy="9063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09600" y="2857500"/>
            <a:ext cx="5824855" cy="3373292"/>
            <a:chOff x="-16357" y="85725"/>
            <a:chExt cx="6523523" cy="403624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31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Access Live Site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44741"/>
              <a:ext cx="6507166" cy="2577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Paste the Live Link into your browser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the WordPress credentials when prompted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17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 descr="20F272BD-1E74-4FF8-8964-E12B546C0F37"/>
          <p:cNvPicPr>
            <a:picLocks noChangeAspect="1"/>
          </p:cNvPicPr>
          <p:nvPr/>
        </p:nvPicPr>
        <p:blipFill>
          <a:blip r:embed="rId1"/>
          <a:srcRect l="8517" r="25764"/>
          <a:stretch>
            <a:fillRect/>
          </a:stretch>
        </p:blipFill>
        <p:spPr>
          <a:xfrm>
            <a:off x="7086600" y="2171700"/>
            <a:ext cx="10972800" cy="56483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589915" y="614680"/>
            <a:ext cx="9025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Site will open this way too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Picture 1" descr="7D8F101A-7919-4957-AEE8-E5C715CF8A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866900"/>
            <a:ext cx="16954500" cy="7334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390900"/>
            <a:ext cx="8072755" cy="4678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ct val="10000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Install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WordPress 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on Localhost using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XAMPP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810510"/>
            <a:ext cx="5824855" cy="3387021"/>
            <a:chOff x="-16357" y="85725"/>
            <a:chExt cx="6523523" cy="400755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Download XAMPP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44741"/>
              <a:ext cx="6507166" cy="25485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Open your browser and go to apachefriends.org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Download XAMPP for your OS (Windows/Mac/Linux)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7" name="Picture 6" descr="2977103A-7FE3-41A6-9294-4510E4021A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398145"/>
            <a:ext cx="10901045" cy="5166995"/>
          </a:xfrm>
          <a:prstGeom prst="rect">
            <a:avLst/>
          </a:prstGeom>
        </p:spPr>
      </p:pic>
      <p:pic>
        <p:nvPicPr>
          <p:cNvPr id="8" name="Picture 7" descr="92083341-BE16-49E9-BC54-08014909C9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5745480"/>
            <a:ext cx="11016615" cy="45510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2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679881"/>
            <a:chOff x="-16357" y="85725"/>
            <a:chExt cx="6523523" cy="553727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XAMPP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44741"/>
              <a:ext cx="6507166" cy="4078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Run the downloaded XAMPP installer.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Next through the prompts.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By default, XAMPP installs to C:\xampp (Windows) or /Applications/MAMP (Mac).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FDB55E4E-A09A-4D79-AFD8-9F5F52A409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800100"/>
            <a:ext cx="9961245" cy="8538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3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058852"/>
            <a:chOff x="-16357" y="85725"/>
            <a:chExt cx="6523523" cy="4802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XAMPP Control Panel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Launch XAMPP; you’ll see the Control Panel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panel shows modules: Apache, MySQL, etc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57A6F035-715C-49E6-866B-217FAAEF3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1257300"/>
            <a:ext cx="11141075" cy="7091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533400" y="14097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4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0865" y="3543300"/>
            <a:ext cx="5810250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6720"/>
              </a:lnSpc>
            </a:pPr>
            <a:r>
              <a: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Download WordPress AND Extract</a:t>
            </a:r>
            <a:endParaRPr lang="en-US" sz="54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TextBox 14"/>
          <p:cNvSpPr txBox="1"/>
          <p:nvPr/>
        </p:nvSpPr>
        <p:spPr>
          <a:xfrm>
            <a:off x="7239000" y="2019300"/>
            <a:ext cx="10196195" cy="517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In your browser, go to wordpress.org, Click on “Get WordPress” and Download it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Extract the downloaded .zip file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Navigate to *C:\xampp\htdocs and create a folder with a name of your choice (e.g., Learnwithnimra)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Copy the wordpress folder files and paste it in “</a:t>
            </a: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Learnwithnimra” folder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l">
              <a:lnSpc>
                <a:spcPct val="100000"/>
              </a:lnSpc>
              <a:buFont typeface="Wingdings" panose="05000000000000000000" charset="0"/>
              <a:buNone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5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058852"/>
            <a:chOff x="-16357" y="85725"/>
            <a:chExt cx="6523523" cy="4802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Start Apache &amp; MySQL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XAMPP Control Panel, click Start next to Apache and MySQL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Ensure both modules show Running in green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57DC6489-85AB-4504-BA5F-82E6215F6D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780" y="1409700"/>
            <a:ext cx="11158220" cy="73145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5715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6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171700"/>
            <a:ext cx="5824855" cy="7075737"/>
            <a:chOff x="-16357" y="85725"/>
            <a:chExt cx="6523523" cy="837207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Open phpMyAdmin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61181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your browser, go to “localhost/phpmyadmin” and the phpMyAdmin dashboard appears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New in phpMyAdmin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Database name matching your folder (e.g., Learnwithnimra)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Create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FD779619-28ED-4FB9-8E82-89C62FD3D99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266700"/>
            <a:ext cx="10288905" cy="4138295"/>
          </a:xfrm>
          <a:prstGeom prst="rect">
            <a:avLst/>
          </a:prstGeom>
        </p:spPr>
      </p:pic>
      <p:pic>
        <p:nvPicPr>
          <p:cNvPr id="5" name="Picture 4" descr="0F028567-BBC0-49BA-AE6B-A437C2A73A8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785" y="4686300"/>
            <a:ext cx="10290175" cy="51269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7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490017"/>
            <a:chOff x="-16357" y="85725"/>
            <a:chExt cx="6523523" cy="53126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 WordPress Installer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0586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Go to localhost/Learnwithnimra in your browser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Select English and click Continue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Let’s go!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85418BEB-5D8A-4A54-8870-4B2526545F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2715" y="88265"/>
            <a:ext cx="7461885" cy="1010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8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6090217"/>
            <a:chOff x="-16357" y="85725"/>
            <a:chExt cx="6523523" cy="720599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Database Connection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49520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the following: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Database Name: Learnwithnimra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Username: root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Password: (leave blank)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Database Host: localhost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Table Prefix: wp_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2. Click Submit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4" name="Picture 3" descr="1060975F-CBC5-4BDB-92AE-E56596664C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8815" y="1485900"/>
            <a:ext cx="11096625" cy="74225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9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3373052"/>
            <a:chOff x="-16357" y="85725"/>
            <a:chExt cx="6523523" cy="399102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WordPress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28212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Once you click on submit, the following page will open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on, “Run the Installation”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420467F2-3705-4B25-8860-6ED9412DD6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2628900"/>
            <a:ext cx="11044555" cy="39363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10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5136447"/>
            <a:chOff x="-16357" y="85725"/>
            <a:chExt cx="6523523" cy="607748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Fill up all the Details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8235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Fill in: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Site Title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Username (e.g., admin)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Your Email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2. Click Install WordPress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F170F369-0740-48BD-8477-2C5D3D88B9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419100"/>
            <a:ext cx="10349865" cy="89992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4921182"/>
            <a:chOff x="-16357" y="85725"/>
            <a:chExt cx="6523523" cy="582278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Login to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5688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installation, click Log 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your WordPress Username and 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WordPress Dashboard opens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C8FB5B65-EF62-4B4A-A11F-2D789FF65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760" y="190500"/>
            <a:ext cx="10567670" cy="4588510"/>
          </a:xfrm>
          <a:prstGeom prst="rect">
            <a:avLst/>
          </a:prstGeom>
        </p:spPr>
      </p:pic>
      <p:pic>
        <p:nvPicPr>
          <p:cNvPr id="4" name="Picture 3" descr="2C488EA2-4DB4-4019-BB08-1ABCF8A5E0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295900"/>
            <a:ext cx="10657205" cy="45370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4921182"/>
            <a:chOff x="-16357" y="85725"/>
            <a:chExt cx="6523523" cy="582278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Login to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5688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installation, click Log 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your WordPress Username and 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WordPress Dashboard opens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C8FB5B65-EF62-4B4A-A11F-2D789FF65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760" y="190500"/>
            <a:ext cx="10567670" cy="4588510"/>
          </a:xfrm>
          <a:prstGeom prst="rect">
            <a:avLst/>
          </a:prstGeom>
        </p:spPr>
      </p:pic>
      <p:pic>
        <p:nvPicPr>
          <p:cNvPr id="4" name="Picture 3" descr="2C488EA2-4DB4-4019-BB08-1ABCF8A5E0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295900"/>
            <a:ext cx="10657205" cy="45370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762000" y="723900"/>
            <a:ext cx="9025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Site will open 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Picture 1" descr="7D8F101A-7919-4957-AEE8-E5C715CF8A05"/>
          <p:cNvPicPr>
            <a:picLocks noChangeAspect="1"/>
          </p:cNvPicPr>
          <p:nvPr/>
        </p:nvPicPr>
        <p:blipFill>
          <a:blip r:embed="rId1"/>
          <a:srcRect t="18042"/>
          <a:stretch>
            <a:fillRect/>
          </a:stretch>
        </p:blipFill>
        <p:spPr>
          <a:xfrm>
            <a:off x="762000" y="2276475"/>
            <a:ext cx="16954500" cy="69253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66800" y="1181100"/>
            <a:ext cx="9540875" cy="7479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“We’ve now explored two methods for running WordPress locally—using Local by </a:t>
            </a:r>
            <a:r>
              <a:rPr lang="en-US" sz="5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Flywheel</a:t>
            </a: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and </a:t>
            </a:r>
            <a:r>
              <a:rPr lang="en-US" sz="5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XAMPP</a:t>
            </a: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. It’s time to dive into WordPress itself : pick a theme, explore its features, and start customizing to make it your own!”</a:t>
            </a:r>
            <a:endParaRPr lang="en-US" sz="5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030458" y="2628855"/>
            <a:ext cx="3662625" cy="56426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700"/>
                </a:lnTo>
                <a:lnTo>
                  <a:pt x="0" y="5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519555" y="3258185"/>
            <a:ext cx="731266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End of Lecture</a:t>
            </a:r>
            <a:endParaRPr lang="en-US" sz="8000" b="1" spc="-88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4566</Words>
  <Application>WPS Writer</Application>
  <PresentationFormat>On-screen Show (4:3)</PresentationFormat>
  <Paragraphs>309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Arial</vt:lpstr>
      <vt:lpstr>SimSun</vt:lpstr>
      <vt:lpstr>Wingdings</vt:lpstr>
      <vt:lpstr>Clear Sans Bold</vt:lpstr>
      <vt:lpstr>Thonburi</vt:lpstr>
      <vt:lpstr>Clear Sans</vt:lpstr>
      <vt:lpstr>Wingdings</vt:lpstr>
      <vt:lpstr>Arial</vt:lpstr>
      <vt:lpstr>Clear Sans Medium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74</cp:revision>
  <dcterms:created xsi:type="dcterms:W3CDTF">2025-09-25T10:49:42Z</dcterms:created>
  <dcterms:modified xsi:type="dcterms:W3CDTF">2025-09-25T10:49:42Z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