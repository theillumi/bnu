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904"/>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702234"/>
            <a:ext cx="18288000" cy="2581275"/>
          </a:xfrm>
          <a:custGeom>
            <a:avLst/>
            <a:gdLst/>
            <a:ahLst/>
            <a:cxnLst/>
            <a:rect l="l" t="t" r="r" b="b"/>
            <a:pathLst>
              <a:path w="18288000" h="2581275">
                <a:moveTo>
                  <a:pt x="18288000" y="2581275"/>
                </a:moveTo>
                <a:lnTo>
                  <a:pt x="0" y="2581275"/>
                </a:lnTo>
                <a:lnTo>
                  <a:pt x="0" y="0"/>
                </a:lnTo>
                <a:lnTo>
                  <a:pt x="18288000" y="0"/>
                </a:lnTo>
                <a:lnTo>
                  <a:pt x="18288000" y="2581275"/>
                </a:lnTo>
                <a:close/>
              </a:path>
            </a:pathLst>
          </a:custGeom>
          <a:solidFill>
            <a:srgbClr val="99D9D9"/>
          </a:solidFill>
        </p:spPr>
        <p:txBody>
          <a:bodyPr wrap="square" lIns="0" tIns="0" rIns="0" bIns="0" rtlCol="0"/>
          <a:lstStyle/>
          <a:p/>
        </p:txBody>
      </p:sp>
      <p:pic>
        <p:nvPicPr>
          <p:cNvPr id="17" name="bg object 17"/>
          <p:cNvPicPr/>
          <p:nvPr/>
        </p:nvPicPr>
        <p:blipFill>
          <a:blip r:embed="rId2" cstate="print"/>
          <a:stretch>
            <a:fillRect/>
          </a:stretch>
        </p:blipFill>
        <p:spPr>
          <a:xfrm>
            <a:off x="12720066" y="6148350"/>
            <a:ext cx="5567933" cy="3254669"/>
          </a:xfrm>
          <a:prstGeom prst="rect">
            <a:avLst/>
          </a:prstGeom>
        </p:spPr>
      </p:pic>
      <p:sp>
        <p:nvSpPr>
          <p:cNvPr id="2" name="Holder 2"/>
          <p:cNvSpPr>
            <a:spLocks noGrp="1"/>
          </p:cNvSpPr>
          <p:nvPr>
            <p:ph type="ctrTitle"/>
          </p:nvPr>
        </p:nvSpPr>
        <p:spPr>
          <a:xfrm>
            <a:off x="5693518" y="2541456"/>
            <a:ext cx="6900963" cy="3654425"/>
          </a:xfrm>
          <a:prstGeom prst="rect">
            <a:avLst/>
          </a:prstGeom>
        </p:spPr>
        <p:txBody>
          <a:bodyPr wrap="square" lIns="0" tIns="0" rIns="0" bIns="0">
            <a:spAutoFit/>
          </a:bodyPr>
          <a:lstStyle>
            <a:lvl1pPr>
              <a:defRPr sz="9000" b="1" i="0">
                <a:solidFill>
                  <a:schemeClr val="tx1"/>
                </a:solidFill>
                <a:latin typeface="Liberation Sans Narrow"/>
                <a:cs typeface="Liberation Sans Narrow"/>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Liberation Sans Narrow"/>
                <a:cs typeface="Liberation Sans Narrow"/>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Liberation Sans Narrow"/>
                <a:cs typeface="Liberation Sans Narrow"/>
              </a:defRPr>
            </a:lvl1pPr>
          </a:lstStyle>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Liberation Sans Narrow"/>
                <a:cs typeface="Liberation Sans Narrow"/>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16000" y="873125"/>
            <a:ext cx="12352655" cy="1397000"/>
          </a:xfrm>
          <a:prstGeom prst="rect">
            <a:avLst/>
          </a:prstGeom>
        </p:spPr>
        <p:txBody>
          <a:bodyPr wrap="square" lIns="0" tIns="0" rIns="0" bIns="0">
            <a:spAutoFit/>
          </a:bodyPr>
          <a:lstStyle>
            <a:lvl1pPr>
              <a:defRPr sz="9000" b="1" i="0">
                <a:solidFill>
                  <a:schemeClr val="tx1"/>
                </a:solidFill>
                <a:latin typeface="Liberation Sans Narrow"/>
                <a:cs typeface="Liberation Sans Narrow"/>
              </a:defRPr>
            </a:lvl1pPr>
          </a:lstStyle>
          <a:p/>
        </p:txBody>
      </p:sp>
      <p:sp>
        <p:nvSpPr>
          <p:cNvPr id="3" name="Holder 3"/>
          <p:cNvSpPr>
            <a:spLocks noGrp="1"/>
          </p:cNvSpPr>
          <p:nvPr>
            <p:ph type="body" idx="1"/>
          </p:nvPr>
        </p:nvSpPr>
        <p:spPr>
          <a:xfrm>
            <a:off x="2971958" y="3055894"/>
            <a:ext cx="9301480" cy="319024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cs.google.com/spreadsheets/d/1DUF2isFWsqVSYhbaACYtbgcLi_YjDqpE3GLQIVgkKQg/edit#gid%3D69851113" TargetMode="Externa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mailto:nimra.abbas@bnu.edu.pk" TargetMode="Externa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113020" y="2905760"/>
            <a:ext cx="8553450" cy="2009140"/>
          </a:xfrm>
          <a:prstGeom prst="rect">
            <a:avLst/>
          </a:prstGeom>
        </p:spPr>
        <p:txBody>
          <a:bodyPr vert="horz" wrap="square" lIns="0" tIns="344805" rIns="0" bIns="0" rtlCol="0">
            <a:spAutoFit/>
          </a:bodyPr>
          <a:lstStyle/>
          <a:p>
            <a:pPr marL="12700" marR="5080" indent="486410" algn="l">
              <a:lnSpc>
                <a:spcPts val="12980"/>
              </a:lnSpc>
              <a:spcBef>
                <a:spcPts val="2715"/>
              </a:spcBef>
            </a:pPr>
            <a:r>
              <a:rPr sz="4800" b="0" spc="1575" dirty="0">
                <a:latin typeface="Comic Sans MS Regular" panose="030F0702030302020204" charset="0"/>
                <a:cs typeface="Comic Sans MS Regular" panose="030F0702030302020204" charset="0"/>
              </a:rPr>
              <a:t>Cours</a:t>
            </a:r>
            <a:r>
              <a:rPr lang="en-US" sz="4800" b="0" spc="1575" dirty="0">
                <a:latin typeface="Comic Sans MS Regular" panose="030F0702030302020204" charset="0"/>
                <a:cs typeface="Comic Sans MS Regular" panose="030F0702030302020204" charset="0"/>
              </a:rPr>
              <a:t>e </a:t>
            </a:r>
            <a:r>
              <a:rPr sz="4800" b="0" spc="1575" dirty="0">
                <a:latin typeface="Comic Sans MS Regular" panose="030F0702030302020204" charset="0"/>
                <a:cs typeface="Comic Sans MS Regular" panose="030F0702030302020204" charset="0"/>
              </a:rPr>
              <a:t>Syllabus</a:t>
            </a:r>
            <a:endParaRPr sz="4800" b="0" spc="1575" dirty="0">
              <a:latin typeface="Comic Sans MS Regular" panose="030F0702030302020204" charset="0"/>
              <a:cs typeface="Comic Sans MS Regular" panose="030F0702030302020204" charset="0"/>
            </a:endParaRPr>
          </a:p>
        </p:txBody>
      </p:sp>
      <p:sp>
        <p:nvSpPr>
          <p:cNvPr id="3" name="object 3"/>
          <p:cNvSpPr txBox="1"/>
          <p:nvPr/>
        </p:nvSpPr>
        <p:spPr>
          <a:xfrm>
            <a:off x="6705727" y="8420026"/>
            <a:ext cx="2940050" cy="604520"/>
          </a:xfrm>
          <a:prstGeom prst="rect">
            <a:avLst/>
          </a:prstGeom>
        </p:spPr>
        <p:txBody>
          <a:bodyPr vert="horz" wrap="square" lIns="0" tIns="12700" rIns="0" bIns="0" rtlCol="0">
            <a:spAutoFit/>
          </a:bodyPr>
          <a:lstStyle/>
          <a:p>
            <a:pPr marL="12700">
              <a:lnSpc>
                <a:spcPct val="100000"/>
              </a:lnSpc>
              <a:spcBef>
                <a:spcPts val="100"/>
              </a:spcBef>
            </a:pPr>
            <a:r>
              <a:rPr sz="3800" spc="110" dirty="0">
                <a:latin typeface="Trebuchet MS" panose="020B0603020202020204"/>
                <a:cs typeface="Trebuchet MS" panose="020B0603020202020204"/>
              </a:rPr>
              <a:t>Nimra</a:t>
            </a:r>
            <a:r>
              <a:rPr sz="3800" spc="-254" dirty="0">
                <a:latin typeface="Trebuchet MS" panose="020B0603020202020204"/>
                <a:cs typeface="Trebuchet MS" panose="020B0603020202020204"/>
              </a:rPr>
              <a:t> </a:t>
            </a:r>
            <a:r>
              <a:rPr sz="3800" spc="240" dirty="0">
                <a:latin typeface="Trebuchet MS" panose="020B0603020202020204"/>
                <a:cs typeface="Trebuchet MS" panose="020B0603020202020204"/>
              </a:rPr>
              <a:t>Abbas</a:t>
            </a:r>
            <a:endParaRPr sz="3800">
              <a:latin typeface="Trebuchet MS" panose="020B0603020202020204"/>
              <a:cs typeface="Trebuchet MS" panose="020B0603020202020204"/>
            </a:endParaRPr>
          </a:p>
        </p:txBody>
      </p:sp>
      <p:sp>
        <p:nvSpPr>
          <p:cNvPr id="4" name="object 4"/>
          <p:cNvSpPr txBox="1"/>
          <p:nvPr/>
        </p:nvSpPr>
        <p:spPr>
          <a:xfrm>
            <a:off x="5715000" y="1028700"/>
            <a:ext cx="6311265" cy="474345"/>
          </a:xfrm>
          <a:prstGeom prst="rect">
            <a:avLst/>
          </a:prstGeom>
        </p:spPr>
        <p:txBody>
          <a:bodyPr vert="horz" wrap="square" lIns="0" tIns="12700" rIns="0" bIns="0" rtlCol="0">
            <a:spAutoFit/>
          </a:bodyPr>
          <a:lstStyle/>
          <a:p>
            <a:pPr marL="12700">
              <a:lnSpc>
                <a:spcPct val="100000"/>
              </a:lnSpc>
              <a:spcBef>
                <a:spcPts val="100"/>
              </a:spcBef>
            </a:pPr>
            <a:r>
              <a:rPr lang="en-US" altLang="en-US" sz="3000">
                <a:latin typeface="Trebuchet MS" panose="020B0603020202020204"/>
                <a:cs typeface="Trebuchet MS" panose="020B0603020202020204"/>
              </a:rPr>
              <a:t>               Digital Marketing</a:t>
            </a:r>
            <a:endParaRPr lang="en-US" altLang="en-US" sz="3000">
              <a:latin typeface="Trebuchet MS" panose="020B0603020202020204"/>
              <a:cs typeface="Trebuchet MS" panose="020B0603020202020204"/>
            </a:endParaRPr>
          </a:p>
        </p:txBody>
      </p:sp>
      <p:grpSp>
        <p:nvGrpSpPr>
          <p:cNvPr id="5" name="object 5"/>
          <p:cNvGrpSpPr/>
          <p:nvPr/>
        </p:nvGrpSpPr>
        <p:grpSpPr>
          <a:xfrm>
            <a:off x="1288907" y="1080215"/>
            <a:ext cx="15968344" cy="8328025"/>
            <a:chOff x="1288907" y="1080215"/>
            <a:chExt cx="15968344" cy="8328025"/>
          </a:xfrm>
        </p:grpSpPr>
        <p:pic>
          <p:nvPicPr>
            <p:cNvPr id="6" name="object 6"/>
            <p:cNvPicPr/>
            <p:nvPr/>
          </p:nvPicPr>
          <p:blipFill>
            <a:blip r:embed="rId1" cstate="print"/>
            <a:stretch>
              <a:fillRect/>
            </a:stretch>
          </p:blipFill>
          <p:spPr>
            <a:xfrm>
              <a:off x="1288907" y="2753440"/>
              <a:ext cx="3647667" cy="6654799"/>
            </a:xfrm>
            <a:prstGeom prst="rect">
              <a:avLst/>
            </a:prstGeom>
          </p:spPr>
        </p:pic>
        <p:pic>
          <p:nvPicPr>
            <p:cNvPr id="7" name="object 7"/>
            <p:cNvPicPr/>
            <p:nvPr/>
          </p:nvPicPr>
          <p:blipFill>
            <a:blip r:embed="rId2" cstate="print"/>
            <a:stretch>
              <a:fillRect/>
            </a:stretch>
          </p:blipFill>
          <p:spPr>
            <a:xfrm>
              <a:off x="14703191" y="1080215"/>
              <a:ext cx="2553853" cy="262889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714500"/>
            <a:ext cx="12136755" cy="3936365"/>
          </a:xfrm>
          <a:prstGeom prst="rect">
            <a:avLst/>
          </a:prstGeom>
        </p:spPr>
        <p:txBody>
          <a:bodyPr vert="horz" wrap="square" lIns="0" tIns="12700" rIns="0" bIns="0" rtlCol="0">
            <a:spAutoFit/>
          </a:bodyPr>
          <a:lstStyle/>
          <a:p>
            <a:pPr marL="12700">
              <a:lnSpc>
                <a:spcPct val="100000"/>
              </a:lnSpc>
              <a:spcBef>
                <a:spcPts val="100"/>
              </a:spcBef>
            </a:pPr>
            <a:r>
              <a:rPr sz="8500" spc="525" dirty="0">
                <a:latin typeface="Trebuchet MS" panose="020B0603020202020204"/>
                <a:cs typeface="Trebuchet MS" panose="020B0603020202020204"/>
              </a:rPr>
              <a:t>Welcome</a:t>
            </a:r>
            <a:r>
              <a:rPr lang="en-US" sz="8500" spc="525" dirty="0">
                <a:latin typeface="Trebuchet MS" panose="020B0603020202020204"/>
                <a:cs typeface="Trebuchet MS" panose="020B0603020202020204"/>
              </a:rPr>
              <a:t> </a:t>
            </a:r>
            <a:r>
              <a:rPr sz="8500" spc="320" dirty="0">
                <a:latin typeface="Trebuchet MS" panose="020B0603020202020204"/>
                <a:cs typeface="Trebuchet MS" panose="020B0603020202020204"/>
              </a:rPr>
              <a:t>to</a:t>
            </a:r>
            <a:r>
              <a:rPr sz="8500" spc="-395" dirty="0">
                <a:latin typeface="Trebuchet MS" panose="020B0603020202020204"/>
                <a:cs typeface="Trebuchet MS" panose="020B0603020202020204"/>
              </a:rPr>
              <a:t> </a:t>
            </a:r>
            <a:br>
              <a:rPr sz="8500" spc="-395" dirty="0">
                <a:latin typeface="Trebuchet MS" panose="020B0603020202020204"/>
                <a:cs typeface="Trebuchet MS" panose="020B0603020202020204"/>
              </a:rPr>
            </a:br>
            <a:r>
              <a:rPr lang="en-US" sz="8500" spc="-395"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panose="020B0603020202020204"/>
                <a:cs typeface="Trebuchet MS" panose="020B0603020202020204"/>
              </a:rPr>
              <a:t>Digital Marketing</a:t>
            </a:r>
            <a:r>
              <a:rPr sz="8500" spc="1955" dirty="0">
                <a:latin typeface="Trebuchet MS" panose="020B0603020202020204"/>
                <a:cs typeface="Trebuchet MS" panose="020B0603020202020204"/>
              </a:rPr>
              <a:t> </a:t>
            </a:r>
            <a:r>
              <a:rPr sz="8500" spc="275" dirty="0">
                <a:latin typeface="Trebuchet MS" panose="020B0603020202020204"/>
                <a:cs typeface="Trebuchet MS" panose="020B0603020202020204"/>
              </a:rPr>
              <a:t>Course!</a:t>
            </a:r>
            <a:endParaRPr sz="8500">
              <a:latin typeface="Trebuchet MS" panose="020B0603020202020204"/>
              <a:cs typeface="Trebuchet MS" panose="020B0603020202020204"/>
            </a:endParaRPr>
          </a:p>
        </p:txBody>
      </p:sp>
      <p:grpSp>
        <p:nvGrpSpPr>
          <p:cNvPr id="3" name="object 3"/>
          <p:cNvGrpSpPr/>
          <p:nvPr/>
        </p:nvGrpSpPr>
        <p:grpSpPr>
          <a:xfrm>
            <a:off x="0" y="2183495"/>
            <a:ext cx="18288000" cy="8106409"/>
            <a:chOff x="0" y="2183495"/>
            <a:chExt cx="18288000" cy="8106409"/>
          </a:xfrm>
        </p:grpSpPr>
        <p:sp>
          <p:nvSpPr>
            <p:cNvPr id="4" name="object 4"/>
            <p:cNvSpPr/>
            <p:nvPr/>
          </p:nvSpPr>
          <p:spPr>
            <a:xfrm>
              <a:off x="0" y="7689158"/>
              <a:ext cx="18288000" cy="2600325"/>
            </a:xfrm>
            <a:custGeom>
              <a:avLst/>
              <a:gdLst/>
              <a:ahLst/>
              <a:cxnLst/>
              <a:rect l="l" t="t" r="r" b="b"/>
              <a:pathLst>
                <a:path w="18288000" h="2600325">
                  <a:moveTo>
                    <a:pt x="18288000" y="2600325"/>
                  </a:moveTo>
                  <a:lnTo>
                    <a:pt x="0" y="2600325"/>
                  </a:lnTo>
                  <a:lnTo>
                    <a:pt x="0" y="0"/>
                  </a:lnTo>
                  <a:lnTo>
                    <a:pt x="18288000" y="0"/>
                  </a:lnTo>
                  <a:lnTo>
                    <a:pt x="18288000" y="2600325"/>
                  </a:lnTo>
                  <a:close/>
                </a:path>
              </a:pathLst>
            </a:custGeom>
            <a:solidFill>
              <a:srgbClr val="99B83C"/>
            </a:solidFill>
          </p:spPr>
          <p:txBody>
            <a:bodyPr wrap="square" lIns="0" tIns="0" rIns="0" bIns="0" rtlCol="0"/>
            <a:lstStyle/>
            <a:p/>
          </p:txBody>
        </p:sp>
        <p:pic>
          <p:nvPicPr>
            <p:cNvPr id="5" name="object 5"/>
            <p:cNvPicPr/>
            <p:nvPr/>
          </p:nvPicPr>
          <p:blipFill>
            <a:blip r:embed="rId1" cstate="print"/>
            <a:stretch>
              <a:fillRect/>
            </a:stretch>
          </p:blipFill>
          <p:spPr>
            <a:xfrm>
              <a:off x="9011076" y="2183495"/>
              <a:ext cx="7169560" cy="7355554"/>
            </a:xfrm>
            <a:prstGeom prst="rect">
              <a:avLst/>
            </a:prstGeom>
          </p:spPr>
        </p:pic>
      </p:grpSp>
      <p:sp>
        <p:nvSpPr>
          <p:cNvPr id="6" name="object 6"/>
          <p:cNvSpPr txBox="1"/>
          <p:nvPr/>
        </p:nvSpPr>
        <p:spPr>
          <a:xfrm>
            <a:off x="5693410" y="626110"/>
            <a:ext cx="8355330" cy="566420"/>
          </a:xfrm>
          <a:prstGeom prst="rect">
            <a:avLst/>
          </a:prstGeom>
        </p:spPr>
        <p:txBody>
          <a:bodyPr vert="horz" wrap="square" lIns="0" tIns="12700" rIns="0" bIns="0" rtlCol="0">
            <a:spAutoFit/>
            <a:scene3d>
              <a:camera prst="orthographicFront"/>
              <a:lightRig rig="threePt" dir="t"/>
            </a:scene3d>
          </a:bodyPr>
          <a:lstStyle/>
          <a:p>
            <a:pPr marL="12700">
              <a:lnSpc>
                <a:spcPct val="100000"/>
              </a:lnSpc>
              <a:spcBef>
                <a:spcPts val="100"/>
              </a:spcBef>
            </a:pPr>
            <a:r>
              <a:rPr kumimoji="0" sz="3600" b="1" i="0" u="none" strike="noStrike" kern="0" cap="none" spc="50" normalizeH="0" baseline="0" noProof="1"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ea typeface="Arial" panose="020B0604020202020204" pitchFamily="34" charset="0"/>
                <a:cs typeface="Trebuchet MS Bold" panose="020B0603020202020204" charset="0"/>
              </a:rPr>
              <a:t>B</a:t>
            </a:r>
            <a:r>
              <a:rPr sz="3600" b="1" spc="8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cs typeface="Trebuchet MS Bold" panose="020B0603020202020204" charset="0"/>
              </a:rPr>
              <a:t>eaconhouse</a:t>
            </a:r>
            <a:r>
              <a:rPr sz="3600" b="1" spc="-125"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cs typeface="Trebuchet MS Bold" panose="020B0603020202020204" charset="0"/>
              </a:rPr>
              <a:t> </a:t>
            </a:r>
            <a:r>
              <a:rPr sz="3600" b="1" spc="5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cs typeface="Trebuchet MS Bold" panose="020B0603020202020204" charset="0"/>
              </a:rPr>
              <a:t>National</a:t>
            </a:r>
            <a:r>
              <a:rPr sz="3600" b="1" spc="-12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cs typeface="Trebuchet MS Bold" panose="020B0603020202020204" charset="0"/>
              </a:rPr>
              <a:t> </a:t>
            </a:r>
            <a:r>
              <a:rPr sz="3600" b="1" spc="-1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cs typeface="Trebuchet MS Bold" panose="020B0603020202020204" charset="0"/>
              </a:rPr>
              <a:t>University</a:t>
            </a:r>
            <a:endParaRPr sz="3600" b="1" spc="-1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Bold" panose="020B0603020202020204" charset="0"/>
              <a:cs typeface="Trebuchet MS Bold" panose="020B0603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5169949"/>
            <a:ext cx="18288000" cy="5117465"/>
            <a:chOff x="0" y="5169949"/>
            <a:chExt cx="18288000" cy="5117465"/>
          </a:xfrm>
        </p:grpSpPr>
        <p:sp>
          <p:nvSpPr>
            <p:cNvPr id="3" name="object 3"/>
            <p:cNvSpPr/>
            <p:nvPr/>
          </p:nvSpPr>
          <p:spPr>
            <a:xfrm>
              <a:off x="0" y="8471001"/>
              <a:ext cx="18288000" cy="1816100"/>
            </a:xfrm>
            <a:custGeom>
              <a:avLst/>
              <a:gdLst/>
              <a:ahLst/>
              <a:cxnLst/>
              <a:rect l="l" t="t" r="r" b="b"/>
              <a:pathLst>
                <a:path w="18288000" h="1816100">
                  <a:moveTo>
                    <a:pt x="0" y="0"/>
                  </a:moveTo>
                  <a:lnTo>
                    <a:pt x="18288000" y="0"/>
                  </a:lnTo>
                  <a:lnTo>
                    <a:pt x="18288000" y="1815998"/>
                  </a:lnTo>
                  <a:lnTo>
                    <a:pt x="0" y="1815998"/>
                  </a:lnTo>
                  <a:lnTo>
                    <a:pt x="0" y="0"/>
                  </a:lnTo>
                  <a:close/>
                </a:path>
              </a:pathLst>
            </a:custGeom>
            <a:solidFill>
              <a:srgbClr val="D0A2E7"/>
            </a:solidFill>
          </p:spPr>
          <p:txBody>
            <a:bodyPr wrap="square" lIns="0" tIns="0" rIns="0" bIns="0" rtlCol="0"/>
            <a:lstStyle/>
            <a:p/>
          </p:txBody>
        </p:sp>
        <p:pic>
          <p:nvPicPr>
            <p:cNvPr id="4" name="object 4"/>
            <p:cNvPicPr/>
            <p:nvPr/>
          </p:nvPicPr>
          <p:blipFill>
            <a:blip r:embed="rId1" cstate="print"/>
            <a:stretch>
              <a:fillRect/>
            </a:stretch>
          </p:blipFill>
          <p:spPr>
            <a:xfrm>
              <a:off x="2022907" y="5169949"/>
              <a:ext cx="3727833" cy="4504710"/>
            </a:xfrm>
            <a:prstGeom prst="rect">
              <a:avLst/>
            </a:prstGeom>
          </p:spPr>
        </p:pic>
      </p:grpSp>
      <p:sp>
        <p:nvSpPr>
          <p:cNvPr id="5" name="object 5"/>
          <p:cNvSpPr txBox="1">
            <a:spLocks noGrp="1"/>
          </p:cNvSpPr>
          <p:nvPr>
            <p:ph type="title"/>
          </p:nvPr>
        </p:nvSpPr>
        <p:spPr>
          <a:xfrm>
            <a:off x="1016000" y="911225"/>
            <a:ext cx="4671060" cy="1168400"/>
          </a:xfrm>
          <a:prstGeom prst="rect">
            <a:avLst/>
          </a:prstGeom>
        </p:spPr>
        <p:txBody>
          <a:bodyPr vert="horz" wrap="square" lIns="0" tIns="12700" rIns="0" bIns="0" rtlCol="0">
            <a:spAutoFit/>
          </a:bodyPr>
          <a:lstStyle/>
          <a:p>
            <a:pPr marL="12700">
              <a:lnSpc>
                <a:spcPct val="100000"/>
              </a:lnSpc>
              <a:spcBef>
                <a:spcPts val="100"/>
              </a:spcBef>
            </a:pPr>
            <a:r>
              <a:rPr sz="7500" spc="1050" dirty="0"/>
              <a:t>About</a:t>
            </a:r>
            <a:r>
              <a:rPr sz="7500" spc="195" dirty="0"/>
              <a:t> </a:t>
            </a:r>
            <a:r>
              <a:rPr sz="7500" spc="1475" dirty="0"/>
              <a:t>Me</a:t>
            </a:r>
            <a:endParaRPr sz="7500"/>
          </a:p>
        </p:txBody>
      </p:sp>
      <p:sp>
        <p:nvSpPr>
          <p:cNvPr id="6" name="object 6"/>
          <p:cNvSpPr txBox="1"/>
          <p:nvPr/>
        </p:nvSpPr>
        <p:spPr>
          <a:xfrm>
            <a:off x="7154733" y="2113342"/>
            <a:ext cx="9703435" cy="1682750"/>
          </a:xfrm>
          <a:prstGeom prst="rect">
            <a:avLst/>
          </a:prstGeom>
        </p:spPr>
        <p:txBody>
          <a:bodyPr vert="horz" wrap="square" lIns="0" tIns="12700" rIns="0" bIns="0" rtlCol="0">
            <a:spAutoFit/>
          </a:bodyPr>
          <a:lstStyle/>
          <a:p>
            <a:pPr marL="12700" algn="just">
              <a:lnSpc>
                <a:spcPct val="100000"/>
              </a:lnSpc>
              <a:spcBef>
                <a:spcPts val="100"/>
              </a:spcBef>
            </a:pPr>
            <a:r>
              <a:rPr sz="3200" spc="100" dirty="0">
                <a:latin typeface="Trebuchet MS" panose="020B0603020202020204"/>
                <a:cs typeface="Trebuchet MS" panose="020B0603020202020204"/>
              </a:rPr>
              <a:t>I’m</a:t>
            </a:r>
            <a:r>
              <a:rPr sz="3200" spc="-165" dirty="0">
                <a:latin typeface="Trebuchet MS" panose="020B0603020202020204"/>
                <a:cs typeface="Trebuchet MS" panose="020B0603020202020204"/>
              </a:rPr>
              <a:t> </a:t>
            </a:r>
            <a:r>
              <a:rPr sz="3200" spc="180" dirty="0">
                <a:latin typeface="Trebuchet MS" panose="020B0603020202020204"/>
                <a:cs typeface="Trebuchet MS" panose="020B0603020202020204"/>
              </a:rPr>
              <a:t>working</a:t>
            </a:r>
            <a:r>
              <a:rPr sz="3200" spc="-160" dirty="0">
                <a:latin typeface="Trebuchet MS" panose="020B0603020202020204"/>
                <a:cs typeface="Trebuchet MS" panose="020B0603020202020204"/>
              </a:rPr>
              <a:t> </a:t>
            </a:r>
            <a:r>
              <a:rPr sz="3200" spc="215" dirty="0">
                <a:latin typeface="Trebuchet MS" panose="020B0603020202020204"/>
                <a:cs typeface="Trebuchet MS" panose="020B0603020202020204"/>
              </a:rPr>
              <a:t>as</a:t>
            </a:r>
            <a:r>
              <a:rPr sz="3200" spc="-160" dirty="0">
                <a:latin typeface="Trebuchet MS" panose="020B0603020202020204"/>
                <a:cs typeface="Trebuchet MS" panose="020B0603020202020204"/>
              </a:rPr>
              <a:t> </a:t>
            </a:r>
            <a:r>
              <a:rPr sz="3200" spc="80" dirty="0">
                <a:latin typeface="Trebuchet MS" panose="020B0603020202020204"/>
                <a:cs typeface="Trebuchet MS" panose="020B0603020202020204"/>
              </a:rPr>
              <a:t>a</a:t>
            </a:r>
            <a:r>
              <a:rPr sz="3200" spc="-160" dirty="0">
                <a:latin typeface="Trebuchet MS" panose="020B0603020202020204"/>
                <a:cs typeface="Trebuchet MS" panose="020B0603020202020204"/>
              </a:rPr>
              <a:t> </a:t>
            </a:r>
            <a:r>
              <a:rPr sz="3200" spc="75" dirty="0">
                <a:latin typeface="Trebuchet MS" panose="020B0603020202020204"/>
                <a:cs typeface="Trebuchet MS" panose="020B0603020202020204"/>
              </a:rPr>
              <a:t>Lecturer</a:t>
            </a:r>
            <a:r>
              <a:rPr sz="3200" spc="-165" dirty="0">
                <a:latin typeface="Trebuchet MS" panose="020B0603020202020204"/>
                <a:cs typeface="Trebuchet MS" panose="020B0603020202020204"/>
              </a:rPr>
              <a:t> </a:t>
            </a:r>
            <a:r>
              <a:rPr sz="3200" dirty="0">
                <a:latin typeface="Trebuchet MS" panose="020B0603020202020204"/>
                <a:cs typeface="Trebuchet MS" panose="020B0603020202020204"/>
              </a:rPr>
              <a:t>at</a:t>
            </a:r>
            <a:r>
              <a:rPr sz="3200" spc="-160" dirty="0">
                <a:latin typeface="Trebuchet MS" panose="020B0603020202020204"/>
                <a:cs typeface="Trebuchet MS" panose="020B0603020202020204"/>
              </a:rPr>
              <a:t> </a:t>
            </a:r>
            <a:r>
              <a:rPr sz="3200" spc="470" dirty="0">
                <a:latin typeface="Trebuchet MS" panose="020B0603020202020204"/>
                <a:cs typeface="Trebuchet MS" panose="020B0603020202020204"/>
              </a:rPr>
              <a:t>SCIT</a:t>
            </a:r>
            <a:endParaRPr sz="3200">
              <a:latin typeface="Trebuchet MS" panose="020B0603020202020204"/>
              <a:cs typeface="Trebuchet MS" panose="020B0603020202020204"/>
            </a:endParaRPr>
          </a:p>
          <a:p>
            <a:pPr marL="12700" marR="5080" algn="just">
              <a:lnSpc>
                <a:spcPct val="106000"/>
              </a:lnSpc>
              <a:spcBef>
                <a:spcPts val="1555"/>
              </a:spcBef>
            </a:pPr>
            <a:r>
              <a:rPr sz="2000" u="sng" spc="-10" dirty="0">
                <a:uFill>
                  <a:solidFill>
                    <a:srgbClr val="000000"/>
                  </a:solidFill>
                </a:uFill>
                <a:latin typeface="Times New Roman" panose="02020603050405020304"/>
                <a:cs typeface="Times New Roman" panose="02020603050405020304"/>
                <a:hlinkClick r:id="rId2"/>
              </a:rPr>
              <a:t> </a:t>
            </a:r>
            <a:r>
              <a:rPr sz="2000" u="sng" dirty="0">
                <a:uFill>
                  <a:solidFill>
                    <a:srgbClr val="000000"/>
                  </a:solidFill>
                </a:uFill>
                <a:latin typeface="Trebuchet MS" panose="020B0603020202020204"/>
                <a:cs typeface="Trebuchet MS" panose="020B0603020202020204"/>
                <a:hlinkClick r:id="rId2"/>
              </a:rPr>
              <a:t>I</a:t>
            </a:r>
            <a:r>
              <a:rPr sz="2000" u="sng" spc="-114"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hold</a:t>
            </a:r>
            <a:r>
              <a:rPr sz="2000" u="sng" spc="-114" dirty="0">
                <a:uFill>
                  <a:solidFill>
                    <a:srgbClr val="000000"/>
                  </a:solidFill>
                </a:uFill>
                <a:latin typeface="Trebuchet MS" panose="020B0603020202020204"/>
                <a:cs typeface="Trebuchet MS" panose="020B0603020202020204"/>
                <a:hlinkClick r:id="rId2"/>
              </a:rPr>
              <a:t> </a:t>
            </a:r>
            <a:r>
              <a:rPr sz="2000" u="sng" spc="70" dirty="0">
                <a:uFill>
                  <a:solidFill>
                    <a:srgbClr val="000000"/>
                  </a:solidFill>
                </a:uFill>
                <a:latin typeface="Trebuchet MS" panose="020B0603020202020204"/>
                <a:cs typeface="Trebuchet MS" panose="020B0603020202020204"/>
                <a:hlinkClick r:id="rId2"/>
              </a:rPr>
              <a:t>a</a:t>
            </a:r>
            <a:r>
              <a:rPr sz="2000" u="sng" spc="-114" dirty="0">
                <a:uFill>
                  <a:solidFill>
                    <a:srgbClr val="000000"/>
                  </a:solidFill>
                </a:uFill>
                <a:latin typeface="Trebuchet MS" panose="020B0603020202020204"/>
                <a:cs typeface="Trebuchet MS" panose="020B0603020202020204"/>
                <a:hlinkClick r:id="rId2"/>
              </a:rPr>
              <a:t> </a:t>
            </a:r>
            <a:r>
              <a:rPr sz="2000" u="sng" spc="80" dirty="0">
                <a:uFill>
                  <a:solidFill>
                    <a:srgbClr val="000000"/>
                  </a:solidFill>
                </a:uFill>
                <a:latin typeface="Trebuchet MS" panose="020B0603020202020204"/>
                <a:cs typeface="Trebuchet MS" panose="020B0603020202020204"/>
                <a:hlinkClick r:id="rId2"/>
              </a:rPr>
              <a:t>Bachelor's</a:t>
            </a:r>
            <a:r>
              <a:rPr sz="2000" u="sng" spc="-114" dirty="0">
                <a:uFill>
                  <a:solidFill>
                    <a:srgbClr val="000000"/>
                  </a:solidFill>
                </a:uFill>
                <a:latin typeface="Trebuchet MS" panose="020B0603020202020204"/>
                <a:cs typeface="Trebuchet MS" panose="020B0603020202020204"/>
                <a:hlinkClick r:id="rId2"/>
              </a:rPr>
              <a:t> </a:t>
            </a:r>
            <a:r>
              <a:rPr sz="2000" u="sng" spc="60" dirty="0">
                <a:uFill>
                  <a:solidFill>
                    <a:srgbClr val="000000"/>
                  </a:solidFill>
                </a:uFill>
                <a:latin typeface="Trebuchet MS" panose="020B0603020202020204"/>
                <a:cs typeface="Trebuchet MS" panose="020B0603020202020204"/>
                <a:hlinkClick r:id="rId2"/>
              </a:rPr>
              <a:t>degree</a:t>
            </a:r>
            <a:r>
              <a:rPr sz="2000" u="sng" spc="-114"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in</a:t>
            </a:r>
            <a:r>
              <a:rPr sz="2000" u="sng" spc="-110" dirty="0">
                <a:uFill>
                  <a:solidFill>
                    <a:srgbClr val="000000"/>
                  </a:solidFill>
                </a:uFill>
                <a:latin typeface="Trebuchet MS" panose="020B0603020202020204"/>
                <a:cs typeface="Trebuchet MS" panose="020B0603020202020204"/>
                <a:hlinkClick r:id="rId2"/>
              </a:rPr>
              <a:t> </a:t>
            </a:r>
            <a:r>
              <a:rPr sz="2000" u="sng" spc="50" dirty="0">
                <a:uFill>
                  <a:solidFill>
                    <a:srgbClr val="000000"/>
                  </a:solidFill>
                </a:uFill>
                <a:latin typeface="Trebuchet MS" panose="020B0603020202020204"/>
                <a:cs typeface="Trebuchet MS" panose="020B0603020202020204"/>
                <a:hlinkClick r:id="rId2"/>
              </a:rPr>
              <a:t>Computer</a:t>
            </a:r>
            <a:r>
              <a:rPr sz="2000" u="sng" spc="-114" dirty="0">
                <a:uFill>
                  <a:solidFill>
                    <a:srgbClr val="000000"/>
                  </a:solidFill>
                </a:uFill>
                <a:latin typeface="Trebuchet MS" panose="020B0603020202020204"/>
                <a:cs typeface="Trebuchet MS" panose="020B0603020202020204"/>
                <a:hlinkClick r:id="rId2"/>
              </a:rPr>
              <a:t> </a:t>
            </a:r>
            <a:r>
              <a:rPr sz="2000" u="sng" spc="85" dirty="0">
                <a:uFill>
                  <a:solidFill>
                    <a:srgbClr val="000000"/>
                  </a:solidFill>
                </a:uFill>
                <a:latin typeface="Trebuchet MS" panose="020B0603020202020204"/>
                <a:cs typeface="Trebuchet MS" panose="020B0603020202020204"/>
                <a:hlinkClick r:id="rId2"/>
              </a:rPr>
              <a:t>Science</a:t>
            </a:r>
            <a:r>
              <a:rPr sz="2000" u="sng" spc="-114"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from</a:t>
            </a:r>
            <a:r>
              <a:rPr sz="2000" u="sng" spc="-114" dirty="0">
                <a:uFill>
                  <a:solidFill>
                    <a:srgbClr val="000000"/>
                  </a:solidFill>
                </a:uFill>
                <a:latin typeface="Trebuchet MS" panose="020B0603020202020204"/>
                <a:cs typeface="Trebuchet MS" panose="020B0603020202020204"/>
                <a:hlinkClick r:id="rId2"/>
              </a:rPr>
              <a:t> </a:t>
            </a:r>
            <a:r>
              <a:rPr sz="2000" u="sng" spc="120" dirty="0">
                <a:uFill>
                  <a:solidFill>
                    <a:srgbClr val="000000"/>
                  </a:solidFill>
                </a:uFill>
                <a:latin typeface="Trebuchet MS" panose="020B0603020202020204"/>
                <a:cs typeface="Trebuchet MS" panose="020B0603020202020204"/>
                <a:hlinkClick r:id="rId2"/>
              </a:rPr>
              <a:t>GCUF</a:t>
            </a:r>
            <a:r>
              <a:rPr sz="2000" u="sng" spc="-114" dirty="0">
                <a:uFill>
                  <a:solidFill>
                    <a:srgbClr val="000000"/>
                  </a:solidFill>
                </a:uFill>
                <a:latin typeface="Trebuchet MS" panose="020B0603020202020204"/>
                <a:cs typeface="Trebuchet MS" panose="020B0603020202020204"/>
                <a:hlinkClick r:id="rId2"/>
              </a:rPr>
              <a:t> </a:t>
            </a:r>
            <a:r>
              <a:rPr sz="2000" u="sng" spc="65" dirty="0">
                <a:uFill>
                  <a:solidFill>
                    <a:srgbClr val="000000"/>
                  </a:solidFill>
                </a:uFill>
                <a:latin typeface="Trebuchet MS" panose="020B0603020202020204"/>
                <a:cs typeface="Trebuchet MS" panose="020B0603020202020204"/>
                <a:hlinkClick r:id="rId2"/>
              </a:rPr>
              <a:t>and</a:t>
            </a:r>
            <a:r>
              <a:rPr sz="2000" u="sng" spc="-114" dirty="0">
                <a:uFill>
                  <a:solidFill>
                    <a:srgbClr val="000000"/>
                  </a:solidFill>
                </a:uFill>
                <a:latin typeface="Trebuchet MS" panose="020B0603020202020204"/>
                <a:cs typeface="Trebuchet MS" panose="020B0603020202020204"/>
                <a:hlinkClick r:id="rId2"/>
              </a:rPr>
              <a:t> </a:t>
            </a:r>
            <a:r>
              <a:rPr sz="2000" u="sng" spc="70" dirty="0">
                <a:uFill>
                  <a:solidFill>
                    <a:srgbClr val="000000"/>
                  </a:solidFill>
                </a:uFill>
                <a:latin typeface="Trebuchet MS" panose="020B0603020202020204"/>
                <a:cs typeface="Trebuchet MS" panose="020B0603020202020204"/>
                <a:hlinkClick r:id="rId2"/>
              </a:rPr>
              <a:t>a</a:t>
            </a:r>
            <a:r>
              <a:rPr sz="2000" u="sng" spc="-110" dirty="0">
                <a:uFill>
                  <a:solidFill>
                    <a:srgbClr val="000000"/>
                  </a:solidFill>
                </a:uFill>
                <a:latin typeface="Trebuchet MS" panose="020B0603020202020204"/>
                <a:cs typeface="Trebuchet MS" panose="020B0603020202020204"/>
                <a:hlinkClick r:id="rId2"/>
              </a:rPr>
              <a:t> </a:t>
            </a:r>
            <a:r>
              <a:rPr sz="2000" u="sng" spc="125" dirty="0">
                <a:uFill>
                  <a:solidFill>
                    <a:srgbClr val="000000"/>
                  </a:solidFill>
                </a:uFill>
                <a:latin typeface="Trebuchet MS" panose="020B0603020202020204"/>
                <a:cs typeface="Trebuchet MS" panose="020B0603020202020204"/>
                <a:hlinkClick r:id="rId2"/>
              </a:rPr>
              <a:t>Master's</a:t>
            </a:r>
            <a:r>
              <a:rPr sz="2000" u="sng" spc="-114" dirty="0">
                <a:uFill>
                  <a:solidFill>
                    <a:srgbClr val="000000"/>
                  </a:solidFill>
                </a:uFill>
                <a:latin typeface="Trebuchet MS" panose="020B0603020202020204"/>
                <a:cs typeface="Trebuchet MS" panose="020B0603020202020204"/>
                <a:hlinkClick r:id="rId2"/>
              </a:rPr>
              <a:t> </a:t>
            </a:r>
            <a:r>
              <a:rPr sz="2000" u="sng" spc="50" dirty="0">
                <a:uFill>
                  <a:solidFill>
                    <a:srgbClr val="000000"/>
                  </a:solidFill>
                </a:uFill>
                <a:latin typeface="Trebuchet MS" panose="020B0603020202020204"/>
                <a:cs typeface="Trebuchet MS" panose="020B0603020202020204"/>
                <a:hlinkClick r:id="rId2"/>
              </a:rPr>
              <a:t>degree</a:t>
            </a:r>
            <a:r>
              <a:rPr sz="2000" u="none" spc="50" dirty="0">
                <a:latin typeface="Trebuchet MS" panose="020B0603020202020204"/>
                <a:cs typeface="Trebuchet MS" panose="020B0603020202020204"/>
              </a:rPr>
              <a:t> </a:t>
            </a:r>
            <a:r>
              <a:rPr sz="2000" u="sng" dirty="0">
                <a:uFill>
                  <a:solidFill>
                    <a:srgbClr val="000000"/>
                  </a:solidFill>
                </a:uFill>
                <a:latin typeface="Trebuchet MS" panose="020B0603020202020204"/>
                <a:cs typeface="Trebuchet MS" panose="020B0603020202020204"/>
                <a:hlinkClick r:id="rId2"/>
              </a:rPr>
              <a:t>in</a:t>
            </a:r>
            <a:r>
              <a:rPr sz="2000" u="sng" spc="-70" dirty="0">
                <a:uFill>
                  <a:solidFill>
                    <a:srgbClr val="000000"/>
                  </a:solidFill>
                </a:uFill>
                <a:latin typeface="Trebuchet MS" panose="020B0603020202020204"/>
                <a:cs typeface="Trebuchet MS" panose="020B0603020202020204"/>
                <a:hlinkClick r:id="rId2"/>
              </a:rPr>
              <a:t> </a:t>
            </a:r>
            <a:r>
              <a:rPr sz="2000" u="sng" spc="50" dirty="0">
                <a:uFill>
                  <a:solidFill>
                    <a:srgbClr val="000000"/>
                  </a:solidFill>
                </a:uFill>
                <a:latin typeface="Trebuchet MS" panose="020B0603020202020204"/>
                <a:cs typeface="Trebuchet MS" panose="020B0603020202020204"/>
                <a:hlinkClick r:id="rId2"/>
              </a:rPr>
              <a:t>Computer</a:t>
            </a:r>
            <a:r>
              <a:rPr sz="2000" u="sng" spc="-65" dirty="0">
                <a:uFill>
                  <a:solidFill>
                    <a:srgbClr val="000000"/>
                  </a:solidFill>
                </a:uFill>
                <a:latin typeface="Trebuchet MS" panose="020B0603020202020204"/>
                <a:cs typeface="Trebuchet MS" panose="020B0603020202020204"/>
                <a:hlinkClick r:id="rId2"/>
              </a:rPr>
              <a:t> </a:t>
            </a:r>
            <a:r>
              <a:rPr sz="2000" u="sng" spc="85" dirty="0">
                <a:uFill>
                  <a:solidFill>
                    <a:srgbClr val="000000"/>
                  </a:solidFill>
                </a:uFill>
                <a:latin typeface="Trebuchet MS" panose="020B0603020202020204"/>
                <a:cs typeface="Trebuchet MS" panose="020B0603020202020204"/>
                <a:hlinkClick r:id="rId2"/>
              </a:rPr>
              <a:t>Science</a:t>
            </a:r>
            <a:r>
              <a:rPr sz="2000" u="sng" spc="-65"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from</a:t>
            </a:r>
            <a:r>
              <a:rPr sz="2000" u="sng" spc="-65" dirty="0">
                <a:uFill>
                  <a:solidFill>
                    <a:srgbClr val="000000"/>
                  </a:solidFill>
                </a:uFill>
                <a:latin typeface="Trebuchet MS" panose="020B0603020202020204"/>
                <a:cs typeface="Trebuchet MS" panose="020B0603020202020204"/>
                <a:hlinkClick r:id="rId2"/>
              </a:rPr>
              <a:t> </a:t>
            </a:r>
            <a:r>
              <a:rPr sz="2000" u="sng" spc="90" dirty="0">
                <a:uFill>
                  <a:solidFill>
                    <a:srgbClr val="000000"/>
                  </a:solidFill>
                </a:uFill>
                <a:latin typeface="Trebuchet MS" panose="020B0603020202020204"/>
                <a:cs typeface="Trebuchet MS" panose="020B0603020202020204"/>
                <a:hlinkClick r:id="rId2"/>
              </a:rPr>
              <a:t>FAST.</a:t>
            </a:r>
            <a:r>
              <a:rPr sz="2000" u="sng" spc="-65" dirty="0">
                <a:uFill>
                  <a:solidFill>
                    <a:srgbClr val="000000"/>
                  </a:solidFill>
                </a:uFill>
                <a:latin typeface="Trebuchet MS" panose="020B0603020202020204"/>
                <a:cs typeface="Trebuchet MS" panose="020B0603020202020204"/>
                <a:hlinkClick r:id="rId2"/>
              </a:rPr>
              <a:t> </a:t>
            </a:r>
            <a:r>
              <a:rPr sz="2000" u="sng" spc="204" dirty="0">
                <a:uFill>
                  <a:solidFill>
                    <a:srgbClr val="000000"/>
                  </a:solidFill>
                </a:uFill>
                <a:latin typeface="Trebuchet MS" panose="020B0603020202020204"/>
                <a:cs typeface="Trebuchet MS" panose="020B0603020202020204"/>
                <a:hlinkClick r:id="rId2"/>
              </a:rPr>
              <a:t>My</a:t>
            </a:r>
            <a:r>
              <a:rPr sz="2000" u="sng" spc="-65"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specialization</a:t>
            </a:r>
            <a:r>
              <a:rPr sz="2000" u="sng" spc="-65"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lies</a:t>
            </a:r>
            <a:r>
              <a:rPr sz="2000" u="sng" spc="-65"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in</a:t>
            </a:r>
            <a:r>
              <a:rPr sz="2000" u="sng" spc="-65" dirty="0">
                <a:uFill>
                  <a:solidFill>
                    <a:srgbClr val="000000"/>
                  </a:solidFill>
                </a:uFill>
                <a:latin typeface="Trebuchet MS" panose="020B0603020202020204"/>
                <a:cs typeface="Trebuchet MS" panose="020B0603020202020204"/>
                <a:hlinkClick r:id="rId2"/>
              </a:rPr>
              <a:t> </a:t>
            </a:r>
            <a:r>
              <a:rPr sz="2000" u="sng" dirty="0">
                <a:uFill>
                  <a:solidFill>
                    <a:srgbClr val="000000"/>
                  </a:solidFill>
                </a:uFill>
                <a:latin typeface="Trebuchet MS" panose="020B0603020202020204"/>
                <a:cs typeface="Trebuchet MS" panose="020B0603020202020204"/>
                <a:hlinkClick r:id="rId2"/>
              </a:rPr>
              <a:t>the</a:t>
            </a:r>
            <a:r>
              <a:rPr sz="2000" u="sng" spc="-65" dirty="0">
                <a:uFill>
                  <a:solidFill>
                    <a:srgbClr val="000000"/>
                  </a:solidFill>
                </a:uFill>
                <a:latin typeface="Trebuchet MS" panose="020B0603020202020204"/>
                <a:cs typeface="Trebuchet MS" panose="020B0603020202020204"/>
                <a:hlinkClick r:id="rId2"/>
              </a:rPr>
              <a:t> </a:t>
            </a:r>
            <a:r>
              <a:rPr sz="2000" u="sng" spc="50" dirty="0">
                <a:uFill>
                  <a:solidFill>
                    <a:srgbClr val="000000"/>
                  </a:solidFill>
                </a:uFill>
                <a:latin typeface="Trebuchet MS" panose="020B0603020202020204"/>
                <a:cs typeface="Trebuchet MS" panose="020B0603020202020204"/>
                <a:hlinkClick r:id="rId2"/>
              </a:rPr>
              <a:t>fields</a:t>
            </a:r>
            <a:r>
              <a:rPr sz="2000" u="sng" spc="-65" dirty="0">
                <a:uFill>
                  <a:solidFill>
                    <a:srgbClr val="000000"/>
                  </a:solidFill>
                </a:uFill>
                <a:latin typeface="Trebuchet MS" panose="020B0603020202020204"/>
                <a:cs typeface="Trebuchet MS" panose="020B0603020202020204"/>
                <a:hlinkClick r:id="rId2"/>
              </a:rPr>
              <a:t> </a:t>
            </a:r>
            <a:r>
              <a:rPr sz="2000" u="sng" spc="55" dirty="0">
                <a:uFill>
                  <a:solidFill>
                    <a:srgbClr val="000000"/>
                  </a:solidFill>
                </a:uFill>
                <a:latin typeface="Trebuchet MS" panose="020B0603020202020204"/>
                <a:cs typeface="Trebuchet MS" panose="020B0603020202020204"/>
                <a:hlinkClick r:id="rId2"/>
              </a:rPr>
              <a:t>of</a:t>
            </a:r>
            <a:r>
              <a:rPr sz="2000" u="sng" spc="-65" dirty="0">
                <a:uFill>
                  <a:solidFill>
                    <a:srgbClr val="000000"/>
                  </a:solidFill>
                </a:uFill>
                <a:latin typeface="Trebuchet MS" panose="020B0603020202020204"/>
                <a:cs typeface="Trebuchet MS" panose="020B0603020202020204"/>
                <a:hlinkClick r:id="rId2"/>
              </a:rPr>
              <a:t> </a:t>
            </a:r>
            <a:r>
              <a:rPr sz="2000" u="sng" spc="-10" dirty="0">
                <a:uFill>
                  <a:solidFill>
                    <a:srgbClr val="000000"/>
                  </a:solidFill>
                </a:uFill>
                <a:latin typeface="Trebuchet MS" panose="020B0603020202020204"/>
                <a:cs typeface="Trebuchet MS" panose="020B0603020202020204"/>
                <a:hlinkClick r:id="rId2"/>
              </a:rPr>
              <a:t>Information</a:t>
            </a:r>
            <a:r>
              <a:rPr sz="2000" u="none" spc="-10" dirty="0">
                <a:latin typeface="Trebuchet MS" panose="020B0603020202020204"/>
                <a:cs typeface="Trebuchet MS" panose="020B0603020202020204"/>
              </a:rPr>
              <a:t> </a:t>
            </a:r>
            <a:r>
              <a:rPr sz="2000" u="sng" dirty="0">
                <a:uFill>
                  <a:solidFill>
                    <a:srgbClr val="000000"/>
                  </a:solidFill>
                </a:uFill>
                <a:latin typeface="Trebuchet MS" panose="020B0603020202020204"/>
                <a:cs typeface="Trebuchet MS" panose="020B0603020202020204"/>
                <a:hlinkClick r:id="rId2"/>
              </a:rPr>
              <a:t>Retrieval</a:t>
            </a:r>
            <a:r>
              <a:rPr sz="2000" u="none" dirty="0">
                <a:latin typeface="Trebuchet MS" panose="020B0603020202020204"/>
                <a:cs typeface="Trebuchet MS" panose="020B0603020202020204"/>
                <a:hlinkClick r:id="rId2"/>
              </a:rPr>
              <a:t>,</a:t>
            </a:r>
            <a:r>
              <a:rPr sz="2000" u="sng" spc="55" dirty="0">
                <a:uFill>
                  <a:solidFill>
                    <a:srgbClr val="000000"/>
                  </a:solidFill>
                </a:uFill>
                <a:latin typeface="Times New Roman" panose="02020603050405020304"/>
                <a:cs typeface="Times New Roman" panose="02020603050405020304"/>
                <a:hlinkClick r:id="rId2"/>
              </a:rPr>
              <a:t> </a:t>
            </a:r>
            <a:r>
              <a:rPr sz="2000" u="sng" dirty="0">
                <a:uFill>
                  <a:solidFill>
                    <a:srgbClr val="000000"/>
                  </a:solidFill>
                </a:uFill>
                <a:latin typeface="Trebuchet MS" panose="020B0603020202020204"/>
                <a:cs typeface="Trebuchet MS" panose="020B0603020202020204"/>
                <a:hlinkClick r:id="rId2"/>
              </a:rPr>
              <a:t>Text</a:t>
            </a:r>
            <a:r>
              <a:rPr sz="2000" u="sng" spc="-120" dirty="0">
                <a:uFill>
                  <a:solidFill>
                    <a:srgbClr val="000000"/>
                  </a:solidFill>
                </a:uFill>
                <a:latin typeface="Trebuchet MS" panose="020B0603020202020204"/>
                <a:cs typeface="Trebuchet MS" panose="020B0603020202020204"/>
                <a:hlinkClick r:id="rId2"/>
              </a:rPr>
              <a:t> </a:t>
            </a:r>
            <a:r>
              <a:rPr sz="2000" u="sng" spc="45" dirty="0">
                <a:uFill>
                  <a:solidFill>
                    <a:srgbClr val="000000"/>
                  </a:solidFill>
                </a:uFill>
                <a:latin typeface="Trebuchet MS" panose="020B0603020202020204"/>
                <a:cs typeface="Trebuchet MS" panose="020B0603020202020204"/>
                <a:hlinkClick r:id="rId2"/>
              </a:rPr>
              <a:t>Mining,</a:t>
            </a:r>
            <a:r>
              <a:rPr sz="2000" u="sng" spc="-120" dirty="0">
                <a:uFill>
                  <a:solidFill>
                    <a:srgbClr val="000000"/>
                  </a:solidFill>
                </a:uFill>
                <a:latin typeface="Trebuchet MS" panose="020B0603020202020204"/>
                <a:cs typeface="Trebuchet MS" panose="020B0603020202020204"/>
                <a:hlinkClick r:id="rId2"/>
              </a:rPr>
              <a:t> </a:t>
            </a:r>
            <a:r>
              <a:rPr sz="2000" u="sng" spc="65" dirty="0">
                <a:uFill>
                  <a:solidFill>
                    <a:srgbClr val="000000"/>
                  </a:solidFill>
                </a:uFill>
                <a:latin typeface="Trebuchet MS" panose="020B0603020202020204"/>
                <a:cs typeface="Trebuchet MS" panose="020B0603020202020204"/>
                <a:hlinkClick r:id="rId2"/>
              </a:rPr>
              <a:t>and</a:t>
            </a:r>
            <a:r>
              <a:rPr sz="2000" u="sng" spc="-120" dirty="0">
                <a:uFill>
                  <a:solidFill>
                    <a:srgbClr val="000000"/>
                  </a:solidFill>
                </a:uFill>
                <a:latin typeface="Trebuchet MS" panose="020B0603020202020204"/>
                <a:cs typeface="Trebuchet MS" panose="020B0603020202020204"/>
                <a:hlinkClick r:id="rId2"/>
              </a:rPr>
              <a:t> </a:t>
            </a:r>
            <a:r>
              <a:rPr sz="2000" u="sng" spc="60" dirty="0">
                <a:uFill>
                  <a:solidFill>
                    <a:srgbClr val="000000"/>
                  </a:solidFill>
                </a:uFill>
                <a:latin typeface="Trebuchet MS" panose="020B0603020202020204"/>
                <a:cs typeface="Trebuchet MS" panose="020B0603020202020204"/>
                <a:hlinkClick r:id="rId2"/>
              </a:rPr>
              <a:t>Natural</a:t>
            </a:r>
            <a:r>
              <a:rPr sz="2000" u="sng" spc="-125" dirty="0">
                <a:uFill>
                  <a:solidFill>
                    <a:srgbClr val="000000"/>
                  </a:solidFill>
                </a:uFill>
                <a:latin typeface="Trebuchet MS" panose="020B0603020202020204"/>
                <a:cs typeface="Trebuchet MS" panose="020B0603020202020204"/>
                <a:hlinkClick r:id="rId2"/>
              </a:rPr>
              <a:t> </a:t>
            </a:r>
            <a:r>
              <a:rPr sz="2000" u="sng" spc="110" dirty="0">
                <a:uFill>
                  <a:solidFill>
                    <a:srgbClr val="000000"/>
                  </a:solidFill>
                </a:uFill>
                <a:latin typeface="Trebuchet MS" panose="020B0603020202020204"/>
                <a:cs typeface="Trebuchet MS" panose="020B0603020202020204"/>
                <a:hlinkClick r:id="rId2"/>
              </a:rPr>
              <a:t>Language</a:t>
            </a:r>
            <a:r>
              <a:rPr sz="2000" u="sng" spc="-120" dirty="0">
                <a:uFill>
                  <a:solidFill>
                    <a:srgbClr val="000000"/>
                  </a:solidFill>
                </a:uFill>
                <a:latin typeface="Trebuchet MS" panose="020B0603020202020204"/>
                <a:cs typeface="Trebuchet MS" panose="020B0603020202020204"/>
                <a:hlinkClick r:id="rId2"/>
              </a:rPr>
              <a:t> </a:t>
            </a:r>
            <a:r>
              <a:rPr sz="2000" u="sng" spc="90" dirty="0">
                <a:uFill>
                  <a:solidFill>
                    <a:srgbClr val="000000"/>
                  </a:solidFill>
                </a:uFill>
                <a:latin typeface="Trebuchet MS" panose="020B0603020202020204"/>
                <a:cs typeface="Trebuchet MS" panose="020B0603020202020204"/>
                <a:hlinkClick r:id="rId2"/>
              </a:rPr>
              <a:t>Processing</a:t>
            </a:r>
            <a:r>
              <a:rPr sz="2000" u="sng" spc="-120" dirty="0">
                <a:uFill>
                  <a:solidFill>
                    <a:srgbClr val="000000"/>
                  </a:solidFill>
                </a:uFill>
                <a:latin typeface="Trebuchet MS" panose="020B0603020202020204"/>
                <a:cs typeface="Trebuchet MS" panose="020B0603020202020204"/>
                <a:hlinkClick r:id="rId2"/>
              </a:rPr>
              <a:t> </a:t>
            </a:r>
            <a:r>
              <a:rPr sz="2000" u="sng" spc="-10" dirty="0">
                <a:uFill>
                  <a:solidFill>
                    <a:srgbClr val="000000"/>
                  </a:solidFill>
                </a:uFill>
                <a:latin typeface="Trebuchet MS" panose="020B0603020202020204"/>
                <a:cs typeface="Trebuchet MS" panose="020B0603020202020204"/>
                <a:hlinkClick r:id="rId2"/>
              </a:rPr>
              <a:t>(NLP).</a:t>
            </a:r>
            <a:endParaRPr sz="2000">
              <a:latin typeface="Trebuchet MS" panose="020B0603020202020204"/>
              <a:cs typeface="Trebuchet MS" panose="020B0603020202020204"/>
            </a:endParaRPr>
          </a:p>
        </p:txBody>
      </p:sp>
      <p:sp>
        <p:nvSpPr>
          <p:cNvPr id="7" name="object 7"/>
          <p:cNvSpPr txBox="1"/>
          <p:nvPr/>
        </p:nvSpPr>
        <p:spPr>
          <a:xfrm>
            <a:off x="7154733" y="5075608"/>
            <a:ext cx="6883400" cy="1065530"/>
          </a:xfrm>
          <a:prstGeom prst="rect">
            <a:avLst/>
          </a:prstGeom>
        </p:spPr>
        <p:txBody>
          <a:bodyPr vert="horz" wrap="square" lIns="0" tIns="12700" rIns="0" bIns="0" rtlCol="0">
            <a:spAutoFit/>
          </a:bodyPr>
          <a:lstStyle/>
          <a:p>
            <a:pPr marL="12700">
              <a:lnSpc>
                <a:spcPct val="100000"/>
              </a:lnSpc>
              <a:spcBef>
                <a:spcPts val="100"/>
              </a:spcBef>
            </a:pPr>
            <a:r>
              <a:rPr sz="3200" spc="245" dirty="0">
                <a:latin typeface="Trebuchet MS" panose="020B0603020202020204"/>
                <a:cs typeface="Trebuchet MS" panose="020B0603020202020204"/>
              </a:rPr>
              <a:t>How</a:t>
            </a:r>
            <a:r>
              <a:rPr sz="3200" spc="-170" dirty="0">
                <a:latin typeface="Trebuchet MS" panose="020B0603020202020204"/>
                <a:cs typeface="Trebuchet MS" panose="020B0603020202020204"/>
              </a:rPr>
              <a:t> </a:t>
            </a:r>
            <a:r>
              <a:rPr sz="3200" spc="105" dirty="0">
                <a:latin typeface="Trebuchet MS" panose="020B0603020202020204"/>
                <a:cs typeface="Trebuchet MS" panose="020B0603020202020204"/>
              </a:rPr>
              <a:t>to</a:t>
            </a:r>
            <a:r>
              <a:rPr sz="3200" spc="-170" dirty="0">
                <a:latin typeface="Trebuchet MS" panose="020B0603020202020204"/>
                <a:cs typeface="Trebuchet MS" panose="020B0603020202020204"/>
              </a:rPr>
              <a:t> </a:t>
            </a:r>
            <a:r>
              <a:rPr sz="3200" spc="114" dirty="0">
                <a:latin typeface="Trebuchet MS" panose="020B0603020202020204"/>
                <a:cs typeface="Trebuchet MS" panose="020B0603020202020204"/>
              </a:rPr>
              <a:t>reach</a:t>
            </a:r>
            <a:r>
              <a:rPr sz="3200" spc="-170" dirty="0">
                <a:latin typeface="Trebuchet MS" panose="020B0603020202020204"/>
                <a:cs typeface="Trebuchet MS" panose="020B0603020202020204"/>
              </a:rPr>
              <a:t> </a:t>
            </a:r>
            <a:r>
              <a:rPr sz="3200" spc="114" dirty="0">
                <a:latin typeface="Trebuchet MS" panose="020B0603020202020204"/>
                <a:cs typeface="Trebuchet MS" panose="020B0603020202020204"/>
              </a:rPr>
              <a:t>out</a:t>
            </a:r>
            <a:r>
              <a:rPr sz="3200" spc="-170" dirty="0">
                <a:latin typeface="Trebuchet MS" panose="020B0603020202020204"/>
                <a:cs typeface="Trebuchet MS" panose="020B0603020202020204"/>
              </a:rPr>
              <a:t> </a:t>
            </a:r>
            <a:r>
              <a:rPr sz="3200" spc="105" dirty="0">
                <a:latin typeface="Trebuchet MS" panose="020B0603020202020204"/>
                <a:cs typeface="Trebuchet MS" panose="020B0603020202020204"/>
              </a:rPr>
              <a:t>to</a:t>
            </a:r>
            <a:r>
              <a:rPr sz="3200" spc="-165" dirty="0">
                <a:latin typeface="Trebuchet MS" panose="020B0603020202020204"/>
                <a:cs typeface="Trebuchet MS" panose="020B0603020202020204"/>
              </a:rPr>
              <a:t> </a:t>
            </a:r>
            <a:r>
              <a:rPr sz="3200" spc="400" dirty="0">
                <a:latin typeface="Trebuchet MS" panose="020B0603020202020204"/>
                <a:cs typeface="Trebuchet MS" panose="020B0603020202020204"/>
              </a:rPr>
              <a:t>me?</a:t>
            </a:r>
            <a:endParaRPr sz="3200">
              <a:latin typeface="Trebuchet MS" panose="020B0603020202020204"/>
              <a:cs typeface="Trebuchet MS" panose="020B0603020202020204"/>
            </a:endParaRPr>
          </a:p>
          <a:p>
            <a:pPr marL="12700">
              <a:lnSpc>
                <a:spcPct val="100000"/>
              </a:lnSpc>
              <a:spcBef>
                <a:spcPts val="1825"/>
              </a:spcBef>
            </a:pPr>
            <a:r>
              <a:rPr sz="2100" spc="220" dirty="0">
                <a:latin typeface="Trebuchet MS" panose="020B0603020202020204"/>
                <a:cs typeface="Trebuchet MS" panose="020B0603020202020204"/>
              </a:rPr>
              <a:t>My</a:t>
            </a:r>
            <a:r>
              <a:rPr sz="2100" spc="-60" dirty="0">
                <a:latin typeface="Trebuchet MS" panose="020B0603020202020204"/>
                <a:cs typeface="Trebuchet MS" panose="020B0603020202020204"/>
              </a:rPr>
              <a:t> </a:t>
            </a:r>
            <a:r>
              <a:rPr sz="2100" dirty="0">
                <a:latin typeface="Trebuchet MS" panose="020B0603020202020204"/>
                <a:cs typeface="Trebuchet MS" panose="020B0603020202020204"/>
              </a:rPr>
              <a:t>office</a:t>
            </a:r>
            <a:r>
              <a:rPr sz="2100" spc="-55" dirty="0">
                <a:latin typeface="Trebuchet MS" panose="020B0603020202020204"/>
                <a:cs typeface="Trebuchet MS" panose="020B0603020202020204"/>
              </a:rPr>
              <a:t> </a:t>
            </a:r>
            <a:r>
              <a:rPr sz="2100" spc="80" dirty="0">
                <a:latin typeface="Trebuchet MS" panose="020B0603020202020204"/>
                <a:cs typeface="Trebuchet MS" panose="020B0603020202020204"/>
              </a:rPr>
              <a:t>is</a:t>
            </a:r>
            <a:r>
              <a:rPr sz="2100" spc="-55" dirty="0">
                <a:latin typeface="Trebuchet MS" panose="020B0603020202020204"/>
                <a:cs typeface="Trebuchet MS" panose="020B0603020202020204"/>
              </a:rPr>
              <a:t> </a:t>
            </a:r>
            <a:r>
              <a:rPr sz="2100" dirty="0">
                <a:latin typeface="Trebuchet MS" panose="020B0603020202020204"/>
                <a:cs typeface="Trebuchet MS" panose="020B0603020202020204"/>
              </a:rPr>
              <a:t>located</a:t>
            </a:r>
            <a:r>
              <a:rPr sz="2100" spc="-55" dirty="0">
                <a:latin typeface="Trebuchet MS" panose="020B0603020202020204"/>
                <a:cs typeface="Trebuchet MS" panose="020B0603020202020204"/>
              </a:rPr>
              <a:t> </a:t>
            </a:r>
            <a:r>
              <a:rPr sz="2100" dirty="0">
                <a:latin typeface="Trebuchet MS" panose="020B0603020202020204"/>
                <a:cs typeface="Trebuchet MS" panose="020B0603020202020204"/>
              </a:rPr>
              <a:t>in</a:t>
            </a:r>
            <a:r>
              <a:rPr sz="2100" spc="-55" dirty="0">
                <a:latin typeface="Trebuchet MS" panose="020B0603020202020204"/>
                <a:cs typeface="Trebuchet MS" panose="020B0603020202020204"/>
              </a:rPr>
              <a:t> </a:t>
            </a:r>
            <a:r>
              <a:rPr sz="2100" dirty="0">
                <a:latin typeface="Trebuchet MS" panose="020B0603020202020204"/>
                <a:cs typeface="Trebuchet MS" panose="020B0603020202020204"/>
              </a:rPr>
              <a:t>the</a:t>
            </a:r>
            <a:r>
              <a:rPr sz="2100" spc="-55" dirty="0">
                <a:latin typeface="Trebuchet MS" panose="020B0603020202020204"/>
                <a:cs typeface="Trebuchet MS" panose="020B0603020202020204"/>
              </a:rPr>
              <a:t> </a:t>
            </a:r>
            <a:r>
              <a:rPr sz="2100" spc="150" dirty="0">
                <a:latin typeface="Trebuchet MS" panose="020B0603020202020204"/>
                <a:cs typeface="Trebuchet MS" panose="020B0603020202020204"/>
              </a:rPr>
              <a:t>SCIT</a:t>
            </a:r>
            <a:r>
              <a:rPr sz="2100" spc="-60" dirty="0">
                <a:latin typeface="Trebuchet MS" panose="020B0603020202020204"/>
                <a:cs typeface="Trebuchet MS" panose="020B0603020202020204"/>
              </a:rPr>
              <a:t> </a:t>
            </a:r>
            <a:r>
              <a:rPr sz="2100" dirty="0">
                <a:latin typeface="Trebuchet MS" panose="020B0603020202020204"/>
                <a:cs typeface="Trebuchet MS" panose="020B0603020202020204"/>
              </a:rPr>
              <a:t>building,</a:t>
            </a:r>
            <a:r>
              <a:rPr sz="2100" spc="-55" dirty="0">
                <a:latin typeface="Trebuchet MS" panose="020B0603020202020204"/>
                <a:cs typeface="Trebuchet MS" panose="020B0603020202020204"/>
              </a:rPr>
              <a:t> </a:t>
            </a:r>
            <a:r>
              <a:rPr sz="2100" dirty="0">
                <a:latin typeface="Trebuchet MS" panose="020B0603020202020204"/>
                <a:cs typeface="Trebuchet MS" panose="020B0603020202020204"/>
              </a:rPr>
              <a:t>room</a:t>
            </a:r>
            <a:r>
              <a:rPr sz="2100" spc="-55" dirty="0">
                <a:latin typeface="Trebuchet MS" panose="020B0603020202020204"/>
                <a:cs typeface="Trebuchet MS" panose="020B0603020202020204"/>
              </a:rPr>
              <a:t> </a:t>
            </a:r>
            <a:r>
              <a:rPr sz="2100" spc="-70" dirty="0">
                <a:latin typeface="Trebuchet MS" panose="020B0603020202020204"/>
                <a:cs typeface="Trebuchet MS" panose="020B0603020202020204"/>
              </a:rPr>
              <a:t>no.</a:t>
            </a:r>
            <a:r>
              <a:rPr sz="2100" spc="-55" dirty="0">
                <a:latin typeface="Trebuchet MS" panose="020B0603020202020204"/>
                <a:cs typeface="Trebuchet MS" panose="020B0603020202020204"/>
              </a:rPr>
              <a:t> </a:t>
            </a:r>
            <a:r>
              <a:rPr sz="2100" spc="-10" dirty="0">
                <a:latin typeface="Trebuchet MS" panose="020B0603020202020204"/>
                <a:cs typeface="Trebuchet MS" panose="020B0603020202020204"/>
              </a:rPr>
              <a:t>001A.</a:t>
            </a:r>
            <a:endParaRPr sz="2100">
              <a:latin typeface="Trebuchet MS" panose="020B0603020202020204"/>
              <a:cs typeface="Trebuchet MS" panose="020B0603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266700"/>
            <a:ext cx="12352655" cy="1397000"/>
          </a:xfrm>
          <a:prstGeom prst="rect">
            <a:avLst/>
          </a:prstGeom>
        </p:spPr>
        <p:txBody>
          <a:bodyPr vert="horz" wrap="square" lIns="0" tIns="12700" rIns="0" bIns="0" rtlCol="0">
            <a:spAutoFit/>
          </a:bodyPr>
          <a:lstStyle/>
          <a:p>
            <a:pPr marL="12700">
              <a:lnSpc>
                <a:spcPct val="100000"/>
              </a:lnSpc>
              <a:spcBef>
                <a:spcPts val="100"/>
              </a:spcBef>
            </a:pPr>
            <a:r>
              <a:rPr spc="1100" dirty="0"/>
              <a:t>Course</a:t>
            </a:r>
            <a:r>
              <a:rPr spc="240" dirty="0"/>
              <a:t> </a:t>
            </a:r>
            <a:r>
              <a:rPr spc="880" dirty="0"/>
              <a:t>Details</a:t>
            </a:r>
            <a:endParaRPr spc="880" dirty="0"/>
          </a:p>
        </p:txBody>
      </p:sp>
      <p:grpSp>
        <p:nvGrpSpPr>
          <p:cNvPr id="3" name="object 3"/>
          <p:cNvGrpSpPr/>
          <p:nvPr/>
        </p:nvGrpSpPr>
        <p:grpSpPr>
          <a:xfrm>
            <a:off x="0" y="3376918"/>
            <a:ext cx="18288000" cy="6910070"/>
            <a:chOff x="0" y="3376918"/>
            <a:chExt cx="18288000" cy="6910070"/>
          </a:xfrm>
        </p:grpSpPr>
        <p:sp>
          <p:nvSpPr>
            <p:cNvPr id="4" name="object 4"/>
            <p:cNvSpPr/>
            <p:nvPr/>
          </p:nvSpPr>
          <p:spPr>
            <a:xfrm>
              <a:off x="0" y="8433328"/>
              <a:ext cx="18288000" cy="1854200"/>
            </a:xfrm>
            <a:custGeom>
              <a:avLst/>
              <a:gdLst/>
              <a:ahLst/>
              <a:cxnLst/>
              <a:rect l="l" t="t" r="r" b="b"/>
              <a:pathLst>
                <a:path w="18288000" h="1854200">
                  <a:moveTo>
                    <a:pt x="0" y="0"/>
                  </a:moveTo>
                  <a:lnTo>
                    <a:pt x="18288000" y="0"/>
                  </a:lnTo>
                  <a:lnTo>
                    <a:pt x="18288000" y="1853659"/>
                  </a:lnTo>
                  <a:lnTo>
                    <a:pt x="0" y="1853659"/>
                  </a:lnTo>
                  <a:lnTo>
                    <a:pt x="0" y="0"/>
                  </a:lnTo>
                  <a:close/>
                </a:path>
              </a:pathLst>
            </a:custGeom>
            <a:solidFill>
              <a:srgbClr val="99D9D9"/>
            </a:solidFill>
          </p:spPr>
          <p:txBody>
            <a:bodyPr wrap="square" lIns="0" tIns="0" rIns="0" bIns="0" rtlCol="0"/>
            <a:lstStyle/>
            <a:p/>
          </p:txBody>
        </p:sp>
        <p:pic>
          <p:nvPicPr>
            <p:cNvPr id="5" name="object 5"/>
            <p:cNvPicPr/>
            <p:nvPr/>
          </p:nvPicPr>
          <p:blipFill>
            <a:blip r:embed="rId1" cstate="print"/>
            <a:stretch>
              <a:fillRect/>
            </a:stretch>
          </p:blipFill>
          <p:spPr>
            <a:xfrm>
              <a:off x="11699169" y="3376918"/>
              <a:ext cx="5521936" cy="6202074"/>
            </a:xfrm>
            <a:prstGeom prst="rect">
              <a:avLst/>
            </a:prstGeom>
          </p:spPr>
        </p:pic>
      </p:grpSp>
      <p:sp>
        <p:nvSpPr>
          <p:cNvPr id="6" name="object 6"/>
          <p:cNvSpPr txBox="1"/>
          <p:nvPr/>
        </p:nvSpPr>
        <p:spPr>
          <a:xfrm>
            <a:off x="762000" y="1816100"/>
            <a:ext cx="10197465" cy="7387590"/>
          </a:xfrm>
          <a:prstGeom prst="rect">
            <a:avLst/>
          </a:prstGeom>
        </p:spPr>
        <p:txBody>
          <a:bodyPr vert="horz" wrap="square" lIns="0" tIns="12700" rIns="0" bIns="0" rtlCol="0">
            <a:spAutoFit/>
          </a:bodyPr>
          <a:lstStyle/>
          <a:p>
            <a:pPr marL="12700" algn="just">
              <a:lnSpc>
                <a:spcPct val="100000"/>
              </a:lnSpc>
              <a:spcBef>
                <a:spcPts val="100"/>
              </a:spcBef>
            </a:pPr>
            <a:r>
              <a:rPr lang="en-US" altLang="en-US" sz="3200" spc="229" dirty="0">
                <a:latin typeface="Trebuchet MS" panose="020B0603020202020204"/>
                <a:cs typeface="Trebuchet MS" panose="020B0603020202020204"/>
              </a:rPr>
              <a:t>Wednesday    :</a:t>
            </a:r>
            <a:r>
              <a:rPr sz="3200" spc="620" dirty="0">
                <a:latin typeface="Trebuchet MS" panose="020B0603020202020204"/>
                <a:cs typeface="Trebuchet MS" panose="020B0603020202020204"/>
              </a:rPr>
              <a:t> </a:t>
            </a:r>
            <a:r>
              <a:rPr lang="en-US" altLang="en-US" sz="3200" spc="620" dirty="0">
                <a:latin typeface="Trebuchet MS" panose="020B0603020202020204"/>
                <a:cs typeface="Trebuchet MS" panose="020B0603020202020204"/>
              </a:rPr>
              <a:t>11</a:t>
            </a:r>
            <a:r>
              <a:rPr sz="3200" spc="145" dirty="0">
                <a:latin typeface="Trebuchet MS" panose="020B0603020202020204"/>
                <a:cs typeface="Trebuchet MS" panose="020B0603020202020204"/>
              </a:rPr>
              <a:t>:</a:t>
            </a:r>
            <a:r>
              <a:rPr lang="en-US" altLang="en-US" sz="3200" spc="145" dirty="0">
                <a:latin typeface="Trebuchet MS" panose="020B0603020202020204"/>
                <a:cs typeface="Trebuchet MS" panose="020B0603020202020204"/>
              </a:rPr>
              <a:t>3</a:t>
            </a:r>
            <a:r>
              <a:rPr sz="3200" spc="145" dirty="0">
                <a:latin typeface="Trebuchet MS" panose="020B0603020202020204"/>
                <a:cs typeface="Trebuchet MS" panose="020B0603020202020204"/>
              </a:rPr>
              <a:t>0</a:t>
            </a:r>
            <a:r>
              <a:rPr sz="3200" spc="-170" dirty="0">
                <a:latin typeface="Trebuchet MS" panose="020B0603020202020204"/>
                <a:cs typeface="Trebuchet MS" panose="020B0603020202020204"/>
              </a:rPr>
              <a:t> </a:t>
            </a:r>
            <a:r>
              <a:rPr lang="en-US" altLang="en-US" sz="3200" spc="-170" dirty="0">
                <a:latin typeface="Trebuchet MS" panose="020B0603020202020204"/>
                <a:cs typeface="Trebuchet MS" panose="020B0603020202020204"/>
              </a:rPr>
              <a:t>A</a:t>
            </a:r>
            <a:r>
              <a:rPr sz="3200" spc="455" dirty="0">
                <a:latin typeface="Trebuchet MS" panose="020B0603020202020204"/>
                <a:cs typeface="Trebuchet MS" panose="020B0603020202020204"/>
              </a:rPr>
              <a:t>M</a:t>
            </a:r>
            <a:r>
              <a:rPr sz="3200" spc="-170" dirty="0">
                <a:latin typeface="Trebuchet MS" panose="020B0603020202020204"/>
                <a:cs typeface="Trebuchet MS" panose="020B0603020202020204"/>
              </a:rPr>
              <a:t> </a:t>
            </a:r>
            <a:r>
              <a:rPr sz="3200" spc="290" dirty="0">
                <a:latin typeface="Trebuchet MS" panose="020B0603020202020204"/>
                <a:cs typeface="Trebuchet MS" panose="020B0603020202020204"/>
              </a:rPr>
              <a:t>-</a:t>
            </a:r>
            <a:r>
              <a:rPr sz="3200" spc="-170" dirty="0">
                <a:latin typeface="Trebuchet MS" panose="020B0603020202020204"/>
                <a:cs typeface="Trebuchet MS" panose="020B0603020202020204"/>
              </a:rPr>
              <a:t> </a:t>
            </a:r>
            <a:r>
              <a:rPr lang="en-US" altLang="en-US" sz="3200" spc="-170" dirty="0">
                <a:latin typeface="Trebuchet MS" panose="020B0603020202020204"/>
                <a:cs typeface="Trebuchet MS" panose="020B0603020202020204"/>
              </a:rPr>
              <a:t> </a:t>
            </a:r>
            <a:r>
              <a:rPr lang="en-US" altLang="en-US" sz="3200" spc="-170" dirty="0">
                <a:latin typeface="Trebuchet MS" panose="020B0603020202020204"/>
                <a:cs typeface="Trebuchet MS" panose="020B0603020202020204"/>
              </a:rPr>
              <a:t>01</a:t>
            </a:r>
            <a:r>
              <a:rPr sz="3200" spc="155" dirty="0">
                <a:latin typeface="Trebuchet MS" panose="020B0603020202020204"/>
                <a:cs typeface="Trebuchet MS" panose="020B0603020202020204"/>
              </a:rPr>
              <a:t>:</a:t>
            </a:r>
            <a:r>
              <a:rPr lang="en-US" altLang="en-US" sz="3200" spc="155" dirty="0">
                <a:latin typeface="Trebuchet MS" panose="020B0603020202020204"/>
                <a:cs typeface="Trebuchet MS" panose="020B0603020202020204"/>
              </a:rPr>
              <a:t>3</a:t>
            </a:r>
            <a:r>
              <a:rPr sz="3200" spc="155" dirty="0">
                <a:latin typeface="Trebuchet MS" panose="020B0603020202020204"/>
                <a:cs typeface="Trebuchet MS" panose="020B0603020202020204"/>
              </a:rPr>
              <a:t>0</a:t>
            </a:r>
            <a:r>
              <a:rPr sz="3200" spc="-175" dirty="0">
                <a:latin typeface="Trebuchet MS" panose="020B0603020202020204"/>
                <a:cs typeface="Trebuchet MS" panose="020B0603020202020204"/>
              </a:rPr>
              <a:t> </a:t>
            </a:r>
            <a:r>
              <a:rPr sz="3200" spc="340" dirty="0">
                <a:latin typeface="Trebuchet MS" panose="020B0603020202020204"/>
                <a:cs typeface="Trebuchet MS" panose="020B0603020202020204"/>
              </a:rPr>
              <a:t>PM</a:t>
            </a:r>
            <a:endParaRPr sz="3200" spc="340" dirty="0">
              <a:latin typeface="Trebuchet MS" panose="020B0603020202020204"/>
              <a:cs typeface="Trebuchet MS" panose="020B0603020202020204"/>
            </a:endParaRPr>
          </a:p>
          <a:p>
            <a:pPr marL="12700" algn="just">
              <a:lnSpc>
                <a:spcPct val="100000"/>
              </a:lnSpc>
              <a:spcBef>
                <a:spcPts val="100"/>
              </a:spcBef>
            </a:pPr>
            <a:r>
              <a:rPr lang="en-US" altLang="en-US" sz="3200" spc="340" dirty="0">
                <a:latin typeface="Trebuchet MS" panose="020B0603020202020204"/>
                <a:cs typeface="Trebuchet MS" panose="020B0603020202020204"/>
                <a:sym typeface="+mn-ea"/>
              </a:rPr>
              <a:t>Venue          :SVAD-403 </a:t>
            </a:r>
            <a:endParaRPr lang="en-US" altLang="en-US" sz="3200" spc="340" dirty="0">
              <a:latin typeface="Trebuchet MS" panose="020B0603020202020204"/>
              <a:cs typeface="Trebuchet MS" panose="020B0603020202020204"/>
              <a:sym typeface="+mn-ea"/>
            </a:endParaRPr>
          </a:p>
          <a:p>
            <a:pPr marL="12700" algn="just">
              <a:lnSpc>
                <a:spcPct val="100000"/>
              </a:lnSpc>
              <a:spcBef>
                <a:spcPts val="100"/>
              </a:spcBef>
            </a:pPr>
            <a:endParaRPr sz="3200" spc="220" dirty="0">
              <a:latin typeface="Trebuchet MS" panose="020B0603020202020204"/>
              <a:cs typeface="Trebuchet MS" panose="020B0603020202020204"/>
            </a:endParaRPr>
          </a:p>
          <a:p>
            <a:pPr marL="12700" algn="just">
              <a:lnSpc>
                <a:spcPct val="100000"/>
              </a:lnSpc>
              <a:spcBef>
                <a:spcPts val="100"/>
              </a:spcBef>
            </a:pPr>
            <a:r>
              <a:rPr sz="3200" spc="220" dirty="0">
                <a:latin typeface="Trebuchet MS" panose="020B0603020202020204"/>
                <a:cs typeface="Trebuchet MS" panose="020B0603020202020204"/>
              </a:rPr>
              <a:t>Course</a:t>
            </a:r>
            <a:r>
              <a:rPr sz="3200" spc="-175" dirty="0">
                <a:latin typeface="Trebuchet MS" panose="020B0603020202020204"/>
                <a:cs typeface="Trebuchet MS" panose="020B0603020202020204"/>
              </a:rPr>
              <a:t> </a:t>
            </a:r>
            <a:r>
              <a:rPr sz="3200" spc="105" dirty="0">
                <a:latin typeface="Trebuchet MS" panose="020B0603020202020204"/>
                <a:cs typeface="Trebuchet MS" panose="020B0603020202020204"/>
              </a:rPr>
              <a:t>Description</a:t>
            </a:r>
            <a:endParaRPr sz="3200">
              <a:latin typeface="Trebuchet MS" panose="020B0603020202020204"/>
              <a:cs typeface="Trebuchet MS" panose="020B0603020202020204"/>
            </a:endParaRPr>
          </a:p>
          <a:p>
            <a:pPr marL="12700" marR="5080" algn="just">
              <a:lnSpc>
                <a:spcPct val="107000"/>
              </a:lnSpc>
              <a:spcBef>
                <a:spcPts val="905"/>
              </a:spcBef>
            </a:pPr>
            <a:r>
              <a:rPr sz="2400" spc="45" dirty="0">
                <a:latin typeface="Trebuchet MS" panose="020B0603020202020204"/>
                <a:cs typeface="Trebuchet MS" panose="020B0603020202020204"/>
              </a:rPr>
              <a:t>T</a:t>
            </a:r>
            <a:r>
              <a:rPr sz="2400" u="none" spc="45" dirty="0">
                <a:latin typeface="Trebuchet MS" panose="020B0603020202020204"/>
                <a:cs typeface="Trebuchet MS" panose="020B0603020202020204"/>
              </a:rPr>
              <a:t>his course provides a well-rounded introduction to the fast-evolvin</a:t>
            </a:r>
            <a:r>
              <a:rPr sz="2400" spc="45" dirty="0">
                <a:latin typeface="Trebuchet MS" panose="020B0603020202020204"/>
                <a:cs typeface="Trebuchet MS" panose="020B0603020202020204"/>
              </a:rPr>
              <a:t>g field of digital marketing, giving participants the essential skills and strategies to succeed in today’s data-driven environment. Combining foundational theory with real-world case studies and practical exercises, it explores core areas including social media marketing, search engine marketing (SEM), content strategy, influencer marketing, and analytics. Learners will gain the ability to design impactful digital campaigns, optimise performance, and track results using modern tools and techniques. Tailored for both professionals and entrepreneurs, the course equips participants to strengthen their digital presence, accelerate growth, and make confident, data-informed marketing decisions.</a:t>
            </a:r>
            <a:endParaRPr sz="2400" spc="45" dirty="0">
              <a:latin typeface="Trebuchet MS" panose="020B0603020202020204"/>
              <a:cs typeface="Trebuchet MS" panose="020B0603020202020204"/>
            </a:endParaRPr>
          </a:p>
          <a:p>
            <a:pPr marL="12700" marR="5080" algn="just">
              <a:lnSpc>
                <a:spcPct val="107000"/>
              </a:lnSpc>
              <a:spcBef>
                <a:spcPts val="905"/>
              </a:spcBef>
            </a:pPr>
            <a:endParaRPr sz="2400">
              <a:latin typeface="Trebuchet MS" panose="020B0603020202020204"/>
              <a:cs typeface="Trebuchet MS" panose="020B0603020202020204"/>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873125"/>
            <a:ext cx="9800590" cy="1397635"/>
          </a:xfrm>
          <a:prstGeom prst="rect">
            <a:avLst/>
          </a:prstGeom>
        </p:spPr>
        <p:txBody>
          <a:bodyPr vert="horz" wrap="square" lIns="0" tIns="12700" rIns="0" bIns="0" rtlCol="0">
            <a:spAutoFit/>
            <a:scene3d>
              <a:camera prst="orthographicFront"/>
              <a:lightRig rig="threePt" dir="t"/>
            </a:scene3d>
          </a:bodyPr>
          <a:lstStyle/>
          <a:p>
            <a:pPr marL="12700">
              <a:lnSpc>
                <a:spcPct val="100000"/>
              </a:lnSpc>
              <a:spcBef>
                <a:spcPts val="100"/>
              </a:spcBef>
            </a:pPr>
            <a:r>
              <a:rPr lang="en-US" spc="31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panose="020B0603020202020204"/>
                <a:cs typeface="Trebuchet MS" panose="020B0603020202020204"/>
              </a:rPr>
              <a:t>GCR Details</a:t>
            </a:r>
            <a:endParaRPr lang="en-US" spc="310" dirty="0">
              <a:ln w="12700">
                <a:solidFill>
                  <a:schemeClr val="accent3">
                    <a:lumMod val="50000"/>
                    <a:lumMod val="50000"/>
                  </a:schemeClr>
                </a:solidFill>
                <a:prstDash val="solid"/>
              </a:ln>
              <a:pattFill prst="narHorz">
                <a:fgClr>
                  <a:schemeClr val="accent3"/>
                </a:fgClr>
                <a:bgClr>
                  <a:schemeClr val="accent3">
                    <a:lumMod val="40000"/>
                    <a:lumOff val="60000"/>
                    <a:lumMod val="40000"/>
                    <a:lumOff val="60000"/>
                  </a:schemeClr>
                </a:bgClr>
              </a:pattFill>
              <a:effectLst>
                <a:innerShdw blurRad="177800">
                  <a:schemeClr val="accent3">
                    <a:lumMod val="50000"/>
                    <a:lumMod val="50000"/>
                  </a:schemeClr>
                </a:innerShdw>
              </a:effectLst>
              <a:latin typeface="Trebuchet MS" panose="020B0603020202020204"/>
              <a:cs typeface="Trebuchet MS" panose="020B0603020202020204"/>
            </a:endParaRPr>
          </a:p>
        </p:txBody>
      </p:sp>
      <p:grpSp>
        <p:nvGrpSpPr>
          <p:cNvPr id="7" name="object 7"/>
          <p:cNvGrpSpPr/>
          <p:nvPr/>
        </p:nvGrpSpPr>
        <p:grpSpPr>
          <a:xfrm>
            <a:off x="0" y="4436987"/>
            <a:ext cx="18288000" cy="5852496"/>
            <a:chOff x="0" y="4436987"/>
            <a:chExt cx="18288000" cy="5852496"/>
          </a:xfrm>
        </p:grpSpPr>
        <p:sp>
          <p:nvSpPr>
            <p:cNvPr id="8" name="object 8"/>
            <p:cNvSpPr/>
            <p:nvPr/>
          </p:nvSpPr>
          <p:spPr>
            <a:xfrm>
              <a:off x="0" y="7689158"/>
              <a:ext cx="18288000" cy="2600325"/>
            </a:xfrm>
            <a:custGeom>
              <a:avLst/>
              <a:gdLst/>
              <a:ahLst/>
              <a:cxnLst/>
              <a:rect l="l" t="t" r="r" b="b"/>
              <a:pathLst>
                <a:path w="18288000" h="2600325">
                  <a:moveTo>
                    <a:pt x="18288000" y="2600325"/>
                  </a:moveTo>
                  <a:lnTo>
                    <a:pt x="0" y="2600325"/>
                  </a:lnTo>
                  <a:lnTo>
                    <a:pt x="0" y="0"/>
                  </a:lnTo>
                  <a:lnTo>
                    <a:pt x="18288000" y="0"/>
                  </a:lnTo>
                  <a:lnTo>
                    <a:pt x="18288000" y="2600325"/>
                  </a:lnTo>
                  <a:close/>
                </a:path>
              </a:pathLst>
            </a:custGeom>
            <a:solidFill>
              <a:srgbClr val="99B83C"/>
            </a:solidFill>
          </p:spPr>
          <p:txBody>
            <a:bodyPr wrap="square" lIns="0" tIns="0" rIns="0" bIns="0" rtlCol="0"/>
            <a:lstStyle/>
            <a:p/>
          </p:txBody>
        </p:sp>
        <p:pic>
          <p:nvPicPr>
            <p:cNvPr id="9" name="object 9"/>
            <p:cNvPicPr/>
            <p:nvPr/>
          </p:nvPicPr>
          <p:blipFill>
            <a:blip r:embed="rId1" cstate="print"/>
            <a:stretch>
              <a:fillRect/>
            </a:stretch>
          </p:blipFill>
          <p:spPr>
            <a:xfrm>
              <a:off x="11357663" y="4436987"/>
              <a:ext cx="6930334" cy="5850012"/>
            </a:xfrm>
            <a:prstGeom prst="rect">
              <a:avLst/>
            </a:prstGeom>
          </p:spPr>
        </p:pic>
      </p:grpSp>
      <p:pic>
        <p:nvPicPr>
          <p:cNvPr id="14" name="object 14"/>
          <p:cNvPicPr/>
          <p:nvPr/>
        </p:nvPicPr>
        <p:blipFill>
          <a:blip r:embed="rId2" cstate="print"/>
          <a:stretch>
            <a:fillRect/>
          </a:stretch>
        </p:blipFill>
        <p:spPr>
          <a:xfrm>
            <a:off x="13872015" y="1072192"/>
            <a:ext cx="2152944" cy="2210441"/>
          </a:xfrm>
          <a:prstGeom prst="rect">
            <a:avLst/>
          </a:prstGeom>
        </p:spPr>
      </p:pic>
      <p:sp>
        <p:nvSpPr>
          <p:cNvPr id="15" name="object 15"/>
          <p:cNvSpPr txBox="1"/>
          <p:nvPr/>
        </p:nvSpPr>
        <p:spPr>
          <a:xfrm>
            <a:off x="1295400" y="2857500"/>
            <a:ext cx="8992870" cy="1967230"/>
          </a:xfrm>
          <a:prstGeom prst="rect">
            <a:avLst/>
          </a:prstGeom>
        </p:spPr>
        <p:txBody>
          <a:bodyPr vert="horz" wrap="square" lIns="0" tIns="168275" rIns="0" bIns="0" rtlCol="0">
            <a:spAutoFit/>
          </a:bodyPr>
          <a:lstStyle/>
          <a:p>
            <a:pPr marL="12700">
              <a:lnSpc>
                <a:spcPct val="100000"/>
              </a:lnSpc>
              <a:spcBef>
                <a:spcPts val="1325"/>
              </a:spcBef>
            </a:pPr>
            <a:r>
              <a:rPr sz="5400" b="1" spc="185" dirty="0">
                <a:latin typeface="Trebuchet MS" panose="020B0603020202020204"/>
                <a:cs typeface="Trebuchet MS" panose="020B0603020202020204"/>
              </a:rPr>
              <a:t>Google</a:t>
            </a:r>
            <a:r>
              <a:rPr sz="5400" b="1" spc="-130" dirty="0">
                <a:latin typeface="Trebuchet MS" panose="020B0603020202020204"/>
                <a:cs typeface="Trebuchet MS" panose="020B0603020202020204"/>
              </a:rPr>
              <a:t> </a:t>
            </a:r>
            <a:r>
              <a:rPr sz="5400" b="1" spc="195" dirty="0">
                <a:latin typeface="Trebuchet MS" panose="020B0603020202020204"/>
                <a:cs typeface="Trebuchet MS" panose="020B0603020202020204"/>
              </a:rPr>
              <a:t>Classroom</a:t>
            </a:r>
            <a:r>
              <a:rPr sz="5400" b="1" spc="-125" dirty="0">
                <a:latin typeface="Trebuchet MS" panose="020B0603020202020204"/>
                <a:cs typeface="Trebuchet MS" panose="020B0603020202020204"/>
              </a:rPr>
              <a:t> </a:t>
            </a:r>
            <a:r>
              <a:rPr sz="5400" b="1" spc="215" dirty="0">
                <a:latin typeface="Trebuchet MS" panose="020B0603020202020204"/>
                <a:cs typeface="Trebuchet MS" panose="020B0603020202020204"/>
              </a:rPr>
              <a:t>Code</a:t>
            </a:r>
            <a:endParaRPr sz="5400">
              <a:latin typeface="Trebuchet MS" panose="020B0603020202020204"/>
              <a:cs typeface="Trebuchet MS" panose="020B0603020202020204"/>
            </a:endParaRPr>
          </a:p>
          <a:p>
            <a:pPr marL="12700">
              <a:lnSpc>
                <a:spcPct val="100000"/>
              </a:lnSpc>
              <a:spcBef>
                <a:spcPts val="1070"/>
              </a:spcBef>
            </a:pPr>
            <a:r>
              <a:rPr sz="5400" spc="-10" dirty="0">
                <a:highlight>
                  <a:srgbClr val="FFFF00"/>
                </a:highlight>
                <a:latin typeface="Trebuchet MS" panose="020B0603020202020204"/>
                <a:cs typeface="Trebuchet MS" panose="020B0603020202020204"/>
              </a:rPr>
              <a:t>“pxgo5pzl”</a:t>
            </a:r>
            <a:endParaRPr sz="5400" spc="-10" dirty="0">
              <a:highlight>
                <a:srgbClr val="FFFF00"/>
              </a:highlight>
              <a:latin typeface="Trebuchet MS" panose="020B0603020202020204"/>
              <a:cs typeface="Trebuchet MS" panose="020B0603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8244809"/>
            <a:ext cx="18288000" cy="2038350"/>
          </a:xfrm>
          <a:custGeom>
            <a:avLst/>
            <a:gdLst/>
            <a:ahLst/>
            <a:cxnLst/>
            <a:rect l="l" t="t" r="r" b="b"/>
            <a:pathLst>
              <a:path w="18288000" h="2038350">
                <a:moveTo>
                  <a:pt x="18288000" y="2038350"/>
                </a:moveTo>
                <a:lnTo>
                  <a:pt x="0" y="2038350"/>
                </a:lnTo>
                <a:lnTo>
                  <a:pt x="0" y="0"/>
                </a:lnTo>
                <a:lnTo>
                  <a:pt x="18288000" y="0"/>
                </a:lnTo>
                <a:lnTo>
                  <a:pt x="18288000" y="2038350"/>
                </a:lnTo>
                <a:close/>
              </a:path>
            </a:pathLst>
          </a:custGeom>
          <a:solidFill>
            <a:srgbClr val="99D9D9"/>
          </a:solidFill>
        </p:spPr>
        <p:txBody>
          <a:bodyPr wrap="square" lIns="0" tIns="0" rIns="0" bIns="0" rtlCol="0"/>
          <a:lstStyle/>
          <a:p/>
        </p:txBody>
      </p:sp>
      <p:graphicFrame>
        <p:nvGraphicFramePr>
          <p:cNvPr id="3" name="object 3"/>
          <p:cNvGraphicFramePr>
            <a:graphicFrameLocks noGrp="1"/>
          </p:cNvGraphicFramePr>
          <p:nvPr/>
        </p:nvGraphicFramePr>
        <p:xfrm>
          <a:off x="838200" y="2069465"/>
          <a:ext cx="8525510" cy="3190240"/>
        </p:xfrm>
        <a:graphic>
          <a:graphicData uri="http://schemas.openxmlformats.org/drawingml/2006/table">
            <a:tbl>
              <a:tblPr firstRow="1" bandRow="1">
                <a:tableStyleId>{2D5ABB26-0587-4C30-8999-92F81FD0307C}</a:tableStyleId>
              </a:tblPr>
              <a:tblGrid>
                <a:gridCol w="3848100"/>
                <a:gridCol w="4677410"/>
              </a:tblGrid>
              <a:tr h="1362075">
                <a:tc>
                  <a:txBody>
                    <a:bodyPr/>
                    <a:lstStyle/>
                    <a:p>
                      <a:pPr marL="228600">
                        <a:lnSpc>
                          <a:spcPct val="100000"/>
                        </a:lnSpc>
                        <a:spcBef>
                          <a:spcPts val="3200"/>
                        </a:spcBef>
                      </a:pPr>
                      <a:r>
                        <a:rPr sz="2800" spc="-100" dirty="0">
                          <a:latin typeface="Arial Black" panose="020B0A04020102020204"/>
                          <a:cs typeface="Arial Black" panose="020B0A04020102020204"/>
                        </a:rPr>
                        <a:t>Quiz</a:t>
                      </a:r>
                      <a:r>
                        <a:rPr sz="2800" spc="-210" dirty="0">
                          <a:latin typeface="Arial Black" panose="020B0A04020102020204"/>
                          <a:cs typeface="Arial Black" panose="020B0A04020102020204"/>
                        </a:rPr>
                        <a:t> </a:t>
                      </a:r>
                      <a:r>
                        <a:rPr sz="2800" spc="-85" dirty="0">
                          <a:latin typeface="Arial Black" panose="020B0A04020102020204"/>
                          <a:cs typeface="Arial Black" panose="020B0A04020102020204"/>
                        </a:rPr>
                        <a:t>(1</a:t>
                      </a:r>
                      <a:r>
                        <a:rPr lang="en-US" sz="2800" spc="-85" dirty="0">
                          <a:latin typeface="Arial Black" panose="020B0A04020102020204"/>
                          <a:cs typeface="Arial Black" panose="020B0A04020102020204"/>
                        </a:rPr>
                        <a:t>0</a:t>
                      </a:r>
                      <a:r>
                        <a:rPr sz="2800" spc="-210" dirty="0">
                          <a:latin typeface="Arial Black" panose="020B0A04020102020204"/>
                          <a:cs typeface="Arial Black" panose="020B0A04020102020204"/>
                        </a:rPr>
                        <a:t> </a:t>
                      </a:r>
                      <a:r>
                        <a:rPr sz="2800" spc="-25" dirty="0">
                          <a:latin typeface="Arial Black" panose="020B0A04020102020204"/>
                          <a:cs typeface="Arial Black" panose="020B0A04020102020204"/>
                        </a:rPr>
                        <a:t>%)</a:t>
                      </a:r>
                      <a:endParaRPr sz="2800">
                        <a:latin typeface="Arial Black" panose="020B0A04020102020204"/>
                        <a:cs typeface="Arial Black" panose="020B0A04020102020204"/>
                      </a:endParaRPr>
                    </a:p>
                  </a:txBody>
                  <a:tcPr marL="0" marR="0" marT="406400" marB="0">
                    <a:lnR w="19050">
                      <a:solidFill>
                        <a:srgbClr val="CFE3E7"/>
                      </a:solidFill>
                      <a:prstDash val="solid"/>
                    </a:lnR>
                    <a:lnB w="38100">
                      <a:solidFill>
                        <a:srgbClr val="FFFFFF"/>
                      </a:solidFill>
                      <a:prstDash val="solid"/>
                    </a:lnB>
                  </a:tcPr>
                </a:tc>
                <a:tc>
                  <a:txBody>
                    <a:bodyPr/>
                    <a:lstStyle/>
                    <a:p>
                      <a:pPr marL="200025">
                        <a:lnSpc>
                          <a:spcPct val="100000"/>
                        </a:lnSpc>
                        <a:spcBef>
                          <a:spcPts val="3200"/>
                        </a:spcBef>
                      </a:pPr>
                      <a:r>
                        <a:rPr lang="en-US" sz="2800" spc="-195" dirty="0">
                          <a:latin typeface="Arial Black" panose="020B0A04020102020204"/>
                          <a:cs typeface="Arial Black" panose="020B0A04020102020204"/>
                        </a:rPr>
                        <a:t>Assignment</a:t>
                      </a:r>
                      <a:r>
                        <a:rPr sz="2800" spc="-195" dirty="0">
                          <a:latin typeface="Arial Black" panose="020B0A04020102020204"/>
                          <a:cs typeface="Arial Black" panose="020B0A04020102020204"/>
                        </a:rPr>
                        <a:t> </a:t>
                      </a:r>
                      <a:r>
                        <a:rPr sz="2800" spc="-85" dirty="0">
                          <a:latin typeface="Arial Black" panose="020B0A04020102020204"/>
                          <a:cs typeface="Arial Black" panose="020B0A04020102020204"/>
                        </a:rPr>
                        <a:t>(</a:t>
                      </a:r>
                      <a:r>
                        <a:rPr lang="en-US" sz="2800" spc="-85" dirty="0">
                          <a:latin typeface="Arial Black" panose="020B0A04020102020204"/>
                          <a:cs typeface="Arial Black" panose="020B0A04020102020204"/>
                        </a:rPr>
                        <a:t>10</a:t>
                      </a:r>
                      <a:r>
                        <a:rPr sz="2800" spc="-195" dirty="0">
                          <a:latin typeface="Arial Black" panose="020B0A04020102020204"/>
                          <a:cs typeface="Arial Black" panose="020B0A04020102020204"/>
                        </a:rPr>
                        <a:t> </a:t>
                      </a:r>
                      <a:r>
                        <a:rPr sz="2800" spc="-25" dirty="0">
                          <a:latin typeface="Arial Black" panose="020B0A04020102020204"/>
                          <a:cs typeface="Arial Black" panose="020B0A04020102020204"/>
                        </a:rPr>
                        <a:t>%)</a:t>
                      </a:r>
                      <a:endParaRPr sz="2800">
                        <a:latin typeface="Arial Black" panose="020B0A04020102020204"/>
                        <a:cs typeface="Arial Black" panose="020B0A04020102020204"/>
                      </a:endParaRPr>
                    </a:p>
                  </a:txBody>
                  <a:tcPr marL="0" marR="0" marT="406400" marB="0">
                    <a:lnL w="19050">
                      <a:solidFill>
                        <a:srgbClr val="CFE3E7"/>
                      </a:solidFill>
                      <a:prstDash val="solid"/>
                    </a:lnL>
                    <a:lnR w="19050">
                      <a:solidFill>
                        <a:srgbClr val="CFE3E7"/>
                      </a:solidFill>
                      <a:prstDash val="solid"/>
                    </a:lnR>
                    <a:lnB w="38100">
                      <a:solidFill>
                        <a:srgbClr val="FFFFFF"/>
                      </a:solidFill>
                      <a:prstDash val="solid"/>
                    </a:lnB>
                  </a:tcPr>
                </a:tc>
              </a:tr>
              <a:tr h="1828165">
                <a:tc>
                  <a:txBody>
                    <a:bodyPr/>
                    <a:lstStyle/>
                    <a:p>
                      <a:pPr marL="228600" marR="224790">
                        <a:lnSpc>
                          <a:spcPct val="115000"/>
                        </a:lnSpc>
                        <a:spcBef>
                          <a:spcPts val="990"/>
                        </a:spcBef>
                      </a:pPr>
                      <a:r>
                        <a:rPr sz="2400" dirty="0">
                          <a:latin typeface="Trebuchet MS" panose="020B0603020202020204"/>
                          <a:cs typeface="Trebuchet MS" panose="020B0603020202020204"/>
                        </a:rPr>
                        <a:t>I</a:t>
                      </a:r>
                      <a:r>
                        <a:rPr sz="2400" spc="-135" dirty="0">
                          <a:latin typeface="Trebuchet MS" panose="020B0603020202020204"/>
                          <a:cs typeface="Trebuchet MS" panose="020B0603020202020204"/>
                        </a:rPr>
                        <a:t> </a:t>
                      </a:r>
                      <a:r>
                        <a:rPr sz="2400" dirty="0">
                          <a:latin typeface="Trebuchet MS" panose="020B0603020202020204"/>
                          <a:cs typeface="Trebuchet MS" panose="020B0603020202020204"/>
                        </a:rPr>
                        <a:t>will</a:t>
                      </a:r>
                      <a:r>
                        <a:rPr sz="2400" spc="-130" dirty="0">
                          <a:latin typeface="Trebuchet MS" panose="020B0603020202020204"/>
                          <a:cs typeface="Trebuchet MS" panose="020B0603020202020204"/>
                        </a:rPr>
                        <a:t> </a:t>
                      </a:r>
                      <a:r>
                        <a:rPr sz="2400" spc="60" dirty="0">
                          <a:latin typeface="Trebuchet MS" panose="020B0603020202020204"/>
                          <a:cs typeface="Trebuchet MS" panose="020B0603020202020204"/>
                        </a:rPr>
                        <a:t>take</a:t>
                      </a:r>
                      <a:r>
                        <a:rPr sz="2400" spc="-135" dirty="0">
                          <a:latin typeface="Trebuchet MS" panose="020B0603020202020204"/>
                          <a:cs typeface="Trebuchet MS" panose="020B0603020202020204"/>
                        </a:rPr>
                        <a:t> </a:t>
                      </a:r>
                      <a:r>
                        <a:rPr sz="2400" dirty="0">
                          <a:latin typeface="Trebuchet MS" panose="020B0603020202020204"/>
                          <a:cs typeface="Trebuchet MS" panose="020B0603020202020204"/>
                        </a:rPr>
                        <a:t>total</a:t>
                      </a:r>
                      <a:r>
                        <a:rPr sz="2400" spc="-130" dirty="0">
                          <a:latin typeface="Trebuchet MS" panose="020B0603020202020204"/>
                          <a:cs typeface="Trebuchet MS" panose="020B0603020202020204"/>
                        </a:rPr>
                        <a:t> </a:t>
                      </a:r>
                      <a:r>
                        <a:rPr lang="en-US" sz="2400" spc="-130" dirty="0">
                          <a:latin typeface="Trebuchet MS" panose="020B0603020202020204"/>
                          <a:cs typeface="Trebuchet MS" panose="020B0603020202020204"/>
                        </a:rPr>
                        <a:t>4</a:t>
                      </a:r>
                      <a:r>
                        <a:rPr sz="2400" spc="-130" dirty="0">
                          <a:latin typeface="Trebuchet MS" panose="020B0603020202020204"/>
                          <a:cs typeface="Trebuchet MS" panose="020B0603020202020204"/>
                        </a:rPr>
                        <a:t> </a:t>
                      </a:r>
                      <a:r>
                        <a:rPr lang="en-US" sz="2400" spc="-130" dirty="0">
                          <a:latin typeface="Trebuchet MS" panose="020B0603020202020204"/>
                          <a:cs typeface="Trebuchet MS" panose="020B0603020202020204"/>
                        </a:rPr>
                        <a:t>-5 </a:t>
                      </a:r>
                      <a:r>
                        <a:rPr sz="2400" spc="55" dirty="0">
                          <a:latin typeface="Trebuchet MS" panose="020B0603020202020204"/>
                          <a:cs typeface="Trebuchet MS" panose="020B0603020202020204"/>
                        </a:rPr>
                        <a:t>quizes</a:t>
                      </a:r>
                      <a:r>
                        <a:rPr sz="2400" spc="-135" dirty="0">
                          <a:latin typeface="Trebuchet MS" panose="020B0603020202020204"/>
                          <a:cs typeface="Trebuchet MS" panose="020B0603020202020204"/>
                        </a:rPr>
                        <a:t> </a:t>
                      </a:r>
                      <a:r>
                        <a:rPr sz="2400" spc="50" dirty="0">
                          <a:latin typeface="Trebuchet MS" panose="020B0603020202020204"/>
                          <a:cs typeface="Trebuchet MS" panose="020B0603020202020204"/>
                        </a:rPr>
                        <a:t>and </a:t>
                      </a:r>
                      <a:r>
                        <a:rPr sz="2400" dirty="0">
                          <a:latin typeface="Trebuchet MS" panose="020B0603020202020204"/>
                          <a:cs typeface="Trebuchet MS" panose="020B0603020202020204"/>
                        </a:rPr>
                        <a:t>will</a:t>
                      </a:r>
                      <a:r>
                        <a:rPr sz="2400" spc="-150" dirty="0">
                          <a:latin typeface="Trebuchet MS" panose="020B0603020202020204"/>
                          <a:cs typeface="Trebuchet MS" panose="020B0603020202020204"/>
                        </a:rPr>
                        <a:t> </a:t>
                      </a:r>
                      <a:r>
                        <a:rPr sz="2400" spc="60" dirty="0">
                          <a:latin typeface="Trebuchet MS" panose="020B0603020202020204"/>
                          <a:cs typeface="Trebuchet MS" panose="020B0603020202020204"/>
                        </a:rPr>
                        <a:t>consider</a:t>
                      </a:r>
                      <a:r>
                        <a:rPr sz="2400" spc="-145" dirty="0">
                          <a:latin typeface="Trebuchet MS" panose="020B0603020202020204"/>
                          <a:cs typeface="Trebuchet MS" panose="020B0603020202020204"/>
                        </a:rPr>
                        <a:t> </a:t>
                      </a:r>
                      <a:r>
                        <a:rPr lang="en-US" sz="2400" spc="-145" dirty="0">
                          <a:latin typeface="Trebuchet MS" panose="020B0603020202020204"/>
                          <a:cs typeface="Trebuchet MS" panose="020B0603020202020204"/>
                        </a:rPr>
                        <a:t>all</a:t>
                      </a:r>
                      <a:endParaRPr lang="en-US" sz="2400" spc="-145" dirty="0">
                        <a:latin typeface="Trebuchet MS" panose="020B0603020202020204"/>
                        <a:cs typeface="Trebuchet MS" panose="020B0603020202020204"/>
                      </a:endParaRPr>
                    </a:p>
                  </a:txBody>
                  <a:tcPr marL="0" marR="0" marT="125730" marB="0">
                    <a:lnR w="19050">
                      <a:solidFill>
                        <a:srgbClr val="CFE3E7"/>
                      </a:solidFill>
                      <a:prstDash val="solid"/>
                    </a:lnR>
                    <a:lnT w="38100">
                      <a:solidFill>
                        <a:srgbClr val="FFFFFF"/>
                      </a:solidFill>
                      <a:prstDash val="solid"/>
                    </a:lnT>
                  </a:tcPr>
                </a:tc>
                <a:tc>
                  <a:txBody>
                    <a:bodyPr/>
                    <a:lstStyle/>
                    <a:p>
                      <a:pPr marL="200025" marR="192405" algn="l">
                        <a:lnSpc>
                          <a:spcPct val="115000"/>
                        </a:lnSpc>
                        <a:spcBef>
                          <a:spcPts val="990"/>
                        </a:spcBef>
                      </a:pPr>
                      <a:r>
                        <a:rPr sz="2400" dirty="0">
                          <a:latin typeface="Trebuchet MS" panose="020B0603020202020204"/>
                          <a:cs typeface="Trebuchet MS" panose="020B0603020202020204"/>
                          <a:sym typeface="+mn-ea"/>
                        </a:rPr>
                        <a:t>I</a:t>
                      </a:r>
                      <a:r>
                        <a:rPr sz="2400" spc="-135" dirty="0">
                          <a:latin typeface="Trebuchet MS" panose="020B0603020202020204"/>
                          <a:cs typeface="Trebuchet MS" panose="020B0603020202020204"/>
                          <a:sym typeface="+mn-ea"/>
                        </a:rPr>
                        <a:t> </a:t>
                      </a:r>
                      <a:r>
                        <a:rPr sz="2400" dirty="0">
                          <a:latin typeface="Trebuchet MS" panose="020B0603020202020204"/>
                          <a:cs typeface="Trebuchet MS" panose="020B0603020202020204"/>
                          <a:sym typeface="+mn-ea"/>
                        </a:rPr>
                        <a:t>will</a:t>
                      </a:r>
                      <a:r>
                        <a:rPr sz="2400" spc="-130" dirty="0">
                          <a:latin typeface="Trebuchet MS" panose="020B0603020202020204"/>
                          <a:cs typeface="Trebuchet MS" panose="020B0603020202020204"/>
                          <a:sym typeface="+mn-ea"/>
                        </a:rPr>
                        <a:t> </a:t>
                      </a:r>
                      <a:r>
                        <a:rPr sz="2400" spc="60" dirty="0">
                          <a:latin typeface="Trebuchet MS" panose="020B0603020202020204"/>
                          <a:cs typeface="Trebuchet MS" panose="020B0603020202020204"/>
                          <a:sym typeface="+mn-ea"/>
                        </a:rPr>
                        <a:t>take</a:t>
                      </a:r>
                      <a:r>
                        <a:rPr sz="2400" spc="-135" dirty="0">
                          <a:latin typeface="Trebuchet MS" panose="020B0603020202020204"/>
                          <a:cs typeface="Trebuchet MS" panose="020B0603020202020204"/>
                          <a:sym typeface="+mn-ea"/>
                        </a:rPr>
                        <a:t> </a:t>
                      </a:r>
                      <a:r>
                        <a:rPr sz="2400" dirty="0">
                          <a:latin typeface="Trebuchet MS" panose="020B0603020202020204"/>
                          <a:cs typeface="Trebuchet MS" panose="020B0603020202020204"/>
                          <a:sym typeface="+mn-ea"/>
                        </a:rPr>
                        <a:t>total</a:t>
                      </a:r>
                      <a:r>
                        <a:rPr sz="2400" spc="-130" dirty="0">
                          <a:latin typeface="Trebuchet MS" panose="020B0603020202020204"/>
                          <a:cs typeface="Trebuchet MS" panose="020B0603020202020204"/>
                          <a:sym typeface="+mn-ea"/>
                        </a:rPr>
                        <a:t> </a:t>
                      </a:r>
                      <a:r>
                        <a:rPr lang="en-US" sz="2400" spc="-130" dirty="0">
                          <a:latin typeface="Trebuchet MS" panose="020B0603020202020204"/>
                          <a:cs typeface="Trebuchet MS" panose="020B0603020202020204"/>
                          <a:sym typeface="+mn-ea"/>
                        </a:rPr>
                        <a:t>2-3</a:t>
                      </a:r>
                      <a:r>
                        <a:rPr sz="2400" spc="-130" dirty="0">
                          <a:latin typeface="Trebuchet MS" panose="020B0603020202020204"/>
                          <a:cs typeface="Trebuchet MS" panose="020B0603020202020204"/>
                          <a:sym typeface="+mn-ea"/>
                        </a:rPr>
                        <a:t> </a:t>
                      </a:r>
                      <a:r>
                        <a:rPr lang="en-US" sz="2400" spc="-130" dirty="0">
                          <a:latin typeface="Trebuchet MS" panose="020B0603020202020204"/>
                          <a:cs typeface="Trebuchet MS" panose="020B0603020202020204"/>
                          <a:sym typeface="+mn-ea"/>
                        </a:rPr>
                        <a:t>assignments </a:t>
                      </a:r>
                      <a:r>
                        <a:rPr sz="2400" spc="50" dirty="0">
                          <a:latin typeface="Trebuchet MS" panose="020B0603020202020204"/>
                          <a:cs typeface="Trebuchet MS" panose="020B0603020202020204"/>
                          <a:sym typeface="+mn-ea"/>
                        </a:rPr>
                        <a:t>and </a:t>
                      </a:r>
                      <a:r>
                        <a:rPr sz="2400" dirty="0">
                          <a:latin typeface="Trebuchet MS" panose="020B0603020202020204"/>
                          <a:cs typeface="Trebuchet MS" panose="020B0603020202020204"/>
                          <a:sym typeface="+mn-ea"/>
                        </a:rPr>
                        <a:t>will</a:t>
                      </a:r>
                      <a:r>
                        <a:rPr sz="2400" spc="-150" dirty="0">
                          <a:latin typeface="Trebuchet MS" panose="020B0603020202020204"/>
                          <a:cs typeface="Trebuchet MS" panose="020B0603020202020204"/>
                          <a:sym typeface="+mn-ea"/>
                        </a:rPr>
                        <a:t> </a:t>
                      </a:r>
                      <a:r>
                        <a:rPr sz="2400" spc="60" dirty="0">
                          <a:latin typeface="Trebuchet MS" panose="020B0603020202020204"/>
                          <a:cs typeface="Trebuchet MS" panose="020B0603020202020204"/>
                          <a:sym typeface="+mn-ea"/>
                        </a:rPr>
                        <a:t>consider</a:t>
                      </a:r>
                      <a:r>
                        <a:rPr sz="2400" spc="-145" dirty="0">
                          <a:latin typeface="Trebuchet MS" panose="020B0603020202020204"/>
                          <a:cs typeface="Trebuchet MS" panose="020B0603020202020204"/>
                          <a:sym typeface="+mn-ea"/>
                        </a:rPr>
                        <a:t> </a:t>
                      </a:r>
                      <a:r>
                        <a:rPr lang="en-US" sz="2400" spc="-145" dirty="0">
                          <a:latin typeface="Trebuchet MS" panose="020B0603020202020204"/>
                          <a:cs typeface="Trebuchet MS" panose="020B0603020202020204"/>
                          <a:sym typeface="+mn-ea"/>
                        </a:rPr>
                        <a:t>all</a:t>
                      </a:r>
                      <a:endParaRPr lang="en-US" sz="2400" spc="-145" dirty="0">
                        <a:latin typeface="Trebuchet MS" panose="020B0603020202020204"/>
                        <a:cs typeface="Trebuchet MS" panose="020B0603020202020204"/>
                      </a:endParaRPr>
                    </a:p>
                    <a:p>
                      <a:pPr marL="200025" marR="192405" algn="l">
                        <a:lnSpc>
                          <a:spcPct val="115000"/>
                        </a:lnSpc>
                        <a:spcBef>
                          <a:spcPts val="990"/>
                        </a:spcBef>
                      </a:pPr>
                      <a:endParaRPr sz="2400">
                        <a:latin typeface="Trebuchet MS" panose="020B0603020202020204"/>
                        <a:cs typeface="Trebuchet MS" panose="020B0603020202020204"/>
                      </a:endParaRPr>
                    </a:p>
                  </a:txBody>
                  <a:tcPr marL="0" marR="0" marT="125730" marB="0">
                    <a:lnL w="19050">
                      <a:solidFill>
                        <a:srgbClr val="CFE3E7"/>
                      </a:solidFill>
                      <a:prstDash val="solid"/>
                    </a:lnL>
                    <a:lnR w="19050">
                      <a:solidFill>
                        <a:srgbClr val="CFE3E7"/>
                      </a:solidFill>
                      <a:prstDash val="solid"/>
                    </a:lnR>
                    <a:lnT w="38100">
                      <a:solidFill>
                        <a:srgbClr val="FFFFFF"/>
                      </a:solidFill>
                      <a:prstDash val="solid"/>
                    </a:lnT>
                  </a:tcPr>
                </a:tc>
              </a:tr>
            </a:tbl>
          </a:graphicData>
        </a:graphic>
      </p:graphicFrame>
      <p:sp>
        <p:nvSpPr>
          <p:cNvPr id="6" name="object 6"/>
          <p:cNvSpPr txBox="1"/>
          <p:nvPr/>
        </p:nvSpPr>
        <p:spPr>
          <a:xfrm>
            <a:off x="9470277" y="2476805"/>
            <a:ext cx="2766060" cy="1699895"/>
          </a:xfrm>
          <a:prstGeom prst="rect">
            <a:avLst/>
          </a:prstGeom>
        </p:spPr>
        <p:txBody>
          <a:bodyPr vert="horz" wrap="square" lIns="0" tIns="12700" rIns="0" bIns="0" rtlCol="0">
            <a:spAutoFit/>
          </a:bodyPr>
          <a:lstStyle/>
          <a:p>
            <a:pPr marL="12700">
              <a:lnSpc>
                <a:spcPts val="3215"/>
              </a:lnSpc>
              <a:spcBef>
                <a:spcPts val="100"/>
              </a:spcBef>
            </a:pPr>
            <a:r>
              <a:rPr sz="2800" spc="-75" dirty="0">
                <a:latin typeface="Arial Black" panose="020B0A04020102020204"/>
                <a:cs typeface="Arial Black" panose="020B0A04020102020204"/>
              </a:rPr>
              <a:t>Midterm</a:t>
            </a:r>
            <a:r>
              <a:rPr sz="2800" spc="-195" dirty="0">
                <a:latin typeface="Arial Black" panose="020B0A04020102020204"/>
                <a:cs typeface="Arial Black" panose="020B0A04020102020204"/>
              </a:rPr>
              <a:t> </a:t>
            </a:r>
            <a:r>
              <a:rPr sz="2800" spc="-20" dirty="0">
                <a:latin typeface="Arial Black" panose="020B0A04020102020204"/>
                <a:cs typeface="Arial Black" panose="020B0A04020102020204"/>
              </a:rPr>
              <a:t>(2</a:t>
            </a:r>
            <a:r>
              <a:rPr lang="en-US" altLang="en-US" sz="2800" spc="-20" dirty="0">
                <a:latin typeface="Arial Black" panose="020B0A04020102020204"/>
                <a:cs typeface="Arial Black" panose="020B0A04020102020204"/>
              </a:rPr>
              <a:t>5</a:t>
            </a:r>
            <a:r>
              <a:rPr sz="2800" spc="-20" dirty="0">
                <a:latin typeface="Arial Black" panose="020B0A04020102020204"/>
                <a:cs typeface="Arial Black" panose="020B0A04020102020204"/>
              </a:rPr>
              <a:t>%)</a:t>
            </a:r>
            <a:endParaRPr sz="2800" spc="-20" dirty="0">
              <a:latin typeface="Arial Black" panose="020B0A04020102020204"/>
              <a:cs typeface="Arial Black" panose="020B0A04020102020204"/>
            </a:endParaRPr>
          </a:p>
          <a:p>
            <a:pPr marL="12700">
              <a:lnSpc>
                <a:spcPts val="3215"/>
              </a:lnSpc>
              <a:spcBef>
                <a:spcPts val="100"/>
              </a:spcBef>
            </a:pPr>
            <a:endParaRPr sz="2800" spc="-20" dirty="0">
              <a:latin typeface="Arial Black" panose="020B0A04020102020204"/>
              <a:cs typeface="Arial Black" panose="020B0A04020102020204"/>
            </a:endParaRPr>
          </a:p>
          <a:p>
            <a:pPr marL="12700">
              <a:lnSpc>
                <a:spcPts val="3215"/>
              </a:lnSpc>
              <a:spcBef>
                <a:spcPts val="100"/>
              </a:spcBef>
            </a:pPr>
            <a:endParaRPr sz="2800" spc="-20" dirty="0">
              <a:latin typeface="Arial Black" panose="020B0A04020102020204"/>
              <a:cs typeface="Arial Black" panose="020B0A04020102020204"/>
            </a:endParaRPr>
          </a:p>
          <a:p>
            <a:pPr marL="12700">
              <a:lnSpc>
                <a:spcPts val="3215"/>
              </a:lnSpc>
              <a:spcBef>
                <a:spcPts val="100"/>
              </a:spcBef>
            </a:pPr>
            <a:r>
              <a:rPr sz="2400" spc="75" dirty="0">
                <a:latin typeface="Trebuchet MS" panose="020B0603020202020204"/>
                <a:cs typeface="Trebuchet MS" panose="020B0603020202020204"/>
              </a:rPr>
              <a:t>One</a:t>
            </a:r>
            <a:r>
              <a:rPr sz="2400" spc="-160" dirty="0">
                <a:latin typeface="Trebuchet MS" panose="020B0603020202020204"/>
                <a:cs typeface="Trebuchet MS" panose="020B0603020202020204"/>
              </a:rPr>
              <a:t> </a:t>
            </a:r>
            <a:r>
              <a:rPr sz="2400" spc="-10" dirty="0">
                <a:latin typeface="Trebuchet MS" panose="020B0603020202020204"/>
                <a:cs typeface="Trebuchet MS" panose="020B0603020202020204"/>
              </a:rPr>
              <a:t>midterm </a:t>
            </a:r>
            <a:endParaRPr sz="2400">
              <a:latin typeface="Trebuchet MS" panose="020B0603020202020204"/>
              <a:cs typeface="Trebuchet MS" panose="020B0603020202020204"/>
            </a:endParaRPr>
          </a:p>
        </p:txBody>
      </p:sp>
      <p:pic>
        <p:nvPicPr>
          <p:cNvPr id="7" name="object 7"/>
          <p:cNvPicPr/>
          <p:nvPr/>
        </p:nvPicPr>
        <p:blipFill>
          <a:blip r:embed="rId1" cstate="print"/>
          <a:stretch>
            <a:fillRect/>
          </a:stretch>
        </p:blipFill>
        <p:spPr>
          <a:xfrm>
            <a:off x="339077" y="5259512"/>
            <a:ext cx="3757435" cy="5027487"/>
          </a:xfrm>
          <a:prstGeom prst="rect">
            <a:avLst/>
          </a:prstGeom>
        </p:spPr>
      </p:pic>
      <p:sp>
        <p:nvSpPr>
          <p:cNvPr id="8" name="object 8"/>
          <p:cNvSpPr txBox="1">
            <a:spLocks noGrp="1"/>
          </p:cNvSpPr>
          <p:nvPr>
            <p:ph type="title"/>
          </p:nvPr>
        </p:nvSpPr>
        <p:spPr>
          <a:xfrm>
            <a:off x="1016000" y="873125"/>
            <a:ext cx="12352655" cy="689610"/>
          </a:xfrm>
          <a:prstGeom prst="rect">
            <a:avLst/>
          </a:prstGeom>
        </p:spPr>
        <p:txBody>
          <a:bodyPr vert="horz" wrap="square" lIns="0" tIns="12700" rIns="0" bIns="0" rtlCol="0">
            <a:spAutoFit/>
          </a:bodyPr>
          <a:lstStyle/>
          <a:p>
            <a:pPr marL="12700">
              <a:lnSpc>
                <a:spcPct val="100000"/>
              </a:lnSpc>
              <a:spcBef>
                <a:spcPts val="100"/>
              </a:spcBef>
            </a:pPr>
            <a:r>
              <a:rPr sz="4400" spc="1100" dirty="0"/>
              <a:t>Course Requirements</a:t>
            </a:r>
            <a:endParaRPr sz="4400" spc="1100" dirty="0"/>
          </a:p>
        </p:txBody>
      </p:sp>
      <p:cxnSp>
        <p:nvCxnSpPr>
          <p:cNvPr id="10" name="Straight Connector 9"/>
          <p:cNvCxnSpPr/>
          <p:nvPr/>
        </p:nvCxnSpPr>
        <p:spPr>
          <a:xfrm>
            <a:off x="12343130" y="2095500"/>
            <a:ext cx="19685" cy="3232785"/>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Text Box 10"/>
          <p:cNvSpPr txBox="1"/>
          <p:nvPr/>
        </p:nvSpPr>
        <p:spPr>
          <a:xfrm>
            <a:off x="12236450" y="2476500"/>
            <a:ext cx="3337560" cy="521970"/>
          </a:xfrm>
          <a:prstGeom prst="rect">
            <a:avLst/>
          </a:prstGeom>
          <a:noFill/>
        </p:spPr>
        <p:txBody>
          <a:bodyPr wrap="square" rtlCol="0" anchor="t">
            <a:spAutoFit/>
          </a:bodyPr>
          <a:p>
            <a:pPr marL="228600" marR="0" algn="l" rtl="0" eaLnBrk="1" fontAlgn="auto" latinLnBrk="0" hangingPunct="1">
              <a:spcBef>
                <a:spcPts val="3200"/>
              </a:spcBef>
              <a:buClrTx/>
              <a:buSzTx/>
              <a:buFontTx/>
              <a:buNone/>
            </a:pPr>
            <a:r>
              <a:rPr kumimoji="0" lang="en-US" altLang="en-US" sz="2800" b="0" i="0" u="none" strike="noStrike" kern="0" cap="none" spc="-100" normalizeH="0" baseline="0" noProof="1" dirty="0">
                <a:solidFill>
                  <a:schemeClr val="tx1"/>
                </a:solidFill>
                <a:latin typeface="Arial Black" panose="020B0A04020102020204"/>
                <a:ea typeface="+mn-ea"/>
                <a:cs typeface="Arial Black" panose="020B0A04020102020204"/>
              </a:rPr>
              <a:t>Final (40%)</a:t>
            </a:r>
            <a:endParaRPr kumimoji="0" lang="en-US" altLang="en-US" sz="2800" b="0" i="0" u="none" strike="noStrike" kern="0" cap="none" spc="-100" normalizeH="0" baseline="0" noProof="1" dirty="0">
              <a:solidFill>
                <a:schemeClr val="tx1"/>
              </a:solidFill>
              <a:latin typeface="Arial Black" panose="020B0A04020102020204"/>
              <a:ea typeface="+mn-ea"/>
              <a:cs typeface="Arial Black" panose="020B0A04020102020204"/>
            </a:endParaRPr>
          </a:p>
        </p:txBody>
      </p:sp>
      <p:sp>
        <p:nvSpPr>
          <p:cNvPr id="12" name="Text Box 11"/>
          <p:cNvSpPr txBox="1"/>
          <p:nvPr/>
        </p:nvSpPr>
        <p:spPr>
          <a:xfrm>
            <a:off x="12433300" y="3607435"/>
            <a:ext cx="3562350" cy="460375"/>
          </a:xfrm>
          <a:prstGeom prst="rect">
            <a:avLst/>
          </a:prstGeom>
          <a:noFill/>
        </p:spPr>
        <p:txBody>
          <a:bodyPr wrap="square" rtlCol="0" anchor="t">
            <a:spAutoFit/>
          </a:bodyPr>
          <a:p>
            <a:r>
              <a:rPr sz="2400" spc="75" dirty="0">
                <a:latin typeface="Trebuchet MS" panose="020B0603020202020204"/>
                <a:cs typeface="Trebuchet MS" panose="020B0603020202020204"/>
                <a:sym typeface="+mn-ea"/>
              </a:rPr>
              <a:t>One</a:t>
            </a:r>
            <a:r>
              <a:rPr sz="2400" spc="-80" dirty="0">
                <a:latin typeface="Trebuchet MS" panose="020B0603020202020204"/>
                <a:cs typeface="Trebuchet MS" panose="020B0603020202020204"/>
                <a:sym typeface="+mn-ea"/>
              </a:rPr>
              <a:t> </a:t>
            </a:r>
            <a:r>
              <a:rPr sz="2400" dirty="0">
                <a:latin typeface="Trebuchet MS" panose="020B0603020202020204"/>
                <a:cs typeface="Trebuchet MS" panose="020B0603020202020204"/>
                <a:sym typeface="+mn-ea"/>
              </a:rPr>
              <a:t>final</a:t>
            </a:r>
            <a:r>
              <a:rPr sz="2400" spc="-80" dirty="0">
                <a:latin typeface="Trebuchet MS" panose="020B0603020202020204"/>
                <a:cs typeface="Trebuchet MS" panose="020B0603020202020204"/>
                <a:sym typeface="+mn-ea"/>
              </a:rPr>
              <a:t> </a:t>
            </a:r>
            <a:r>
              <a:rPr sz="2400" spc="60" dirty="0">
                <a:latin typeface="Trebuchet MS" panose="020B0603020202020204"/>
                <a:cs typeface="Trebuchet MS" panose="020B0603020202020204"/>
                <a:sym typeface="+mn-ea"/>
              </a:rPr>
              <a:t>exam</a:t>
            </a:r>
            <a:endParaRPr kumimoji="0" lang="en-US" altLang="en-US" sz="2400" b="0" i="0" u="none" strike="noStrike" kern="0" cap="none" spc="60" normalizeH="0" baseline="0" noProof="1" dirty="0">
              <a:solidFill>
                <a:schemeClr val="tx1"/>
              </a:solidFill>
              <a:latin typeface="Trebuchet MS" panose="020B0603020202020204"/>
              <a:ea typeface="+mn-ea"/>
              <a:cs typeface="Trebuchet MS" panose="020B0603020202020204"/>
            </a:endParaRPr>
          </a:p>
        </p:txBody>
      </p:sp>
      <p:cxnSp>
        <p:nvCxnSpPr>
          <p:cNvPr id="4" name="Straight Connector 3"/>
          <p:cNvCxnSpPr/>
          <p:nvPr/>
        </p:nvCxnSpPr>
        <p:spPr>
          <a:xfrm>
            <a:off x="14782800" y="2247900"/>
            <a:ext cx="19685" cy="3232785"/>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Text Box 4"/>
          <p:cNvSpPr txBox="1"/>
          <p:nvPr/>
        </p:nvSpPr>
        <p:spPr>
          <a:xfrm>
            <a:off x="14859000" y="2476500"/>
            <a:ext cx="3337560" cy="521970"/>
          </a:xfrm>
          <a:prstGeom prst="rect">
            <a:avLst/>
          </a:prstGeom>
          <a:noFill/>
        </p:spPr>
        <p:txBody>
          <a:bodyPr wrap="square" rtlCol="0" anchor="t">
            <a:spAutoFit/>
          </a:bodyPr>
          <a:p>
            <a:pPr marL="228600" marR="0" algn="l" rtl="0" eaLnBrk="1" fontAlgn="auto" latinLnBrk="0" hangingPunct="1">
              <a:spcBef>
                <a:spcPts val="3200"/>
              </a:spcBef>
              <a:buClrTx/>
              <a:buSzTx/>
              <a:buFontTx/>
              <a:buNone/>
            </a:pPr>
            <a:r>
              <a:rPr kumimoji="0" lang="en-US" altLang="en-US" sz="2800" b="0" i="0" u="none" strike="noStrike" kern="0" cap="none" spc="-100" normalizeH="0" baseline="0" noProof="1" dirty="0">
                <a:solidFill>
                  <a:schemeClr val="tx1"/>
                </a:solidFill>
                <a:latin typeface="Arial Black" panose="020B0A04020102020204"/>
                <a:ea typeface="+mn-ea"/>
                <a:cs typeface="Arial Black" panose="020B0A04020102020204"/>
              </a:rPr>
              <a:t>Project (15%)</a:t>
            </a:r>
            <a:endParaRPr kumimoji="0" lang="en-US" altLang="en-US" sz="2800" b="0" i="0" u="none" strike="noStrike" kern="0" cap="none" spc="-100" normalizeH="0" baseline="0" noProof="1" dirty="0">
              <a:solidFill>
                <a:schemeClr val="tx1"/>
              </a:solidFill>
              <a:latin typeface="Arial Black" panose="020B0A04020102020204"/>
              <a:ea typeface="+mn-ea"/>
              <a:cs typeface="Arial Black" panose="020B0A04020102020204"/>
            </a:endParaRPr>
          </a:p>
        </p:txBody>
      </p:sp>
      <p:sp>
        <p:nvSpPr>
          <p:cNvPr id="9" name="Text Box 8"/>
          <p:cNvSpPr txBox="1"/>
          <p:nvPr/>
        </p:nvSpPr>
        <p:spPr>
          <a:xfrm>
            <a:off x="14859000" y="3607435"/>
            <a:ext cx="2867025" cy="829945"/>
          </a:xfrm>
          <a:prstGeom prst="rect">
            <a:avLst/>
          </a:prstGeom>
          <a:noFill/>
        </p:spPr>
        <p:txBody>
          <a:bodyPr wrap="square" rtlCol="0" anchor="t">
            <a:spAutoFit/>
          </a:bodyPr>
          <a:p>
            <a:r>
              <a:rPr kumimoji="0" lang="en-US" altLang="en-US" sz="2400" b="0" i="0" u="none" strike="noStrike" kern="0" cap="none" spc="60" normalizeH="0" baseline="0" noProof="1" dirty="0">
                <a:solidFill>
                  <a:schemeClr val="tx1"/>
                </a:solidFill>
                <a:latin typeface="Trebuchet MS" panose="020B0603020202020204"/>
                <a:ea typeface="+mn-ea"/>
                <a:cs typeface="Trebuchet MS" panose="020B0603020202020204"/>
              </a:rPr>
              <a:t>Semester Project of 15% weightage</a:t>
            </a:r>
            <a:endParaRPr kumimoji="0" lang="en-US" altLang="en-US" sz="2400" b="0" i="0" u="none" strike="noStrike" kern="0" cap="none" spc="60" normalizeH="0" baseline="0" noProof="1" dirty="0">
              <a:solidFill>
                <a:schemeClr val="tx1"/>
              </a:solidFill>
              <a:latin typeface="Trebuchet MS" panose="020B0603020202020204"/>
              <a:ea typeface="+mn-ea"/>
              <a:cs typeface="Trebuchet MS" panose="020B0603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33462" y="2563494"/>
            <a:ext cx="6148070" cy="0"/>
          </a:xfrm>
          <a:custGeom>
            <a:avLst/>
            <a:gdLst/>
            <a:ahLst/>
            <a:cxnLst/>
            <a:rect l="l" t="t" r="r" b="b"/>
            <a:pathLst>
              <a:path w="6148070">
                <a:moveTo>
                  <a:pt x="0" y="0"/>
                </a:moveTo>
                <a:lnTo>
                  <a:pt x="6148006" y="0"/>
                </a:lnTo>
              </a:path>
            </a:pathLst>
          </a:custGeom>
          <a:ln w="9525">
            <a:solidFill>
              <a:srgbClr val="000000"/>
            </a:solidFill>
          </a:ln>
        </p:spPr>
        <p:txBody>
          <a:bodyPr wrap="square" lIns="0" tIns="0" rIns="0" bIns="0" rtlCol="0"/>
          <a:lstStyle/>
          <a:p/>
        </p:txBody>
      </p:sp>
      <p:sp>
        <p:nvSpPr>
          <p:cNvPr id="3" name="object 3"/>
          <p:cNvSpPr/>
          <p:nvPr/>
        </p:nvSpPr>
        <p:spPr>
          <a:xfrm>
            <a:off x="1033462" y="5069959"/>
            <a:ext cx="6148070" cy="0"/>
          </a:xfrm>
          <a:custGeom>
            <a:avLst/>
            <a:gdLst/>
            <a:ahLst/>
            <a:cxnLst/>
            <a:rect l="l" t="t" r="r" b="b"/>
            <a:pathLst>
              <a:path w="6148070">
                <a:moveTo>
                  <a:pt x="0" y="0"/>
                </a:moveTo>
                <a:lnTo>
                  <a:pt x="6148006" y="0"/>
                </a:lnTo>
              </a:path>
            </a:pathLst>
          </a:custGeom>
          <a:ln w="9525">
            <a:solidFill>
              <a:srgbClr val="000000"/>
            </a:solidFill>
          </a:ln>
        </p:spPr>
        <p:txBody>
          <a:bodyPr wrap="square" lIns="0" tIns="0" rIns="0" bIns="0" rtlCol="0"/>
          <a:lstStyle/>
          <a:p/>
        </p:txBody>
      </p:sp>
      <p:grpSp>
        <p:nvGrpSpPr>
          <p:cNvPr id="4" name="object 4"/>
          <p:cNvGrpSpPr/>
          <p:nvPr/>
        </p:nvGrpSpPr>
        <p:grpSpPr>
          <a:xfrm>
            <a:off x="0" y="2834304"/>
            <a:ext cx="18288000" cy="7454900"/>
            <a:chOff x="0" y="2834304"/>
            <a:chExt cx="18288000" cy="7454900"/>
          </a:xfrm>
        </p:grpSpPr>
        <p:sp>
          <p:nvSpPr>
            <p:cNvPr id="5" name="object 5"/>
            <p:cNvSpPr/>
            <p:nvPr/>
          </p:nvSpPr>
          <p:spPr>
            <a:xfrm>
              <a:off x="0" y="8460242"/>
              <a:ext cx="18288000" cy="1828800"/>
            </a:xfrm>
            <a:custGeom>
              <a:avLst/>
              <a:gdLst/>
              <a:ahLst/>
              <a:cxnLst/>
              <a:rect l="l" t="t" r="r" b="b"/>
              <a:pathLst>
                <a:path w="18288000" h="1828800">
                  <a:moveTo>
                    <a:pt x="18288000" y="1828800"/>
                  </a:moveTo>
                  <a:lnTo>
                    <a:pt x="0" y="1828800"/>
                  </a:lnTo>
                  <a:lnTo>
                    <a:pt x="0" y="0"/>
                  </a:lnTo>
                  <a:lnTo>
                    <a:pt x="18288000" y="0"/>
                  </a:lnTo>
                  <a:lnTo>
                    <a:pt x="18288000" y="1828800"/>
                  </a:lnTo>
                  <a:close/>
                </a:path>
              </a:pathLst>
            </a:custGeom>
            <a:solidFill>
              <a:srgbClr val="99B83C"/>
            </a:solidFill>
          </p:spPr>
          <p:txBody>
            <a:bodyPr wrap="square" lIns="0" tIns="0" rIns="0" bIns="0" rtlCol="0"/>
            <a:lstStyle/>
            <a:p/>
          </p:txBody>
        </p:sp>
        <p:pic>
          <p:nvPicPr>
            <p:cNvPr id="6" name="object 6"/>
            <p:cNvPicPr/>
            <p:nvPr/>
          </p:nvPicPr>
          <p:blipFill>
            <a:blip r:embed="rId1" cstate="print"/>
            <a:stretch>
              <a:fillRect/>
            </a:stretch>
          </p:blipFill>
          <p:spPr>
            <a:xfrm>
              <a:off x="10835304" y="2834304"/>
              <a:ext cx="6423994" cy="6423995"/>
            </a:xfrm>
            <a:prstGeom prst="rect">
              <a:avLst/>
            </a:prstGeom>
          </p:spPr>
        </p:pic>
        <p:pic>
          <p:nvPicPr>
            <p:cNvPr id="7" name="object 7"/>
            <p:cNvPicPr/>
            <p:nvPr/>
          </p:nvPicPr>
          <p:blipFill>
            <a:blip r:embed="rId2" cstate="print"/>
            <a:stretch>
              <a:fillRect/>
            </a:stretch>
          </p:blipFill>
          <p:spPr>
            <a:xfrm>
              <a:off x="7782745" y="4337351"/>
              <a:ext cx="4161226" cy="5118099"/>
            </a:xfrm>
            <a:prstGeom prst="rect">
              <a:avLst/>
            </a:prstGeom>
          </p:spPr>
        </p:pic>
      </p:grpSp>
      <p:sp>
        <p:nvSpPr>
          <p:cNvPr id="8" name="object 8"/>
          <p:cNvSpPr txBox="1">
            <a:spLocks noGrp="1"/>
          </p:cNvSpPr>
          <p:nvPr>
            <p:ph type="title"/>
          </p:nvPr>
        </p:nvSpPr>
        <p:spPr>
          <a:xfrm>
            <a:off x="10257718" y="892175"/>
            <a:ext cx="7014209" cy="1122680"/>
          </a:xfrm>
          <a:prstGeom prst="rect">
            <a:avLst/>
          </a:prstGeom>
        </p:spPr>
        <p:txBody>
          <a:bodyPr vert="horz" wrap="square" lIns="0" tIns="12700" rIns="0" bIns="0" rtlCol="0">
            <a:spAutoFit/>
          </a:bodyPr>
          <a:lstStyle/>
          <a:p>
            <a:pPr marL="12700">
              <a:lnSpc>
                <a:spcPct val="100000"/>
              </a:lnSpc>
              <a:spcBef>
                <a:spcPts val="100"/>
              </a:spcBef>
            </a:pPr>
            <a:r>
              <a:rPr sz="7200" spc="425" dirty="0">
                <a:latin typeface="Trebuchet MS" panose="020B0603020202020204"/>
                <a:cs typeface="Trebuchet MS" panose="020B0603020202020204"/>
              </a:rPr>
              <a:t>Course</a:t>
            </a:r>
            <a:r>
              <a:rPr sz="7200" spc="-350" dirty="0">
                <a:latin typeface="Trebuchet MS" panose="020B0603020202020204"/>
                <a:cs typeface="Trebuchet MS" panose="020B0603020202020204"/>
              </a:rPr>
              <a:t> </a:t>
            </a:r>
            <a:r>
              <a:rPr sz="7200" spc="200" dirty="0">
                <a:latin typeface="Trebuchet MS" panose="020B0603020202020204"/>
                <a:cs typeface="Trebuchet MS" panose="020B0603020202020204"/>
              </a:rPr>
              <a:t>Policies</a:t>
            </a:r>
            <a:endParaRPr sz="7200">
              <a:latin typeface="Trebuchet MS" panose="020B0603020202020204"/>
              <a:cs typeface="Trebuchet MS" panose="020B0603020202020204"/>
            </a:endParaRPr>
          </a:p>
        </p:txBody>
      </p:sp>
      <p:sp>
        <p:nvSpPr>
          <p:cNvPr id="9" name="object 9"/>
          <p:cNvSpPr txBox="1"/>
          <p:nvPr/>
        </p:nvSpPr>
        <p:spPr>
          <a:xfrm>
            <a:off x="1016000" y="871202"/>
            <a:ext cx="5725795" cy="1181100"/>
          </a:xfrm>
          <a:prstGeom prst="rect">
            <a:avLst/>
          </a:prstGeom>
        </p:spPr>
        <p:txBody>
          <a:bodyPr vert="horz" wrap="square" lIns="0" tIns="104139" rIns="0" bIns="0" rtlCol="0">
            <a:spAutoFit/>
          </a:bodyPr>
          <a:lstStyle/>
          <a:p>
            <a:pPr marL="12700">
              <a:lnSpc>
                <a:spcPct val="100000"/>
              </a:lnSpc>
              <a:spcBef>
                <a:spcPts val="820"/>
              </a:spcBef>
            </a:pPr>
            <a:r>
              <a:rPr sz="2400" b="1" spc="105" dirty="0">
                <a:latin typeface="Trebuchet MS" panose="020B0603020202020204"/>
                <a:cs typeface="Trebuchet MS" panose="020B0603020202020204"/>
              </a:rPr>
              <a:t>Attendance</a:t>
            </a:r>
            <a:endParaRPr sz="2400">
              <a:latin typeface="Trebuchet MS" panose="020B0603020202020204"/>
              <a:cs typeface="Trebuchet MS" panose="020B0603020202020204"/>
            </a:endParaRPr>
          </a:p>
          <a:p>
            <a:pPr marL="12700" marR="5080" algn="just">
              <a:lnSpc>
                <a:spcPct val="106000"/>
              </a:lnSpc>
              <a:spcBef>
                <a:spcPts val="445"/>
              </a:spcBef>
            </a:pPr>
            <a:r>
              <a:rPr sz="2000" spc="80" dirty="0">
                <a:latin typeface="Trebuchet MS" panose="020B0603020202020204"/>
                <a:cs typeface="Trebuchet MS" panose="020B0603020202020204"/>
              </a:rPr>
              <a:t>Keep</a:t>
            </a:r>
            <a:r>
              <a:rPr sz="2000" spc="-95" dirty="0">
                <a:latin typeface="Trebuchet MS" panose="020B0603020202020204"/>
                <a:cs typeface="Trebuchet MS" panose="020B0603020202020204"/>
              </a:rPr>
              <a:t> </a:t>
            </a:r>
            <a:r>
              <a:rPr sz="2000" spc="55" dirty="0">
                <a:latin typeface="Trebuchet MS" panose="020B0603020202020204"/>
                <a:cs typeface="Trebuchet MS" panose="020B0603020202020204"/>
              </a:rPr>
              <a:t>account</a:t>
            </a:r>
            <a:r>
              <a:rPr sz="2000" spc="-95" dirty="0">
                <a:latin typeface="Trebuchet MS" panose="020B0603020202020204"/>
                <a:cs typeface="Trebuchet MS" panose="020B0603020202020204"/>
              </a:rPr>
              <a:t> </a:t>
            </a:r>
            <a:r>
              <a:rPr sz="2000" spc="55" dirty="0">
                <a:latin typeface="Trebuchet MS" panose="020B0603020202020204"/>
                <a:cs typeface="Trebuchet MS" panose="020B0603020202020204"/>
              </a:rPr>
              <a:t>of</a:t>
            </a:r>
            <a:r>
              <a:rPr sz="2000" spc="-95" dirty="0">
                <a:latin typeface="Trebuchet MS" panose="020B0603020202020204"/>
                <a:cs typeface="Trebuchet MS" panose="020B0603020202020204"/>
              </a:rPr>
              <a:t> </a:t>
            </a:r>
            <a:r>
              <a:rPr sz="2000" dirty="0">
                <a:latin typeface="Trebuchet MS" panose="020B0603020202020204"/>
                <a:cs typeface="Trebuchet MS" panose="020B0603020202020204"/>
              </a:rPr>
              <a:t>your</a:t>
            </a:r>
            <a:r>
              <a:rPr sz="2000" spc="-95" dirty="0">
                <a:latin typeface="Trebuchet MS" panose="020B0603020202020204"/>
                <a:cs typeface="Trebuchet MS" panose="020B0603020202020204"/>
              </a:rPr>
              <a:t> </a:t>
            </a:r>
            <a:r>
              <a:rPr sz="2000" dirty="0">
                <a:latin typeface="Trebuchet MS" panose="020B0603020202020204"/>
                <a:cs typeface="Trebuchet MS" panose="020B0603020202020204"/>
              </a:rPr>
              <a:t>attendance.</a:t>
            </a:r>
            <a:r>
              <a:rPr sz="2000" spc="-90" dirty="0">
                <a:latin typeface="Trebuchet MS" panose="020B0603020202020204"/>
                <a:cs typeface="Trebuchet MS" panose="020B0603020202020204"/>
              </a:rPr>
              <a:t> </a:t>
            </a:r>
            <a:r>
              <a:rPr lang="en-US" altLang="en-US" sz="2000" spc="-90" dirty="0">
                <a:latin typeface="Trebuchet MS" panose="020B0603020202020204"/>
                <a:cs typeface="Trebuchet MS" panose="020B0603020202020204"/>
              </a:rPr>
              <a:t>Make </a:t>
            </a:r>
            <a:r>
              <a:rPr sz="2000" spc="45" dirty="0">
                <a:latin typeface="Trebuchet MS" panose="020B0603020202020204"/>
                <a:cs typeface="Trebuchet MS" panose="020B0603020202020204"/>
              </a:rPr>
              <a:t>sure </a:t>
            </a:r>
            <a:r>
              <a:rPr sz="2000" spc="55" dirty="0">
                <a:latin typeface="Trebuchet MS" panose="020B0603020202020204"/>
                <a:cs typeface="Trebuchet MS" panose="020B0603020202020204"/>
              </a:rPr>
              <a:t>you</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attend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your</a:t>
            </a:r>
            <a:r>
              <a:rPr sz="2000" spc="-40" dirty="0">
                <a:latin typeface="Trebuchet MS" panose="020B0603020202020204"/>
                <a:cs typeface="Trebuchet MS" panose="020B0603020202020204"/>
              </a:rPr>
              <a:t> </a:t>
            </a:r>
            <a:r>
              <a:rPr sz="2000" spc="110" dirty="0">
                <a:latin typeface="Trebuchet MS" panose="020B0603020202020204"/>
                <a:cs typeface="Trebuchet MS" panose="020B0603020202020204"/>
              </a:rPr>
              <a:t>classes</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regularly</a:t>
            </a:r>
            <a:endParaRPr sz="2000">
              <a:latin typeface="Trebuchet MS" panose="020B0603020202020204"/>
              <a:cs typeface="Trebuchet MS" panose="020B0603020202020204"/>
            </a:endParaRPr>
          </a:p>
        </p:txBody>
      </p:sp>
      <p:sp>
        <p:nvSpPr>
          <p:cNvPr id="10" name="object 10"/>
          <p:cNvSpPr txBox="1"/>
          <p:nvPr/>
        </p:nvSpPr>
        <p:spPr>
          <a:xfrm>
            <a:off x="1066800" y="2781413"/>
            <a:ext cx="5998845" cy="3596640"/>
          </a:xfrm>
          <a:prstGeom prst="rect">
            <a:avLst/>
          </a:prstGeom>
        </p:spPr>
        <p:txBody>
          <a:bodyPr vert="horz" wrap="square" lIns="0" tIns="127000" rIns="0" bIns="0" rtlCol="0">
            <a:spAutoFit/>
          </a:bodyPr>
          <a:lstStyle/>
          <a:p>
            <a:pPr marL="12700">
              <a:lnSpc>
                <a:spcPct val="100000"/>
              </a:lnSpc>
              <a:spcBef>
                <a:spcPts val="1000"/>
              </a:spcBef>
            </a:pPr>
            <a:r>
              <a:rPr sz="2400" b="1" spc="114" dirty="0">
                <a:latin typeface="Trebuchet MS" panose="020B0603020202020204"/>
                <a:cs typeface="Trebuchet MS" panose="020B0603020202020204"/>
              </a:rPr>
              <a:t>Communication</a:t>
            </a:r>
            <a:r>
              <a:rPr sz="2400" b="1" spc="-65" dirty="0">
                <a:latin typeface="Trebuchet MS" panose="020B0603020202020204"/>
                <a:cs typeface="Trebuchet MS" panose="020B0603020202020204"/>
              </a:rPr>
              <a:t> </a:t>
            </a:r>
            <a:r>
              <a:rPr sz="2400" b="1" spc="105" dirty="0">
                <a:latin typeface="Trebuchet MS" panose="020B0603020202020204"/>
                <a:cs typeface="Trebuchet MS" panose="020B0603020202020204"/>
              </a:rPr>
              <a:t>Mandatories</a:t>
            </a:r>
            <a:endParaRPr sz="2400">
              <a:latin typeface="Trebuchet MS" panose="020B0603020202020204"/>
              <a:cs typeface="Trebuchet MS" panose="020B0603020202020204"/>
            </a:endParaRPr>
          </a:p>
          <a:p>
            <a:pPr marL="12700" marR="5080">
              <a:lnSpc>
                <a:spcPct val="106000"/>
              </a:lnSpc>
              <a:spcBef>
                <a:spcPts val="595"/>
              </a:spcBef>
            </a:pPr>
            <a:r>
              <a:rPr sz="2000" dirty="0">
                <a:latin typeface="Trebuchet MS" panose="020B0603020202020204"/>
                <a:cs typeface="Trebuchet MS" panose="020B0603020202020204"/>
              </a:rPr>
              <a:t>I</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have</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created</a:t>
            </a:r>
            <a:r>
              <a:rPr sz="2000" spc="-65" dirty="0">
                <a:latin typeface="Trebuchet MS" panose="020B0603020202020204"/>
                <a:cs typeface="Trebuchet MS" panose="020B0603020202020204"/>
              </a:rPr>
              <a:t> </a:t>
            </a:r>
            <a:r>
              <a:rPr sz="2000" spc="70" dirty="0">
                <a:latin typeface="Trebuchet MS" panose="020B0603020202020204"/>
                <a:cs typeface="Trebuchet MS" panose="020B0603020202020204"/>
              </a:rPr>
              <a:t>a</a:t>
            </a:r>
            <a:r>
              <a:rPr sz="2000" spc="-65" dirty="0">
                <a:latin typeface="Trebuchet MS" panose="020B0603020202020204"/>
                <a:cs typeface="Trebuchet MS" panose="020B0603020202020204"/>
              </a:rPr>
              <a:t> </a:t>
            </a:r>
            <a:r>
              <a:rPr sz="2000" spc="95" dirty="0">
                <a:latin typeface="Trebuchet MS" panose="020B0603020202020204"/>
                <a:cs typeface="Trebuchet MS" panose="020B0603020202020204"/>
              </a:rPr>
              <a:t>google</a:t>
            </a:r>
            <a:r>
              <a:rPr sz="2000" spc="-65" dirty="0">
                <a:latin typeface="Trebuchet MS" panose="020B0603020202020204"/>
                <a:cs typeface="Trebuchet MS" panose="020B0603020202020204"/>
              </a:rPr>
              <a:t> </a:t>
            </a:r>
            <a:r>
              <a:rPr sz="2000" spc="75" dirty="0">
                <a:latin typeface="Trebuchet MS" panose="020B0603020202020204"/>
                <a:cs typeface="Trebuchet MS" panose="020B0603020202020204"/>
              </a:rPr>
              <a:t>classroom</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for</a:t>
            </a:r>
            <a:r>
              <a:rPr sz="2000" spc="-65" dirty="0">
                <a:latin typeface="Trebuchet MS" panose="020B0603020202020204"/>
                <a:cs typeface="Trebuchet MS" panose="020B0603020202020204"/>
              </a:rPr>
              <a:t> </a:t>
            </a:r>
            <a:r>
              <a:rPr sz="2000" spc="50" dirty="0">
                <a:latin typeface="Trebuchet MS" panose="020B0603020202020204"/>
                <a:cs typeface="Trebuchet MS" panose="020B0603020202020204"/>
              </a:rPr>
              <a:t>this</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course.</a:t>
            </a:r>
            <a:r>
              <a:rPr sz="2000" spc="-65" dirty="0">
                <a:latin typeface="Trebuchet MS" panose="020B0603020202020204"/>
                <a:cs typeface="Trebuchet MS" panose="020B0603020202020204"/>
              </a:rPr>
              <a:t> </a:t>
            </a:r>
            <a:endParaRPr sz="2000" spc="-65" dirty="0">
              <a:latin typeface="Trebuchet MS" panose="020B0603020202020204"/>
              <a:cs typeface="Trebuchet MS" panose="020B0603020202020204"/>
            </a:endParaRPr>
          </a:p>
          <a:p>
            <a:pPr marL="12700" marR="5080">
              <a:lnSpc>
                <a:spcPct val="106000"/>
              </a:lnSpc>
              <a:spcBef>
                <a:spcPts val="595"/>
              </a:spcBef>
            </a:pPr>
            <a:r>
              <a:rPr sz="2000" spc="-50" dirty="0">
                <a:latin typeface="Trebuchet MS" panose="020B0603020202020204"/>
                <a:cs typeface="Trebuchet MS" panose="020B0603020202020204"/>
              </a:rPr>
              <a:t>I </a:t>
            </a:r>
            <a:r>
              <a:rPr sz="2000" dirty="0">
                <a:latin typeface="Trebuchet MS" panose="020B0603020202020204"/>
                <a:cs typeface="Trebuchet MS" panose="020B0603020202020204"/>
              </a:rPr>
              <a:t>will</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upload</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all</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lecture</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materials</a:t>
            </a:r>
            <a:r>
              <a:rPr sz="2000" spc="10" dirty="0">
                <a:latin typeface="Trebuchet MS" panose="020B0603020202020204"/>
                <a:cs typeface="Trebuchet MS" panose="020B0603020202020204"/>
              </a:rPr>
              <a:t> </a:t>
            </a:r>
            <a:r>
              <a:rPr sz="2000" spc="65" dirty="0">
                <a:latin typeface="Trebuchet MS" panose="020B0603020202020204"/>
                <a:cs typeface="Trebuchet MS" panose="020B0603020202020204"/>
              </a:rPr>
              <a:t>and</a:t>
            </a:r>
            <a:r>
              <a:rPr sz="2000" spc="5" dirty="0">
                <a:latin typeface="Trebuchet MS" panose="020B0603020202020204"/>
                <a:cs typeface="Trebuchet MS" panose="020B0603020202020204"/>
              </a:rPr>
              <a:t> </a:t>
            </a:r>
            <a:r>
              <a:rPr sz="2000" spc="45" dirty="0">
                <a:latin typeface="Trebuchet MS" panose="020B0603020202020204"/>
                <a:cs typeface="Trebuchet MS" panose="020B0603020202020204"/>
              </a:rPr>
              <a:t>helping </a:t>
            </a:r>
            <a:r>
              <a:rPr sz="2000" dirty="0">
                <a:latin typeface="Trebuchet MS" panose="020B0603020202020204"/>
                <a:cs typeface="Trebuchet MS" panose="020B0603020202020204"/>
              </a:rPr>
              <a:t>content</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20" dirty="0">
                <a:latin typeface="Trebuchet MS" panose="020B0603020202020204"/>
                <a:cs typeface="Trebuchet MS" panose="020B0603020202020204"/>
              </a:rPr>
              <a:t> </a:t>
            </a:r>
            <a:r>
              <a:rPr sz="2000" spc="75" dirty="0">
                <a:latin typeface="Trebuchet MS" panose="020B0603020202020204"/>
                <a:cs typeface="Trebuchet MS" panose="020B0603020202020204"/>
              </a:rPr>
              <a:t>classroom</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after</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every</a:t>
            </a:r>
            <a:r>
              <a:rPr sz="2000" spc="-20" dirty="0">
                <a:latin typeface="Trebuchet MS" panose="020B0603020202020204"/>
                <a:cs typeface="Trebuchet MS" panose="020B0603020202020204"/>
              </a:rPr>
              <a:t> </a:t>
            </a:r>
            <a:r>
              <a:rPr sz="2000" spc="-10" dirty="0">
                <a:latin typeface="Trebuchet MS" panose="020B0603020202020204"/>
                <a:cs typeface="Trebuchet MS" panose="020B0603020202020204"/>
              </a:rPr>
              <a:t>class.</a:t>
            </a:r>
            <a:endParaRPr sz="2000">
              <a:latin typeface="Trebuchet MS" panose="020B0603020202020204"/>
              <a:cs typeface="Trebuchet MS" panose="020B0603020202020204"/>
            </a:endParaRPr>
          </a:p>
          <a:p>
            <a:pPr>
              <a:lnSpc>
                <a:spcPct val="100000"/>
              </a:lnSpc>
            </a:pPr>
            <a:endParaRPr sz="2000">
              <a:latin typeface="Trebuchet MS" panose="020B0603020202020204"/>
              <a:cs typeface="Trebuchet MS" panose="020B0603020202020204"/>
            </a:endParaRPr>
          </a:p>
          <a:p>
            <a:pPr>
              <a:lnSpc>
                <a:spcPct val="100000"/>
              </a:lnSpc>
              <a:spcBef>
                <a:spcPts val="1910"/>
              </a:spcBef>
            </a:pPr>
            <a:endParaRPr sz="2000">
              <a:latin typeface="Trebuchet MS" panose="020B0603020202020204"/>
              <a:cs typeface="Trebuchet MS" panose="020B0603020202020204"/>
            </a:endParaRPr>
          </a:p>
          <a:p>
            <a:pPr marL="12700">
              <a:lnSpc>
                <a:spcPct val="100000"/>
              </a:lnSpc>
            </a:pPr>
            <a:r>
              <a:rPr sz="2400" b="1" spc="75" dirty="0">
                <a:latin typeface="Trebuchet MS" panose="020B0603020202020204"/>
                <a:cs typeface="Trebuchet MS" panose="020B0603020202020204"/>
              </a:rPr>
              <a:t>Plagirism</a:t>
            </a:r>
            <a:endParaRPr sz="2400">
              <a:latin typeface="Trebuchet MS" panose="020B0603020202020204"/>
              <a:cs typeface="Trebuchet MS" panose="020B0603020202020204"/>
            </a:endParaRPr>
          </a:p>
          <a:p>
            <a:pPr marL="12700" marR="172720">
              <a:lnSpc>
                <a:spcPct val="106000"/>
              </a:lnSpc>
              <a:spcBef>
                <a:spcPts val="695"/>
              </a:spcBef>
            </a:pPr>
            <a:r>
              <a:rPr sz="2000" dirty="0">
                <a:latin typeface="Trebuchet MS" panose="020B0603020202020204"/>
                <a:cs typeface="Trebuchet MS" panose="020B0603020202020204"/>
              </a:rPr>
              <a:t>Plagirized</a:t>
            </a:r>
            <a:r>
              <a:rPr sz="2000" spc="45" dirty="0">
                <a:latin typeface="Trebuchet MS" panose="020B0603020202020204"/>
                <a:cs typeface="Trebuchet MS" panose="020B0603020202020204"/>
              </a:rPr>
              <a:t> </a:t>
            </a:r>
            <a:r>
              <a:rPr sz="2000" spc="50" dirty="0">
                <a:latin typeface="Trebuchet MS" panose="020B0603020202020204"/>
                <a:cs typeface="Trebuchet MS" panose="020B0603020202020204"/>
              </a:rPr>
              <a:t>work </a:t>
            </a:r>
            <a:r>
              <a:rPr sz="2000" spc="70" dirty="0">
                <a:latin typeface="Trebuchet MS" panose="020B0603020202020204"/>
                <a:cs typeface="Trebuchet MS" panose="020B0603020202020204"/>
              </a:rPr>
              <a:t>is</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completely</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unacceptable.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I</a:t>
            </a:r>
            <a:r>
              <a:rPr sz="2000" spc="50" dirty="0">
                <a:latin typeface="Trebuchet MS" panose="020B0603020202020204"/>
                <a:cs typeface="Trebuchet MS" panose="020B0603020202020204"/>
              </a:rPr>
              <a:t> </a:t>
            </a:r>
            <a:r>
              <a:rPr sz="2000" spc="-20" dirty="0">
                <a:latin typeface="Trebuchet MS" panose="020B0603020202020204"/>
                <a:cs typeface="Trebuchet MS" panose="020B0603020202020204"/>
              </a:rPr>
              <a:t>will </a:t>
            </a:r>
            <a:r>
              <a:rPr sz="2000" spc="65" dirty="0">
                <a:latin typeface="Trebuchet MS" panose="020B0603020202020204"/>
                <a:cs typeface="Trebuchet MS" panose="020B0603020202020204"/>
              </a:rPr>
              <a:t>make</a:t>
            </a:r>
            <a:r>
              <a:rPr sz="2000" spc="-114" dirty="0">
                <a:latin typeface="Trebuchet MS" panose="020B0603020202020204"/>
                <a:cs typeface="Trebuchet MS" panose="020B0603020202020204"/>
              </a:rPr>
              <a:t> </a:t>
            </a:r>
            <a:r>
              <a:rPr sz="2000" dirty="0">
                <a:latin typeface="Trebuchet MS" panose="020B0603020202020204"/>
                <a:cs typeface="Trebuchet MS" panose="020B0603020202020204"/>
              </a:rPr>
              <a:t>zero</a:t>
            </a:r>
            <a:r>
              <a:rPr sz="2000" spc="-110"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110" dirty="0">
                <a:latin typeface="Trebuchet MS" panose="020B0603020202020204"/>
                <a:cs typeface="Trebuchet MS" panose="020B0603020202020204"/>
              </a:rPr>
              <a:t> </a:t>
            </a:r>
            <a:r>
              <a:rPr sz="2000" dirty="0">
                <a:latin typeface="Trebuchet MS" panose="020B0603020202020204"/>
                <a:cs typeface="Trebuchet MS" panose="020B0603020202020204"/>
              </a:rPr>
              <a:t>all</a:t>
            </a:r>
            <a:r>
              <a:rPr sz="2000" spc="-110" dirty="0">
                <a:latin typeface="Trebuchet MS" panose="020B0603020202020204"/>
                <a:cs typeface="Trebuchet MS" panose="020B0603020202020204"/>
              </a:rPr>
              <a:t> </a:t>
            </a:r>
            <a:r>
              <a:rPr sz="2000" spc="95" dirty="0">
                <a:latin typeface="Trebuchet MS" panose="020B0603020202020204"/>
                <a:cs typeface="Trebuchet MS" panose="020B0603020202020204"/>
              </a:rPr>
              <a:t>such</a:t>
            </a:r>
            <a:r>
              <a:rPr sz="2000" spc="-110" dirty="0">
                <a:latin typeface="Trebuchet MS" panose="020B0603020202020204"/>
                <a:cs typeface="Trebuchet MS" panose="020B0603020202020204"/>
              </a:rPr>
              <a:t> </a:t>
            </a:r>
            <a:r>
              <a:rPr sz="2000" spc="-20" dirty="0">
                <a:latin typeface="Trebuchet MS" panose="020B0603020202020204"/>
                <a:cs typeface="Trebuchet MS" panose="020B0603020202020204"/>
              </a:rPr>
              <a:t>work.</a:t>
            </a:r>
            <a:endParaRPr sz="2000">
              <a:latin typeface="Trebuchet MS" panose="020B0603020202020204"/>
              <a:cs typeface="Trebuchet MS" panose="020B0603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3927475"/>
            <a:ext cx="18288000" cy="6592570"/>
            <a:chOff x="0" y="3927782"/>
            <a:chExt cx="18288000" cy="6359525"/>
          </a:xfrm>
        </p:grpSpPr>
        <p:sp>
          <p:nvSpPr>
            <p:cNvPr id="3" name="object 3"/>
            <p:cNvSpPr/>
            <p:nvPr/>
          </p:nvSpPr>
          <p:spPr>
            <a:xfrm>
              <a:off x="0" y="8471001"/>
              <a:ext cx="18288000" cy="1816100"/>
            </a:xfrm>
            <a:custGeom>
              <a:avLst/>
              <a:gdLst/>
              <a:ahLst/>
              <a:cxnLst/>
              <a:rect l="l" t="t" r="r" b="b"/>
              <a:pathLst>
                <a:path w="18288000" h="1816100">
                  <a:moveTo>
                    <a:pt x="0" y="0"/>
                  </a:moveTo>
                  <a:lnTo>
                    <a:pt x="18288000" y="0"/>
                  </a:lnTo>
                  <a:lnTo>
                    <a:pt x="18288000" y="1815998"/>
                  </a:lnTo>
                  <a:lnTo>
                    <a:pt x="0" y="1815998"/>
                  </a:lnTo>
                  <a:lnTo>
                    <a:pt x="0" y="0"/>
                  </a:lnTo>
                  <a:close/>
                </a:path>
              </a:pathLst>
            </a:custGeom>
            <a:solidFill>
              <a:srgbClr val="D0A2E7"/>
            </a:solidFill>
          </p:spPr>
          <p:txBody>
            <a:bodyPr wrap="square" lIns="0" tIns="0" rIns="0" bIns="0" rtlCol="0"/>
            <a:lstStyle/>
            <a:p/>
          </p:txBody>
        </p:sp>
        <p:pic>
          <p:nvPicPr>
            <p:cNvPr id="4" name="object 4"/>
            <p:cNvPicPr/>
            <p:nvPr/>
          </p:nvPicPr>
          <p:blipFill>
            <a:blip r:embed="rId1" cstate="print"/>
            <a:stretch>
              <a:fillRect/>
            </a:stretch>
          </p:blipFill>
          <p:spPr>
            <a:xfrm>
              <a:off x="8587971" y="3927782"/>
              <a:ext cx="8533290" cy="5986376"/>
            </a:xfrm>
            <a:prstGeom prst="rect">
              <a:avLst/>
            </a:prstGeom>
          </p:spPr>
        </p:pic>
      </p:grpSp>
      <p:sp>
        <p:nvSpPr>
          <p:cNvPr id="5" name="object 5"/>
          <p:cNvSpPr txBox="1"/>
          <p:nvPr/>
        </p:nvSpPr>
        <p:spPr>
          <a:xfrm>
            <a:off x="2136966" y="1924113"/>
            <a:ext cx="537210" cy="320040"/>
          </a:xfrm>
          <a:prstGeom prst="rect">
            <a:avLst/>
          </a:prstGeom>
        </p:spPr>
        <p:txBody>
          <a:bodyPr vert="horz" wrap="square" lIns="0" tIns="12700" rIns="0" bIns="0" rtlCol="0">
            <a:spAutoFit/>
          </a:bodyPr>
          <a:lstStyle/>
          <a:p>
            <a:pPr marL="12700">
              <a:lnSpc>
                <a:spcPct val="100000"/>
              </a:lnSpc>
              <a:spcBef>
                <a:spcPts val="100"/>
              </a:spcBef>
            </a:pPr>
            <a:r>
              <a:rPr lang="en-US" altLang="en-US" sz="2000" b="1" spc="509" dirty="0">
                <a:latin typeface="Liberation Sans Narrow"/>
                <a:cs typeface="Liberation Sans Narrow"/>
              </a:rPr>
              <a:t>0</a:t>
            </a:r>
            <a:r>
              <a:rPr sz="2000" b="1" spc="509" dirty="0">
                <a:latin typeface="Liberation Sans Narrow"/>
                <a:cs typeface="Liberation Sans Narrow"/>
              </a:rPr>
              <a:t>1</a:t>
            </a:r>
            <a:endParaRPr sz="2000">
              <a:latin typeface="Liberation Sans Narrow"/>
              <a:cs typeface="Liberation Sans Narrow"/>
            </a:endParaRPr>
          </a:p>
        </p:txBody>
      </p:sp>
      <p:sp>
        <p:nvSpPr>
          <p:cNvPr id="6" name="object 6"/>
          <p:cNvSpPr txBox="1">
            <a:spLocks noGrp="1"/>
          </p:cNvSpPr>
          <p:nvPr>
            <p:ph type="title"/>
          </p:nvPr>
        </p:nvSpPr>
        <p:spPr>
          <a:xfrm>
            <a:off x="2971800" y="1866900"/>
            <a:ext cx="5455285" cy="1304925"/>
          </a:xfrm>
          <a:prstGeom prst="rect">
            <a:avLst/>
          </a:prstGeom>
        </p:spPr>
        <p:txBody>
          <a:bodyPr vert="horz" wrap="square" lIns="0" tIns="12700" rIns="0" bIns="0" rtlCol="0">
            <a:spAutoFit/>
          </a:bodyPr>
          <a:lstStyle/>
          <a:p>
            <a:pPr marL="12700" algn="l">
              <a:lnSpc>
                <a:spcPct val="100000"/>
              </a:lnSpc>
              <a:spcBef>
                <a:spcPts val="100"/>
              </a:spcBef>
              <a:tabLst>
                <a:tab pos="654685" algn="l"/>
                <a:tab pos="2761615" algn="l"/>
                <a:tab pos="4798695" algn="l"/>
              </a:tabLst>
            </a:pPr>
            <a:r>
              <a:rPr lang="en-US" sz="2800" b="0">
                <a:latin typeface="Arial" panose="020B0604020202020204"/>
                <a:cs typeface="Arial" panose="020B0604020202020204"/>
              </a:rPr>
              <a:t>eMarketing-the essential guide to digital Marketing 4th edition by Rob Stokes</a:t>
            </a:r>
            <a:endParaRPr lang="en-US" sz="2800" b="0">
              <a:latin typeface="Arial" panose="020B0604020202020204"/>
              <a:cs typeface="Arial" panose="020B0604020202020204"/>
            </a:endParaRPr>
          </a:p>
        </p:txBody>
      </p:sp>
      <p:grpSp>
        <p:nvGrpSpPr>
          <p:cNvPr id="21" name="object 21"/>
          <p:cNvGrpSpPr/>
          <p:nvPr/>
        </p:nvGrpSpPr>
        <p:grpSpPr>
          <a:xfrm>
            <a:off x="1097915" y="289560"/>
            <a:ext cx="7348220" cy="9485630"/>
            <a:chOff x="1028700" y="19049"/>
            <a:chExt cx="7348220" cy="10267950"/>
          </a:xfrm>
        </p:grpSpPr>
        <p:sp>
          <p:nvSpPr>
            <p:cNvPr id="22" name="object 22"/>
            <p:cNvSpPr/>
            <p:nvPr/>
          </p:nvSpPr>
          <p:spPr>
            <a:xfrm>
              <a:off x="1038225" y="19049"/>
              <a:ext cx="7329170" cy="10267950"/>
            </a:xfrm>
            <a:custGeom>
              <a:avLst/>
              <a:gdLst/>
              <a:ahLst/>
              <a:cxnLst/>
              <a:rect l="l" t="t" r="r" b="b"/>
              <a:pathLst>
                <a:path w="7329170" h="10267950">
                  <a:moveTo>
                    <a:pt x="0" y="0"/>
                  </a:moveTo>
                  <a:lnTo>
                    <a:pt x="0" y="10267950"/>
                  </a:lnTo>
                </a:path>
                <a:path w="7329170" h="10267950">
                  <a:moveTo>
                    <a:pt x="876144" y="0"/>
                  </a:moveTo>
                  <a:lnTo>
                    <a:pt x="876144" y="10267950"/>
                  </a:lnTo>
                </a:path>
                <a:path w="7329170" h="10267950">
                  <a:moveTo>
                    <a:pt x="1858556" y="0"/>
                  </a:moveTo>
                  <a:lnTo>
                    <a:pt x="1858556" y="10267950"/>
                  </a:lnTo>
                </a:path>
                <a:path w="7329170" h="10267950">
                  <a:moveTo>
                    <a:pt x="7328935" y="0"/>
                  </a:moveTo>
                  <a:lnTo>
                    <a:pt x="7328935" y="10267950"/>
                  </a:lnTo>
                </a:path>
              </a:pathLst>
            </a:custGeom>
            <a:ln w="19050">
              <a:solidFill>
                <a:srgbClr val="FFFFFF"/>
              </a:solidFill>
            </a:ln>
          </p:spPr>
          <p:txBody>
            <a:bodyPr wrap="square" lIns="0" tIns="0" rIns="0" bIns="0" rtlCol="0"/>
            <a:lstStyle/>
            <a:p/>
          </p:txBody>
        </p:sp>
        <p:sp>
          <p:nvSpPr>
            <p:cNvPr id="23" name="object 23"/>
            <p:cNvSpPr/>
            <p:nvPr/>
          </p:nvSpPr>
          <p:spPr>
            <a:xfrm>
              <a:off x="1047750" y="4448174"/>
              <a:ext cx="7310120" cy="2886710"/>
            </a:xfrm>
            <a:custGeom>
              <a:avLst/>
              <a:gdLst/>
              <a:ahLst/>
              <a:cxnLst/>
              <a:rect l="l" t="t" r="r" b="b"/>
              <a:pathLst>
                <a:path w="7310120" h="2886709">
                  <a:moveTo>
                    <a:pt x="0" y="0"/>
                  </a:moveTo>
                  <a:lnTo>
                    <a:pt x="7309885" y="0"/>
                  </a:lnTo>
                </a:path>
                <a:path w="7310120" h="2886709">
                  <a:moveTo>
                    <a:pt x="0" y="2886465"/>
                  </a:moveTo>
                  <a:lnTo>
                    <a:pt x="7309885" y="2886465"/>
                  </a:lnTo>
                </a:path>
              </a:pathLst>
            </a:custGeom>
            <a:ln w="19050">
              <a:solidFill>
                <a:srgbClr val="CFE3E7"/>
              </a:solidFill>
            </a:ln>
          </p:spPr>
          <p:txBody>
            <a:bodyPr wrap="square" lIns="0" tIns="0" rIns="0" bIns="0" rtlCol="0"/>
            <a:lstStyle/>
            <a:p/>
          </p:txBody>
        </p:sp>
        <p:sp>
          <p:nvSpPr>
            <p:cNvPr id="24" name="object 24"/>
            <p:cNvSpPr/>
            <p:nvPr/>
          </p:nvSpPr>
          <p:spPr>
            <a:xfrm>
              <a:off x="1434699" y="1439637"/>
              <a:ext cx="390525" cy="390525"/>
            </a:xfrm>
            <a:custGeom>
              <a:avLst/>
              <a:gdLst/>
              <a:ahLst/>
              <a:cxnLst/>
              <a:rect l="l" t="t" r="r" b="b"/>
              <a:pathLst>
                <a:path w="390525" h="390525">
                  <a:moveTo>
                    <a:pt x="195262" y="390525"/>
                  </a:moveTo>
                  <a:lnTo>
                    <a:pt x="157168" y="386773"/>
                  </a:lnTo>
                  <a:lnTo>
                    <a:pt x="120538" y="375661"/>
                  </a:lnTo>
                  <a:lnTo>
                    <a:pt x="86780" y="357617"/>
                  </a:lnTo>
                  <a:lnTo>
                    <a:pt x="57191" y="333333"/>
                  </a:lnTo>
                  <a:lnTo>
                    <a:pt x="32907" y="303744"/>
                  </a:lnTo>
                  <a:lnTo>
                    <a:pt x="14863" y="269986"/>
                  </a:lnTo>
                  <a:lnTo>
                    <a:pt x="3751" y="233356"/>
                  </a:lnTo>
                  <a:lnTo>
                    <a:pt x="0" y="195262"/>
                  </a:lnTo>
                  <a:lnTo>
                    <a:pt x="234" y="185669"/>
                  </a:lnTo>
                  <a:lnTo>
                    <a:pt x="5853" y="147806"/>
                  </a:lnTo>
                  <a:lnTo>
                    <a:pt x="18751" y="111765"/>
                  </a:lnTo>
                  <a:lnTo>
                    <a:pt x="38432" y="78934"/>
                  </a:lnTo>
                  <a:lnTo>
                    <a:pt x="64139" y="50573"/>
                  </a:lnTo>
                  <a:lnTo>
                    <a:pt x="94886" y="27773"/>
                  </a:lnTo>
                  <a:lnTo>
                    <a:pt x="129491" y="11409"/>
                  </a:lnTo>
                  <a:lnTo>
                    <a:pt x="166622" y="2110"/>
                  </a:lnTo>
                  <a:lnTo>
                    <a:pt x="195262" y="0"/>
                  </a:lnTo>
                  <a:lnTo>
                    <a:pt x="204855" y="234"/>
                  </a:lnTo>
                  <a:lnTo>
                    <a:pt x="242718" y="5853"/>
                  </a:lnTo>
                  <a:lnTo>
                    <a:pt x="278759" y="18751"/>
                  </a:lnTo>
                  <a:lnTo>
                    <a:pt x="311590" y="38432"/>
                  </a:lnTo>
                  <a:lnTo>
                    <a:pt x="339951" y="64139"/>
                  </a:lnTo>
                  <a:lnTo>
                    <a:pt x="362751" y="94886"/>
                  </a:lnTo>
                  <a:lnTo>
                    <a:pt x="379115" y="129491"/>
                  </a:lnTo>
                  <a:lnTo>
                    <a:pt x="388414" y="166622"/>
                  </a:lnTo>
                  <a:lnTo>
                    <a:pt x="390525" y="195262"/>
                  </a:lnTo>
                  <a:lnTo>
                    <a:pt x="390290" y="204855"/>
                  </a:lnTo>
                  <a:lnTo>
                    <a:pt x="384671" y="242718"/>
                  </a:lnTo>
                  <a:lnTo>
                    <a:pt x="371773" y="278759"/>
                  </a:lnTo>
                  <a:lnTo>
                    <a:pt x="352092" y="311590"/>
                  </a:lnTo>
                  <a:lnTo>
                    <a:pt x="326385" y="339951"/>
                  </a:lnTo>
                  <a:lnTo>
                    <a:pt x="295638" y="362751"/>
                  </a:lnTo>
                  <a:lnTo>
                    <a:pt x="261033" y="379115"/>
                  </a:lnTo>
                  <a:lnTo>
                    <a:pt x="223902" y="388414"/>
                  </a:lnTo>
                  <a:lnTo>
                    <a:pt x="195262" y="390525"/>
                  </a:lnTo>
                  <a:close/>
                </a:path>
              </a:pathLst>
            </a:custGeom>
            <a:solidFill>
              <a:srgbClr val="99B83C"/>
            </a:solidFill>
          </p:spPr>
          <p:txBody>
            <a:bodyPr wrap="square" lIns="0" tIns="0" rIns="0" bIns="0" rtlCol="0"/>
            <a:lstStyle/>
            <a:p/>
          </p:txBody>
        </p:sp>
        <p:sp>
          <p:nvSpPr>
            <p:cNvPr id="25" name="object 25"/>
            <p:cNvSpPr/>
            <p:nvPr/>
          </p:nvSpPr>
          <p:spPr>
            <a:xfrm>
              <a:off x="1475052" y="1523795"/>
              <a:ext cx="309880" cy="246379"/>
            </a:xfrm>
            <a:custGeom>
              <a:avLst/>
              <a:gdLst/>
              <a:ahLst/>
              <a:cxnLst/>
              <a:rect l="l" t="t" r="r" b="b"/>
              <a:pathLst>
                <a:path w="309880" h="246380">
                  <a:moveTo>
                    <a:pt x="106484" y="245757"/>
                  </a:moveTo>
                  <a:lnTo>
                    <a:pt x="0" y="139280"/>
                  </a:lnTo>
                  <a:lnTo>
                    <a:pt x="42426" y="96850"/>
                  </a:lnTo>
                  <a:lnTo>
                    <a:pt x="106484" y="160896"/>
                  </a:lnTo>
                  <a:lnTo>
                    <a:pt x="267365" y="0"/>
                  </a:lnTo>
                  <a:lnTo>
                    <a:pt x="309807" y="42422"/>
                  </a:lnTo>
                  <a:lnTo>
                    <a:pt x="106484" y="245757"/>
                  </a:lnTo>
                  <a:close/>
                </a:path>
              </a:pathLst>
            </a:custGeom>
            <a:solidFill>
              <a:srgbClr val="FFFFFF"/>
            </a:solidFill>
          </p:spPr>
          <p:txBody>
            <a:bodyPr wrap="square" lIns="0" tIns="0" rIns="0" bIns="0" rtlCol="0"/>
            <a:lstStyle/>
            <a:p/>
          </p:txBody>
        </p:sp>
        <p:sp>
          <p:nvSpPr>
            <p:cNvPr id="26" name="object 26"/>
            <p:cNvSpPr/>
            <p:nvPr/>
          </p:nvSpPr>
          <p:spPr>
            <a:xfrm>
              <a:off x="1434699" y="5236189"/>
              <a:ext cx="390525" cy="390525"/>
            </a:xfrm>
            <a:custGeom>
              <a:avLst/>
              <a:gdLst/>
              <a:ahLst/>
              <a:cxnLst/>
              <a:rect l="l" t="t" r="r" b="b"/>
              <a:pathLst>
                <a:path w="390525" h="390525">
                  <a:moveTo>
                    <a:pt x="195262" y="390525"/>
                  </a:moveTo>
                  <a:lnTo>
                    <a:pt x="157168" y="386773"/>
                  </a:lnTo>
                  <a:lnTo>
                    <a:pt x="120538" y="375661"/>
                  </a:lnTo>
                  <a:lnTo>
                    <a:pt x="86780" y="357617"/>
                  </a:lnTo>
                  <a:lnTo>
                    <a:pt x="57191" y="333333"/>
                  </a:lnTo>
                  <a:lnTo>
                    <a:pt x="32907" y="303744"/>
                  </a:lnTo>
                  <a:lnTo>
                    <a:pt x="14863" y="269986"/>
                  </a:lnTo>
                  <a:lnTo>
                    <a:pt x="3751" y="233356"/>
                  </a:lnTo>
                  <a:lnTo>
                    <a:pt x="0" y="195262"/>
                  </a:lnTo>
                  <a:lnTo>
                    <a:pt x="234" y="185669"/>
                  </a:lnTo>
                  <a:lnTo>
                    <a:pt x="5853" y="147806"/>
                  </a:lnTo>
                  <a:lnTo>
                    <a:pt x="18751" y="111765"/>
                  </a:lnTo>
                  <a:lnTo>
                    <a:pt x="38432" y="78934"/>
                  </a:lnTo>
                  <a:lnTo>
                    <a:pt x="64139" y="50573"/>
                  </a:lnTo>
                  <a:lnTo>
                    <a:pt x="94886" y="27773"/>
                  </a:lnTo>
                  <a:lnTo>
                    <a:pt x="129491" y="11409"/>
                  </a:lnTo>
                  <a:lnTo>
                    <a:pt x="166622" y="2110"/>
                  </a:lnTo>
                  <a:lnTo>
                    <a:pt x="195262" y="0"/>
                  </a:lnTo>
                  <a:lnTo>
                    <a:pt x="204855" y="234"/>
                  </a:lnTo>
                  <a:lnTo>
                    <a:pt x="242718" y="5853"/>
                  </a:lnTo>
                  <a:lnTo>
                    <a:pt x="278759" y="18751"/>
                  </a:lnTo>
                  <a:lnTo>
                    <a:pt x="311590" y="38432"/>
                  </a:lnTo>
                  <a:lnTo>
                    <a:pt x="339951" y="64139"/>
                  </a:lnTo>
                  <a:lnTo>
                    <a:pt x="362751" y="94886"/>
                  </a:lnTo>
                  <a:lnTo>
                    <a:pt x="379115" y="129491"/>
                  </a:lnTo>
                  <a:lnTo>
                    <a:pt x="388414" y="166622"/>
                  </a:lnTo>
                  <a:lnTo>
                    <a:pt x="390525" y="195262"/>
                  </a:lnTo>
                  <a:lnTo>
                    <a:pt x="390290" y="204855"/>
                  </a:lnTo>
                  <a:lnTo>
                    <a:pt x="384671" y="242718"/>
                  </a:lnTo>
                  <a:lnTo>
                    <a:pt x="371773" y="278759"/>
                  </a:lnTo>
                  <a:lnTo>
                    <a:pt x="352092" y="311590"/>
                  </a:lnTo>
                  <a:lnTo>
                    <a:pt x="326385" y="339951"/>
                  </a:lnTo>
                  <a:lnTo>
                    <a:pt x="295638" y="362751"/>
                  </a:lnTo>
                  <a:lnTo>
                    <a:pt x="261033" y="379115"/>
                  </a:lnTo>
                  <a:lnTo>
                    <a:pt x="223902" y="388414"/>
                  </a:lnTo>
                  <a:lnTo>
                    <a:pt x="195262" y="390525"/>
                  </a:lnTo>
                  <a:close/>
                </a:path>
              </a:pathLst>
            </a:custGeom>
            <a:solidFill>
              <a:srgbClr val="99B83C"/>
            </a:solidFill>
          </p:spPr>
          <p:txBody>
            <a:bodyPr wrap="square" lIns="0" tIns="0" rIns="0" bIns="0" rtlCol="0"/>
            <a:lstStyle/>
            <a:p/>
          </p:txBody>
        </p:sp>
        <p:sp>
          <p:nvSpPr>
            <p:cNvPr id="27" name="object 27"/>
            <p:cNvSpPr/>
            <p:nvPr/>
          </p:nvSpPr>
          <p:spPr>
            <a:xfrm>
              <a:off x="1475052" y="5320347"/>
              <a:ext cx="309880" cy="246379"/>
            </a:xfrm>
            <a:custGeom>
              <a:avLst/>
              <a:gdLst/>
              <a:ahLst/>
              <a:cxnLst/>
              <a:rect l="l" t="t" r="r" b="b"/>
              <a:pathLst>
                <a:path w="309880" h="246379">
                  <a:moveTo>
                    <a:pt x="106484" y="245757"/>
                  </a:moveTo>
                  <a:lnTo>
                    <a:pt x="0" y="139280"/>
                  </a:lnTo>
                  <a:lnTo>
                    <a:pt x="42426" y="96850"/>
                  </a:lnTo>
                  <a:lnTo>
                    <a:pt x="106484" y="160896"/>
                  </a:lnTo>
                  <a:lnTo>
                    <a:pt x="267365" y="0"/>
                  </a:lnTo>
                  <a:lnTo>
                    <a:pt x="309807" y="42422"/>
                  </a:lnTo>
                  <a:lnTo>
                    <a:pt x="106484" y="245757"/>
                  </a:lnTo>
                  <a:close/>
                </a:path>
              </a:pathLst>
            </a:custGeom>
            <a:solidFill>
              <a:srgbClr val="FFFFFF"/>
            </a:solidFill>
          </p:spPr>
          <p:txBody>
            <a:bodyPr wrap="square" lIns="0" tIns="0" rIns="0" bIns="0" rtlCol="0"/>
            <a:lstStyle/>
            <a:p/>
          </p:txBody>
        </p:sp>
      </p:grpSp>
      <p:sp>
        <p:nvSpPr>
          <p:cNvPr id="28" name="object 28"/>
          <p:cNvSpPr txBox="1"/>
          <p:nvPr/>
        </p:nvSpPr>
        <p:spPr>
          <a:xfrm>
            <a:off x="10287113" y="571265"/>
            <a:ext cx="7164705" cy="2218055"/>
          </a:xfrm>
          <a:prstGeom prst="rect">
            <a:avLst/>
          </a:prstGeom>
        </p:spPr>
        <p:txBody>
          <a:bodyPr vert="horz" wrap="square" lIns="0" tIns="26034" rIns="0" bIns="0" rtlCol="0">
            <a:spAutoFit/>
          </a:bodyPr>
          <a:lstStyle/>
          <a:p>
            <a:pPr marL="48260" marR="5080" indent="-36195">
              <a:lnSpc>
                <a:spcPts val="8630"/>
              </a:lnSpc>
              <a:spcBef>
                <a:spcPts val="205"/>
              </a:spcBef>
            </a:pPr>
            <a:r>
              <a:rPr sz="7200" b="1" spc="810" dirty="0">
                <a:latin typeface="Liberation Sans Narrow"/>
                <a:cs typeface="Liberation Sans Narrow"/>
              </a:rPr>
              <a:t>Required</a:t>
            </a:r>
            <a:r>
              <a:rPr sz="7200" b="1" spc="195" dirty="0">
                <a:latin typeface="Liberation Sans Narrow"/>
                <a:cs typeface="Liberation Sans Narrow"/>
              </a:rPr>
              <a:t> </a:t>
            </a:r>
            <a:r>
              <a:rPr sz="7200" b="1" spc="805" dirty="0">
                <a:latin typeface="Liberation Sans Narrow"/>
                <a:cs typeface="Liberation Sans Narrow"/>
              </a:rPr>
              <a:t>Books </a:t>
            </a:r>
            <a:r>
              <a:rPr sz="7200" b="1" spc="919" dirty="0">
                <a:latin typeface="Liberation Sans Narrow"/>
                <a:cs typeface="Liberation Sans Narrow"/>
              </a:rPr>
              <a:t>and</a:t>
            </a:r>
            <a:r>
              <a:rPr sz="7200" b="1" spc="180" dirty="0">
                <a:latin typeface="Liberation Sans Narrow"/>
                <a:cs typeface="Liberation Sans Narrow"/>
              </a:rPr>
              <a:t> </a:t>
            </a:r>
            <a:r>
              <a:rPr sz="7200" b="1" spc="865" dirty="0">
                <a:latin typeface="Liberation Sans Narrow"/>
                <a:cs typeface="Liberation Sans Narrow"/>
              </a:rPr>
              <a:t>References</a:t>
            </a:r>
            <a:endParaRPr sz="7200">
              <a:latin typeface="Liberation Sans Narrow"/>
              <a:cs typeface="Liberation Sans Narrow"/>
            </a:endParaRPr>
          </a:p>
        </p:txBody>
      </p:sp>
      <p:sp>
        <p:nvSpPr>
          <p:cNvPr id="31" name="Text Box 30"/>
          <p:cNvSpPr txBox="1"/>
          <p:nvPr/>
        </p:nvSpPr>
        <p:spPr>
          <a:xfrm>
            <a:off x="2743200" y="4533900"/>
            <a:ext cx="5302885" cy="1322070"/>
          </a:xfrm>
          <a:prstGeom prst="rect">
            <a:avLst/>
          </a:prstGeom>
          <a:noFill/>
        </p:spPr>
        <p:txBody>
          <a:bodyPr wrap="square" rtlCol="0" anchor="t">
            <a:spAutoFit/>
          </a:bodyPr>
          <a:p>
            <a:pPr algn="just"/>
            <a:endParaRPr lang="en-US" sz="2000"/>
          </a:p>
          <a:p>
            <a:pPr algn="just"/>
            <a:r>
              <a:rPr lang="en-US" sz="2000"/>
              <a:t>A.Digital Marketing Strategy: An Integrated Approach to Online Marketing by Simon Kingsnorth</a:t>
            </a:r>
            <a:endParaRPr lang="en-US" sz="2000"/>
          </a:p>
        </p:txBody>
      </p:sp>
      <p:sp>
        <p:nvSpPr>
          <p:cNvPr id="34" name="Text Box 33"/>
          <p:cNvSpPr txBox="1"/>
          <p:nvPr/>
        </p:nvSpPr>
        <p:spPr>
          <a:xfrm>
            <a:off x="1981200" y="4762500"/>
            <a:ext cx="641350" cy="398780"/>
          </a:xfrm>
          <a:prstGeom prst="rect">
            <a:avLst/>
          </a:prstGeom>
          <a:noFill/>
        </p:spPr>
        <p:txBody>
          <a:bodyPr wrap="square" rtlCol="0" anchor="t">
            <a:spAutoFit/>
          </a:bodyPr>
          <a:p>
            <a:pPr>
              <a:lnSpc>
                <a:spcPct val="100000"/>
              </a:lnSpc>
              <a:spcBef>
                <a:spcPts val="100"/>
              </a:spcBef>
            </a:pPr>
            <a:r>
              <a:rPr lang="en-US" sz="2000" b="1">
                <a:latin typeface="Arial Bold" panose="020B0604020202020204" charset="0"/>
                <a:cs typeface="Arial Bold" panose="020B0604020202020204" charset="0"/>
              </a:rPr>
              <a:t>02</a:t>
            </a:r>
            <a:endParaRPr lang="en-US" sz="2000" b="1">
              <a:latin typeface="Arial Bold" panose="020B0604020202020204" charset="0"/>
              <a:cs typeface="Arial Bold" panose="020B0604020202020204" charset="0"/>
            </a:endParaRPr>
          </a:p>
        </p:txBody>
      </p:sp>
      <p:sp>
        <p:nvSpPr>
          <p:cNvPr id="7" name="object 27"/>
          <p:cNvSpPr/>
          <p:nvPr/>
        </p:nvSpPr>
        <p:spPr>
          <a:xfrm>
            <a:off x="1088337" y="5905770"/>
            <a:ext cx="309880" cy="227607"/>
          </a:xfrm>
          <a:custGeom>
            <a:avLst/>
            <a:gdLst/>
            <a:ahLst/>
            <a:cxnLst/>
            <a:rect l="l" t="t" r="r" b="b"/>
            <a:pathLst>
              <a:path w="309880" h="246379">
                <a:moveTo>
                  <a:pt x="106484" y="245757"/>
                </a:moveTo>
                <a:lnTo>
                  <a:pt x="0" y="139280"/>
                </a:lnTo>
                <a:lnTo>
                  <a:pt x="42426" y="96850"/>
                </a:lnTo>
                <a:lnTo>
                  <a:pt x="106484" y="160896"/>
                </a:lnTo>
                <a:lnTo>
                  <a:pt x="267365" y="0"/>
                </a:lnTo>
                <a:lnTo>
                  <a:pt x="309807" y="42422"/>
                </a:lnTo>
                <a:lnTo>
                  <a:pt x="106484" y="245757"/>
                </a:lnTo>
                <a:close/>
              </a:path>
            </a:pathLst>
          </a:custGeom>
          <a:solidFill>
            <a:srgbClr val="FFFFFF"/>
          </a:solidFill>
        </p:spPr>
        <p:txBody>
          <a:bodyPr wrap="square" lIns="0" tIns="0" rIns="0" bIns="0" rtlCol="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4461168"/>
            <a:ext cx="18288000" cy="5822315"/>
            <a:chOff x="0" y="4461168"/>
            <a:chExt cx="18288000" cy="5822315"/>
          </a:xfrm>
        </p:grpSpPr>
        <p:sp>
          <p:nvSpPr>
            <p:cNvPr id="3" name="object 3"/>
            <p:cNvSpPr/>
            <p:nvPr/>
          </p:nvSpPr>
          <p:spPr>
            <a:xfrm>
              <a:off x="0" y="7054168"/>
              <a:ext cx="18288000" cy="3228975"/>
            </a:xfrm>
            <a:custGeom>
              <a:avLst/>
              <a:gdLst/>
              <a:ahLst/>
              <a:cxnLst/>
              <a:rect l="l" t="t" r="r" b="b"/>
              <a:pathLst>
                <a:path w="18288000" h="3228975">
                  <a:moveTo>
                    <a:pt x="18288000" y="3228975"/>
                  </a:moveTo>
                  <a:lnTo>
                    <a:pt x="0" y="3228975"/>
                  </a:lnTo>
                  <a:lnTo>
                    <a:pt x="0" y="0"/>
                  </a:lnTo>
                  <a:lnTo>
                    <a:pt x="18288000" y="0"/>
                  </a:lnTo>
                  <a:lnTo>
                    <a:pt x="18288000" y="3228975"/>
                  </a:lnTo>
                  <a:close/>
                </a:path>
              </a:pathLst>
            </a:custGeom>
            <a:solidFill>
              <a:srgbClr val="99D9D9"/>
            </a:solidFill>
          </p:spPr>
          <p:txBody>
            <a:bodyPr wrap="square" lIns="0" tIns="0" rIns="0" bIns="0" rtlCol="0"/>
            <a:lstStyle/>
            <a:p/>
          </p:txBody>
        </p:sp>
        <p:pic>
          <p:nvPicPr>
            <p:cNvPr id="4" name="object 4"/>
            <p:cNvPicPr/>
            <p:nvPr/>
          </p:nvPicPr>
          <p:blipFill>
            <a:blip r:embed="rId1" cstate="print"/>
            <a:stretch>
              <a:fillRect/>
            </a:stretch>
          </p:blipFill>
          <p:spPr>
            <a:xfrm>
              <a:off x="13643846" y="4461168"/>
              <a:ext cx="4150343" cy="5431657"/>
            </a:xfrm>
            <a:prstGeom prst="rect">
              <a:avLst/>
            </a:prstGeom>
          </p:spPr>
        </p:pic>
      </p:grpSp>
      <p:sp>
        <p:nvSpPr>
          <p:cNvPr id="6" name="object 6"/>
          <p:cNvSpPr/>
          <p:nvPr/>
        </p:nvSpPr>
        <p:spPr>
          <a:xfrm>
            <a:off x="9300735" y="2941470"/>
            <a:ext cx="6762115" cy="0"/>
          </a:xfrm>
          <a:custGeom>
            <a:avLst/>
            <a:gdLst/>
            <a:ahLst/>
            <a:cxnLst/>
            <a:rect l="l" t="t" r="r" b="b"/>
            <a:pathLst>
              <a:path w="6762115">
                <a:moveTo>
                  <a:pt x="0" y="0"/>
                </a:moveTo>
                <a:lnTo>
                  <a:pt x="6762026" y="0"/>
                </a:lnTo>
              </a:path>
            </a:pathLst>
          </a:custGeom>
          <a:ln w="9525">
            <a:solidFill>
              <a:srgbClr val="000000"/>
            </a:solidFill>
          </a:ln>
        </p:spPr>
        <p:txBody>
          <a:bodyPr wrap="square" lIns="0" tIns="0" rIns="0" bIns="0" rtlCol="0"/>
          <a:lstStyle/>
          <a:p/>
        </p:txBody>
      </p:sp>
      <p:sp>
        <p:nvSpPr>
          <p:cNvPr id="7" name="object 7"/>
          <p:cNvSpPr txBox="1">
            <a:spLocks noGrp="1"/>
          </p:cNvSpPr>
          <p:nvPr>
            <p:ph type="title"/>
          </p:nvPr>
        </p:nvSpPr>
        <p:spPr>
          <a:xfrm>
            <a:off x="1016000" y="873125"/>
            <a:ext cx="6713220" cy="1397000"/>
          </a:xfrm>
          <a:prstGeom prst="rect">
            <a:avLst/>
          </a:prstGeom>
        </p:spPr>
        <p:txBody>
          <a:bodyPr vert="horz" wrap="square" lIns="0" tIns="12700" rIns="0" bIns="0" rtlCol="0">
            <a:spAutoFit/>
          </a:bodyPr>
          <a:lstStyle/>
          <a:p>
            <a:pPr marL="12700">
              <a:lnSpc>
                <a:spcPct val="100000"/>
              </a:lnSpc>
              <a:spcBef>
                <a:spcPts val="100"/>
              </a:spcBef>
            </a:pPr>
            <a:r>
              <a:rPr spc="560" dirty="0">
                <a:latin typeface="Trebuchet MS" panose="020B0603020202020204"/>
                <a:cs typeface="Trebuchet MS" panose="020B0603020202020204"/>
              </a:rPr>
              <a:t>Contact</a:t>
            </a:r>
            <a:r>
              <a:rPr spc="-415" dirty="0">
                <a:latin typeface="Trebuchet MS" panose="020B0603020202020204"/>
                <a:cs typeface="Trebuchet MS" panose="020B0603020202020204"/>
              </a:rPr>
              <a:t> </a:t>
            </a:r>
            <a:r>
              <a:rPr spc="944" dirty="0">
                <a:latin typeface="Trebuchet MS" panose="020B0603020202020204"/>
                <a:cs typeface="Trebuchet MS" panose="020B0603020202020204"/>
              </a:rPr>
              <a:t>Me</a:t>
            </a:r>
            <a:endParaRPr spc="944" dirty="0">
              <a:latin typeface="Trebuchet MS" panose="020B0603020202020204"/>
              <a:cs typeface="Trebuchet MS" panose="020B0603020202020204"/>
            </a:endParaRPr>
          </a:p>
        </p:txBody>
      </p:sp>
      <p:sp>
        <p:nvSpPr>
          <p:cNvPr id="8" name="object 8"/>
          <p:cNvSpPr txBox="1"/>
          <p:nvPr/>
        </p:nvSpPr>
        <p:spPr>
          <a:xfrm>
            <a:off x="9283272" y="976765"/>
            <a:ext cx="3568700" cy="1210310"/>
          </a:xfrm>
          <a:prstGeom prst="rect">
            <a:avLst/>
          </a:prstGeom>
        </p:spPr>
        <p:txBody>
          <a:bodyPr vert="horz" wrap="square" lIns="0" tIns="201930" rIns="0" bIns="0" rtlCol="0">
            <a:spAutoFit/>
          </a:bodyPr>
          <a:lstStyle/>
          <a:p>
            <a:pPr marL="12700">
              <a:lnSpc>
                <a:spcPct val="100000"/>
              </a:lnSpc>
              <a:spcBef>
                <a:spcPts val="1590"/>
              </a:spcBef>
            </a:pPr>
            <a:r>
              <a:rPr sz="3200" b="1" spc="70" dirty="0">
                <a:latin typeface="Trebuchet MS" panose="020B0603020202020204"/>
                <a:cs typeface="Trebuchet MS" panose="020B0603020202020204"/>
              </a:rPr>
              <a:t>Email</a:t>
            </a:r>
            <a:r>
              <a:rPr sz="3200" b="1" spc="-135" dirty="0">
                <a:latin typeface="Trebuchet MS" panose="020B0603020202020204"/>
                <a:cs typeface="Trebuchet MS" panose="020B0603020202020204"/>
              </a:rPr>
              <a:t> </a:t>
            </a:r>
            <a:r>
              <a:rPr sz="3200" b="1" spc="200" dirty="0">
                <a:latin typeface="Trebuchet MS" panose="020B0603020202020204"/>
                <a:cs typeface="Trebuchet MS" panose="020B0603020202020204"/>
              </a:rPr>
              <a:t>Address</a:t>
            </a:r>
            <a:endParaRPr sz="3200">
              <a:latin typeface="Trebuchet MS" panose="020B0603020202020204"/>
              <a:cs typeface="Trebuchet MS" panose="020B0603020202020204"/>
            </a:endParaRPr>
          </a:p>
          <a:p>
            <a:pPr marL="12700">
              <a:lnSpc>
                <a:spcPct val="100000"/>
              </a:lnSpc>
              <a:spcBef>
                <a:spcPts val="1115"/>
              </a:spcBef>
            </a:pPr>
            <a:r>
              <a:rPr sz="2400" spc="-10" dirty="0">
                <a:latin typeface="Trebuchet MS" panose="020B0603020202020204"/>
                <a:cs typeface="Trebuchet MS" panose="020B0603020202020204"/>
                <a:hlinkClick r:id="rId2"/>
              </a:rPr>
              <a:t>nimra.abbas@bnu.edu.pk</a:t>
            </a:r>
            <a:endParaRPr sz="2400">
              <a:latin typeface="Trebuchet MS" panose="020B0603020202020204"/>
              <a:cs typeface="Trebuchet MS" panose="020B0603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2228</Words>
  <Application>WPS Writer</Application>
  <PresentationFormat>On-screen Show (4:3)</PresentationFormat>
  <Paragraphs>84</Paragraphs>
  <Slides>9</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9</vt:i4>
      </vt:variant>
    </vt:vector>
  </HeadingPairs>
  <TitlesOfParts>
    <vt:vector size="27" baseType="lpstr">
      <vt:lpstr>Arial</vt:lpstr>
      <vt:lpstr>SimSun</vt:lpstr>
      <vt:lpstr>Wingdings</vt:lpstr>
      <vt:lpstr>Liberation Sans Narrow</vt:lpstr>
      <vt:lpstr>Thonburi</vt:lpstr>
      <vt:lpstr>Comic Sans MS Regular</vt:lpstr>
      <vt:lpstr>Trebuchet MS</vt:lpstr>
      <vt:lpstr>Trebuchet MS Bold</vt:lpstr>
      <vt:lpstr>Times New Roman</vt:lpstr>
      <vt:lpstr>Arial Black</vt:lpstr>
      <vt:lpstr>Arial</vt:lpstr>
      <vt:lpstr>Arial Bold</vt:lpstr>
      <vt:lpstr>Microsoft YaHei</vt:lpstr>
      <vt:lpstr>汉仪旗黑</vt:lpstr>
      <vt:lpstr>Arial Unicode MS</vt:lpstr>
      <vt:lpstr>Calibri</vt:lpstr>
      <vt:lpstr>Helvetica Neue</vt:lpstr>
      <vt:lpstr>Office Theme</vt:lpstr>
      <vt:lpstr>Course Syllabus</vt:lpstr>
      <vt:lpstr>Welcome to  Digital Marketing Course!</vt:lpstr>
      <vt:lpstr>About Me</vt:lpstr>
      <vt:lpstr>Course Details</vt:lpstr>
      <vt:lpstr>GCR Details</vt:lpstr>
      <vt:lpstr>Course Requirements</vt:lpstr>
      <vt:lpstr>Course Policies</vt:lpstr>
      <vt:lpstr>eMarketing-the essential guide to digital Marketing 4th edition by Rob Stokes</vt:lpstr>
      <vt:lpstr>Contact Me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Syllabus</dc:title>
  <dc:creator>Nimra Abbas</dc:creator>
  <cp:keywords>DAGP4gMx-9I,BAFtgmHLuck</cp:keywords>
  <cp:lastModifiedBy>Nimra Abbas</cp:lastModifiedBy>
  <cp:revision>33</cp:revision>
  <dcterms:created xsi:type="dcterms:W3CDTF">2025-10-01T10:35:29Z</dcterms:created>
  <dcterms:modified xsi:type="dcterms:W3CDTF">2025-10-01T10:35:29Z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2024-09-07T02:00:00Z</vt:filetime>
  </property>
  <property fmtid="{D5CDD505-2E9C-101B-9397-08002B2CF9AE}" pid="3" name="Creator">
    <vt:lpwstr>Canva</vt:lpwstr>
  </property>
  <property fmtid="{D5CDD505-2E9C-101B-9397-08002B2CF9AE}" pid="4" name="LastSaved">
    <vt:filetime>2024-09-11T02:00:00Z</vt:filetime>
  </property>
  <property fmtid="{D5CDD505-2E9C-101B-9397-08002B2CF9AE}" pid="5" name="Producer">
    <vt:lpwstr>3-Heights(TM) PDF Security Shell 4.8.25.2 (http://www.pdf-tools.com)</vt:lpwstr>
  </property>
  <property fmtid="{D5CDD505-2E9C-101B-9397-08002B2CF9AE}" pid="6" name="KSOProductBuildVer">
    <vt:lpwstr>1033-5.7.0.8090</vt:lpwstr>
  </property>
</Properties>
</file>