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57" r:id="rId5"/>
    <p:sldId id="564" r:id="rId6"/>
    <p:sldId id="568" r:id="rId7"/>
    <p:sldId id="569" r:id="rId8"/>
    <p:sldId id="570" r:id="rId9"/>
    <p:sldId id="571" r:id="rId10"/>
    <p:sldId id="572" r:id="rId11"/>
    <p:sldId id="5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memory leak concept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9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8895"/>
            <a:ext cx="10385425" cy="4802505"/>
          </a:xfrm>
        </p:spPr>
        <p:txBody>
          <a:bodyPr>
            <a:normAutofit/>
          </a:bodyPr>
          <a:lstStyle/>
          <a:p>
            <a:r>
              <a:rPr lang="en-US" sz="2400" dirty="0"/>
              <a:t>Shallow Copy Vs Deep Copy</a:t>
            </a:r>
            <a:endParaRPr lang="en-US" sz="2400" dirty="0"/>
          </a:p>
          <a:p>
            <a:r>
              <a:rPr lang="en-US" sz="2400" dirty="0"/>
              <a:t>Destructor</a:t>
            </a:r>
            <a:endParaRPr lang="en-US" sz="2400" dirty="0"/>
          </a:p>
          <a:p>
            <a:r>
              <a:rPr lang="en-US" sz="2400" dirty="0"/>
              <a:t>Practise Examples 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015"/>
          </a:xfrm>
        </p:spPr>
        <p:txBody>
          <a:bodyPr>
            <a:normAutofit/>
          </a:bodyPr>
          <a:lstStyle/>
          <a:p>
            <a:r>
              <a:rPr lang="en-US" sz="4000" dirty="0">
                <a:sym typeface="+mn-ea"/>
              </a:rPr>
              <a:t>Shallow &amp; Deep Copy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79361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/>
              <a:t>A shallow copy of an object copies all of the member values from one object to another.</a:t>
            </a: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/>
              <a:t>A deep copy, on the other hand, not only copies the member values but also makes copies of any dynamically allocated memory that the members point to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2015"/>
          </a:xfrm>
        </p:spPr>
        <p:txBody>
          <a:bodyPr>
            <a:normAutofit/>
          </a:bodyPr>
          <a:lstStyle/>
          <a:p>
            <a:r>
              <a:rPr lang="en-US" sz="4000" dirty="0"/>
              <a:t>Destructor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3665"/>
            <a:ext cx="10515600" cy="479361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/>
              <a:t>- Opposite of constructor</a:t>
            </a: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/>
              <a:t>- Has same name as the class</a:t>
            </a: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400" dirty="0" smtClean="0"/>
              <a:t>~Classname (){}</a:t>
            </a:r>
            <a:endParaRPr lang="en-US" sz="2400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139700"/>
            <a:ext cx="7394575" cy="921385"/>
          </a:xfrm>
        </p:spPr>
        <p:txBody>
          <a:bodyPr/>
          <a:p>
            <a:r>
              <a:rPr lang="en-US" sz="2800"/>
              <a:t>Some Practise Questions - </a:t>
            </a:r>
            <a:r>
              <a:rPr lang="en-US" sz="2800">
                <a:solidFill>
                  <a:srgbClr val="FF0000"/>
                </a:solidFill>
              </a:rPr>
              <a:t>Problem 1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170" y="971550"/>
            <a:ext cx="10515600" cy="5716270"/>
          </a:xfrm>
        </p:spPr>
        <p:txBody>
          <a:bodyPr/>
          <a:p>
            <a:pPr marL="0" indent="0">
              <a:buNone/>
            </a:pPr>
            <a:r>
              <a:rPr lang="en-US"/>
              <a:t>Library Book Tracking (Book Title and Rating)</a:t>
            </a:r>
            <a:endParaRPr lang="en-US"/>
          </a:p>
          <a:p>
            <a:pPr marL="0" indent="0">
              <a:buNone/>
            </a:pPr>
            <a:r>
              <a:rPr lang="en-US" sz="1600"/>
              <a:t>You are designing a library system where each Book object has a title and a rating that needs to be stored dynamically (using a pointer). Implement the following: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1.) Class Definition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Define a Book class with the following: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A string member variable for the book's title.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A double* pointer for the book’s rating, to be dynamically allocated in the constructor.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2.) Constructor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Write a constructor that initializes the title and allocates memory for rating, storing an initial value for the rating.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3.) Copy Constructors: Implement two different copy constructors: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457200" lvl="1" indent="0">
              <a:buNone/>
            </a:pPr>
            <a:r>
              <a:rPr lang="en-US" sz="1370"/>
              <a:t>a.) Shallow Copy Constructor: Copy the title and assign the rating pointer directly (shallow copy).</a:t>
            </a:r>
            <a:endParaRPr lang="en-US" sz="1370"/>
          </a:p>
          <a:p>
            <a:pPr marL="457200" lvl="1" indent="0">
              <a:buNone/>
            </a:pPr>
            <a:r>
              <a:rPr lang="en-US" sz="1370"/>
              <a:t>b.) Deep Copy Constructor: Copy the title and allocate new memory for rating, then copy the value from the original book’s rating (deep copy).</a:t>
            </a:r>
            <a:endParaRPr lang="en-US" sz="137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  <a:sym typeface="+mn-ea"/>
              </a:rPr>
              <a:t>4.) Methods:</a:t>
            </a:r>
            <a:endParaRPr lang="en-US" sz="2000" b="1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>
              <a:buNone/>
            </a:pPr>
            <a:r>
              <a:rPr lang="en-US" sz="1600"/>
              <a:t>- Create a display() method to print the book’s title and rating.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Write a destructor to properly deallocate memory.</a:t>
            </a:r>
            <a:endParaRPr 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139700"/>
            <a:ext cx="7394575" cy="921385"/>
          </a:xfrm>
        </p:spPr>
        <p:txBody>
          <a:bodyPr/>
          <a:p>
            <a:r>
              <a:rPr lang="en-US" sz="2800"/>
              <a:t>Some Practise Questions: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170" y="971550"/>
            <a:ext cx="10515600" cy="5716270"/>
          </a:xfrm>
        </p:spPr>
        <p:txBody>
          <a:bodyPr/>
          <a:p>
            <a:pPr marL="0" indent="0">
              <a:buNone/>
            </a:pPr>
            <a:r>
              <a:rPr lang="en-US"/>
              <a:t>Library Book Tracking (Book Title and Rating)</a:t>
            </a:r>
            <a:endParaRPr lang="en-US"/>
          </a:p>
          <a:p>
            <a:pPr marL="0" indent="0">
              <a:buNone/>
            </a:pP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5.) Test Cases: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- In the main() function, create a Book object b1 with the title "Harry Potter" and an initial rating of 4.5.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Use the shallow copy constructor to create a copy b2 of b1.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Modify the rating of b2 to 5.0 and observe if the change affects b1.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Use the deep copy constructor to create a new copy b3 of b1.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Modify the rating of b3 to 3.0 and observe if the change affects b1.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Answer the following questions: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Q1: Explain the difference between shallow and deep copying observed in your test cases.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Q2: Why does changing the rating in b2 affect b1? Why does it not affect b1 when using b3?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139700"/>
            <a:ext cx="7394575" cy="921385"/>
          </a:xfrm>
        </p:spPr>
        <p:txBody>
          <a:bodyPr/>
          <a:p>
            <a:r>
              <a:rPr lang="en-US" sz="2800"/>
              <a:t>Some Practise Questions: </a:t>
            </a:r>
            <a:r>
              <a:rPr lang="en-US" sz="2800">
                <a:solidFill>
                  <a:srgbClr val="FF0000"/>
                </a:solidFill>
                <a:sym typeface="+mn-ea"/>
              </a:rPr>
              <a:t>Problem 2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170" y="971550"/>
            <a:ext cx="10515600" cy="5716270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Student Grade Tracking (Student Name and Grade)</a:t>
            </a:r>
            <a:endParaRPr lang="en-US"/>
          </a:p>
          <a:p>
            <a:pPr marL="0" indent="0">
              <a:lnSpc>
                <a:spcPct val="150000"/>
              </a:lnSpc>
              <a:buNone/>
            </a:pPr>
            <a:r>
              <a:rPr lang="en-US" sz="1600"/>
              <a:t>You are developing a student tracking system where each Student object contains the student's name and grade. In this system, the grade is stored dynamically using a pointer to avoid unintentional data sharing between student objects when they are copied.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1.) Class Definition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Define a Student class with the following: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A string member variable for the student’s name.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A double* pointer for the grade, which should be dynamically allocated in the constructor.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2.) Constructor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Write a constructor that initializes the student's name and allocates memory for the grade, storing an initial value.</a:t>
            </a: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3.) Copy Constructors: Implement two different copy constructors: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- Shallow Copy Constructor: Copy the name and directly assign the grade pointer (shallow copy).</a:t>
            </a:r>
            <a:endParaRPr lang="en-US" sz="1600"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- Deep Copy Constructor: Copy the name and allocate new memory for the grade, then copy the grade value from the original    student object (deep copy).</a:t>
            </a:r>
            <a:endParaRPr lang="en-US" sz="1600">
              <a:sym typeface="+mn-ea"/>
            </a:endParaRPr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  <a:sym typeface="+mn-ea"/>
              </a:rPr>
              <a:t>4.) Methods:</a:t>
            </a:r>
            <a:endParaRPr lang="en-US" sz="2000" b="1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>
              <a:buNone/>
            </a:pPr>
            <a:r>
              <a:rPr lang="en-US" sz="1600"/>
              <a:t>- Create a display() method that prints the student’s name and grade.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Write a destructor to properly deallocate memory.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760" y="139700"/>
            <a:ext cx="7394575" cy="921385"/>
          </a:xfrm>
        </p:spPr>
        <p:txBody>
          <a:bodyPr/>
          <a:p>
            <a:r>
              <a:rPr lang="en-US" sz="2800"/>
              <a:t>Some Practise Questions: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170" y="971550"/>
            <a:ext cx="10515600" cy="571627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>
                <a:sym typeface="+mn-ea"/>
              </a:rPr>
              <a:t>Student Grade Tracking (Student Name and Grade)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5.) Test Cases: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r>
              <a:rPr lang="en-US" sz="1600"/>
              <a:t>- In the main() function, create a Student object s1 with the name "Alice" and an initial grade of 92.5.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Use the shallow copy constructor to create a copy s2 of s1.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Change the grade of s2 to 85.0 and observe if the change affects s1.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Use the deep copy constructor to create another copy s3 of s1.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- Change the grade of s3 to 78.0 and observe if the change affects s1.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Answer the following questions: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Q1: Describe the effect of shallow and deep copying on the grade attribute in your test cases.</a:t>
            </a:r>
            <a:endParaRPr lang="en-US" sz="1600"/>
          </a:p>
          <a:p>
            <a:pPr marL="0" indent="0">
              <a:buNone/>
            </a:pPr>
            <a:r>
              <a:rPr lang="en-US" sz="1600"/>
              <a:t>Q2: Explain why modifying the grade in s2 affects s1 but does not affect s1 when using s3.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3911</Words>
  <Application>WPS Presentation</Application>
  <PresentationFormat>Widescreen</PresentationFormat>
  <Paragraphs>103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OOP </vt:lpstr>
      <vt:lpstr>Outline</vt:lpstr>
      <vt:lpstr>Shallow &amp; Deep Copy</vt:lpstr>
      <vt:lpstr>Shallow &amp; Deep Copy</vt:lpstr>
      <vt:lpstr>PowerPoint 演示文稿</vt:lpstr>
      <vt:lpstr>Some Practise Questions:</vt:lpstr>
      <vt:lpstr>Some Practise Questions:</vt:lpstr>
      <vt:lpstr>Some Practise Questions: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nimraabbas</cp:lastModifiedBy>
  <cp:revision>228</cp:revision>
  <dcterms:created xsi:type="dcterms:W3CDTF">2024-11-04T09:14:04Z</dcterms:created>
  <dcterms:modified xsi:type="dcterms:W3CDTF">2024-11-04T09:14:04Z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