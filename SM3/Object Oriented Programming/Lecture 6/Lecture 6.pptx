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557" r:id="rId5"/>
    <p:sldId id="558" r:id="rId6"/>
    <p:sldId id="559" r:id="rId7"/>
    <p:sldId id="560" r:id="rId8"/>
    <p:sldId id="561" r:id="rId9"/>
    <p:sldId id="562" r:id="rId10"/>
    <p:sldId id="5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Check Task1 for this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Check Task2 file for this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3 contains the code for this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5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1580"/>
            <a:ext cx="10385425" cy="4909820"/>
          </a:xfrm>
        </p:spPr>
        <p:txBody>
          <a:bodyPr>
            <a:normAutofit/>
          </a:bodyPr>
          <a:lstStyle/>
          <a:p>
            <a:r>
              <a:rPr lang="en-US" sz="2400" dirty="0">
                <a:sym typeface="+mn-ea"/>
              </a:rPr>
              <a:t>Two Special Method Constructor &amp; Destructor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Constructor with No argument (Default Constructor)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Constructor with One argument (Type-cast Constructor)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Constructor with Default Arguments</a:t>
            </a:r>
            <a:endParaRPr lang="en-US" sz="2400" dirty="0">
              <a:sym typeface="+mn-ea"/>
            </a:endParaRPr>
          </a:p>
          <a:p>
            <a:r>
              <a:rPr lang="en-US" sz="2400" dirty="0"/>
              <a:t>Default Member-wise copy (during Assignment &amp; Initialization)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class can have multiple constructors but they will have the same name (as the class)</a:t>
            </a:r>
            <a:endParaRPr lang="en-US" dirty="0" smtClean="0"/>
          </a:p>
          <a:p>
            <a:r>
              <a:rPr lang="en-US" dirty="0" smtClean="0"/>
              <a:t>Different parameter lists create the difference between multiple constructors</a:t>
            </a:r>
            <a:endParaRPr lang="en-US" dirty="0" smtClean="0"/>
          </a:p>
          <a:p>
            <a:r>
              <a:rPr lang="en-US" dirty="0" smtClean="0"/>
              <a:t>Execute automatically when an object is created</a:t>
            </a:r>
            <a:endParaRPr lang="en-US" dirty="0" smtClean="0"/>
          </a:p>
          <a:p>
            <a:r>
              <a:rPr lang="en-US" dirty="0" smtClean="0"/>
              <a:t>Constructor selection depends on the values passed to the object on creation</a:t>
            </a:r>
            <a:endParaRPr lang="en-US" dirty="0" smtClean="0"/>
          </a:p>
          <a:p>
            <a:r>
              <a:rPr lang="en-US" dirty="0"/>
              <a:t>It can be defined inside the class and outside the class as well using the scope resolution operator ::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Constructors (Cont...)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Class Student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public: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int n;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};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Initlization - Constructors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There are three types of constructors that we study in C++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Non-parameterized constructor //</a:t>
            </a:r>
            <a:r>
              <a:rPr lang="en-US" dirty="0" smtClean="0">
                <a:solidFill>
                  <a:srgbClr val="FF0000"/>
                </a:solidFill>
              </a:rPr>
              <a:t>we have checked already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ym typeface="+mn-ea"/>
              </a:rPr>
              <a:t>Parameterized constructor</a:t>
            </a:r>
            <a:endParaRPr lang="en-US" dirty="0" smtClean="0">
              <a:sym typeface="+mn-ea"/>
            </a:endParaRPr>
          </a:p>
          <a:p>
            <a:r>
              <a:rPr lang="en-US" dirty="0" smtClean="0">
                <a:sym typeface="+mn-ea"/>
              </a:rPr>
              <a:t>Copy constructor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Parameterized 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WPS Writer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Office Theme</vt:lpstr>
      <vt:lpstr>OOP </vt:lpstr>
      <vt:lpstr>Outline</vt:lpstr>
      <vt:lpstr>Constructors</vt:lpstr>
      <vt:lpstr>Constructors (Cont...)</vt:lpstr>
      <vt:lpstr>Initlization - Constructors </vt:lpstr>
      <vt:lpstr>Types of Constructors</vt:lpstr>
      <vt:lpstr>Parameterized constructor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 Abbas</cp:lastModifiedBy>
  <cp:revision>187</cp:revision>
  <dcterms:created xsi:type="dcterms:W3CDTF">2024-10-09T07:26:48Z</dcterms:created>
  <dcterms:modified xsi:type="dcterms:W3CDTF">2024-10-09T07:26:48Z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