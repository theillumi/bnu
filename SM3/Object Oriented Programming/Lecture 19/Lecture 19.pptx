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658" r:id="rId5"/>
    <p:sldId id="656" r:id="rId6"/>
    <p:sldId id="700" r:id="rId7"/>
    <p:sldId id="701" r:id="rId8"/>
    <p:sldId id="702" r:id="rId9"/>
    <p:sldId id="703" r:id="rId10"/>
    <p:sldId id="704" r:id="rId11"/>
    <p:sldId id="705" r:id="rId12"/>
    <p:sldId id="712" r:id="rId13"/>
    <p:sldId id="706" r:id="rId14"/>
    <p:sldId id="707" r:id="rId15"/>
    <p:sldId id="713" r:id="rId16"/>
    <p:sldId id="708" r:id="rId17"/>
    <p:sldId id="709" r:id="rId18"/>
    <p:sldId id="710" r:id="rId19"/>
    <p:sldId id="711" r:id="rId20"/>
    <p:sldId id="50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19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r>
              <a:rPr lang="en-US"/>
              <a:t>Vectors and Pair in C++</a:t>
            </a:r>
            <a:endParaRPr lang="en-US"/>
          </a:p>
          <a:p>
            <a:pPr marL="0" indent="0" algn="ctr">
              <a:buNone/>
            </a:pPr>
            <a:r>
              <a:rPr lang="en-US"/>
              <a:t>(Dynamic Array)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054475" cy="249555"/>
          </a:xfrm>
        </p:spPr>
        <p:txBody>
          <a:bodyPr>
            <a:normAutofit fontScale="90000"/>
          </a:bodyPr>
          <a:p>
            <a:r>
              <a:rPr lang="en-US" sz="2220"/>
              <a:t>Push Values Using Vector</a:t>
            </a:r>
            <a:endParaRPr lang="en-US" sz="2220"/>
          </a:p>
        </p:txBody>
      </p:sp>
      <p:pic>
        <p:nvPicPr>
          <p:cNvPr id="4" name="Picture 3" descr="Image 01-01-2025 at 9.3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275" y="702945"/>
            <a:ext cx="6473825" cy="6155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805" y="763905"/>
            <a:ext cx="4054475" cy="249555"/>
          </a:xfrm>
        </p:spPr>
        <p:txBody>
          <a:bodyPr>
            <a:normAutofit fontScale="90000"/>
          </a:bodyPr>
          <a:p>
            <a:r>
              <a:rPr lang="en-US" sz="3110"/>
              <a:t>Using Iterator</a:t>
            </a:r>
            <a:endParaRPr lang="en-US" sz="3110"/>
          </a:p>
        </p:txBody>
      </p:sp>
      <p:pic>
        <p:nvPicPr>
          <p:cNvPr id="3" name="Picture 2" descr="Image 01-01-2025 at 9.43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2298700"/>
            <a:ext cx="11023600" cy="2260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805" y="763905"/>
            <a:ext cx="4054475" cy="249555"/>
          </a:xfrm>
        </p:spPr>
        <p:txBody>
          <a:bodyPr>
            <a:normAutofit fontScale="90000"/>
          </a:bodyPr>
          <a:p>
            <a:r>
              <a:rPr lang="en-US" sz="3110"/>
              <a:t>Using auto </a:t>
            </a:r>
            <a:endParaRPr lang="en-US" sz="3110"/>
          </a:p>
        </p:txBody>
      </p:sp>
      <p:pic>
        <p:nvPicPr>
          <p:cNvPr id="4" name="Picture 3" descr="Image 01-01-2025 at 9.58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2362200"/>
            <a:ext cx="9880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805" y="763905"/>
            <a:ext cx="4054475" cy="249555"/>
          </a:xfrm>
        </p:spPr>
        <p:txBody>
          <a:bodyPr>
            <a:normAutofit fontScale="90000"/>
          </a:bodyPr>
          <a:p>
            <a:r>
              <a:rPr lang="en-US" sz="3110"/>
              <a:t>Swap Function </a:t>
            </a:r>
            <a:endParaRPr lang="en-US" sz="3110"/>
          </a:p>
        </p:txBody>
      </p:sp>
      <p:pic>
        <p:nvPicPr>
          <p:cNvPr id="3" name="Picture 2" descr="Image 01-01-2025 at 9.59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605" y="1572895"/>
            <a:ext cx="80518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 descr="Image 01-01-2025 at 10.34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0" y="1934845"/>
            <a:ext cx="7152640" cy="18281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31545" y="845820"/>
            <a:ext cx="1032891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In C++, a pair is a container from the Standard Template Library (STL) that allows you to store two values of potentially different types together. The std::pair class is part of the &lt;utility&gt; header.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 b="1">
                <a:latin typeface="Arial Bold" panose="020B0604020202020204" charset="0"/>
                <a:cs typeface="Arial Bold" panose="020B0604020202020204" charset="0"/>
              </a:rPr>
              <a:t>Basic Features: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holds two data members: first and second.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You can use pairs to return multiple values from functions or combine related data.</a:t>
            </a:r>
            <a:endParaRPr lang="en-US"/>
          </a:p>
          <a:p>
            <a:pPr marL="285750" indent="-285750"/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6" name="Picture 5" descr="Image 01-01-2025 at 4.1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275" y="1951990"/>
            <a:ext cx="6915785" cy="11029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31545" y="845820"/>
            <a:ext cx="1032891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Arial Bold" panose="020B0604020202020204" charset="0"/>
                <a:cs typeface="Arial Bold" panose="020B0604020202020204" charset="0"/>
              </a:rPr>
              <a:t>Example 1: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pic>
        <p:nvPicPr>
          <p:cNvPr id="2" name="Picture 1" descr="Image 01-01-2025 at 4.14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080" y="1755775"/>
            <a:ext cx="10328275" cy="3901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931545" y="845820"/>
            <a:ext cx="1032891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Arial Bold" panose="020B0604020202020204" charset="0"/>
                <a:cs typeface="Arial Bold" panose="020B0604020202020204" charset="0"/>
              </a:rPr>
              <a:t>Example 2: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Explain the use of std::pair in C++ with an example. Create two pairs: one initialized directly and the other using std::make_pair. Demonstrate how to access pair elements and assign one pair to another. Provide the output of your program.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045" y="660400"/>
            <a:ext cx="4054475" cy="249555"/>
          </a:xfrm>
        </p:spPr>
        <p:txBody>
          <a:bodyPr>
            <a:normAutofit fontScale="90000"/>
          </a:bodyPr>
          <a:p>
            <a:r>
              <a:rPr lang="en-US" sz="2220" b="1">
                <a:latin typeface="Arial Bold" panose="020B0604020202020204" charset="0"/>
                <a:cs typeface="Arial Bold" panose="020B0604020202020204" charset="0"/>
              </a:rPr>
              <a:t>Creating and Assigning Pairs</a:t>
            </a:r>
            <a:endParaRPr lang="en-US" sz="222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3" name="Picture 2" descr="Image 01-01-2025 at 4.16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90" y="1305560"/>
            <a:ext cx="8418195" cy="5552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490" y="615950"/>
            <a:ext cx="7364095" cy="323215"/>
          </a:xfrm>
        </p:spPr>
        <p:txBody>
          <a:bodyPr>
            <a:normAutofit fontScale="90000"/>
          </a:bodyPr>
          <a:p>
            <a:r>
              <a:rPr lang="en-US" sz="2220" b="1">
                <a:latin typeface="Arial Bold" panose="020B0604020202020204" charset="0"/>
                <a:cs typeface="Arial Bold" panose="020B0604020202020204" charset="0"/>
              </a:rPr>
              <a:t>Using Pairs in Containers</a:t>
            </a: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r>
              <a:rPr lang="en-US" sz="2220">
                <a:latin typeface="Arial" panose="020B0604020202020204" pitchFamily="34" charset="0"/>
                <a:cs typeface="Arial" panose="020B0604020202020204" pitchFamily="34" charset="0"/>
              </a:rPr>
              <a:t>Pairs are often used in STL containers like vectors or maps.</a:t>
            </a:r>
            <a:endParaRPr lang="en-US" sz="22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16330" y="1534795"/>
            <a:ext cx="1071245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Create a C++ program to store and display a list of students using vector of pair. Each student has an ID (integer) and a Name (string). The program should display the ID and Name of all students in the format:</a:t>
            </a:r>
            <a:endParaRPr lang="en-US"/>
          </a:p>
          <a:p>
            <a:endParaRPr lang="en-US"/>
          </a:p>
          <a:p>
            <a:r>
              <a:rPr lang="en-US"/>
              <a:t>ID: &lt;value&gt;, Name: &lt;value&gt;</a:t>
            </a:r>
            <a:endParaRPr lang="en-US"/>
          </a:p>
          <a:p>
            <a:endParaRPr lang="en-US"/>
          </a:p>
          <a:p>
            <a:r>
              <a:rPr lang="en-US"/>
              <a:t>ID: 1, Name: Alice  </a:t>
            </a:r>
            <a:endParaRPr lang="en-US"/>
          </a:p>
          <a:p>
            <a:r>
              <a:rPr lang="en-US"/>
              <a:t>ID: 2, Name: Bob  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490" y="615950"/>
            <a:ext cx="7364095" cy="323215"/>
          </a:xfrm>
        </p:spPr>
        <p:txBody>
          <a:bodyPr>
            <a:normAutofit fontScale="90000"/>
          </a:bodyPr>
          <a:p>
            <a:r>
              <a:rPr lang="en-US" sz="2220" b="1">
                <a:latin typeface="Arial Bold" panose="020B0604020202020204" charset="0"/>
                <a:cs typeface="Arial Bold" panose="020B0604020202020204" charset="0"/>
              </a:rPr>
              <a:t>Using Pairs in Containers</a:t>
            </a: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r>
              <a:rPr lang="en-US" sz="2220">
                <a:latin typeface="Arial" panose="020B0604020202020204" pitchFamily="34" charset="0"/>
                <a:cs typeface="Arial" panose="020B0604020202020204" pitchFamily="34" charset="0"/>
              </a:rPr>
              <a:t>Pairs are often used in STL containers like vectors or maps.</a:t>
            </a:r>
            <a:endParaRPr lang="en-US" sz="22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Image 01-01-2025 at 4.19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90" y="1399540"/>
            <a:ext cx="8825230" cy="53105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490" y="615950"/>
            <a:ext cx="7364095" cy="323215"/>
          </a:xfrm>
        </p:spPr>
        <p:txBody>
          <a:bodyPr>
            <a:normAutofit fontScale="90000"/>
          </a:bodyPr>
          <a:p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r>
              <a:rPr lang="en-US" sz="2220" b="1">
                <a:latin typeface="Arial Bold" panose="020B0604020202020204" charset="0"/>
                <a:cs typeface="Arial Bold" panose="020B0604020202020204" charset="0"/>
              </a:rPr>
              <a:t>Returning Multiple Values from a Function</a:t>
            </a: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endParaRPr lang="en-US" sz="22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Image 01-01-2025 at 4.2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6650" y="1748155"/>
            <a:ext cx="9237345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490" y="615950"/>
            <a:ext cx="7364095" cy="323215"/>
          </a:xfrm>
        </p:spPr>
        <p:txBody>
          <a:bodyPr>
            <a:normAutofit fontScale="90000"/>
          </a:bodyPr>
          <a:p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r>
              <a:rPr lang="en-US" sz="2220" b="1">
                <a:latin typeface="Arial Bold" panose="020B0604020202020204" charset="0"/>
                <a:cs typeface="Arial Bold" panose="020B0604020202020204" charset="0"/>
              </a:rPr>
              <a:t> Sorting a Vector of Pairs</a:t>
            </a: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endParaRPr lang="en-US" sz="22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Image 01-01-2025 at 4.2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160" y="1231900"/>
            <a:ext cx="8140700" cy="51974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490" y="615950"/>
            <a:ext cx="7364095" cy="323215"/>
          </a:xfrm>
        </p:spPr>
        <p:txBody>
          <a:bodyPr>
            <a:normAutofit fontScale="90000"/>
          </a:bodyPr>
          <a:p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r>
              <a:rPr lang="en-US" sz="2220" b="1">
                <a:latin typeface="Arial Bold" panose="020B0604020202020204" charset="0"/>
                <a:cs typeface="Arial Bold" panose="020B0604020202020204" charset="0"/>
              </a:rPr>
              <a:t> Nested Pairs</a:t>
            </a: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endParaRPr lang="en-US" sz="22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Image 01-01-2025 at 4.2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3470" y="1367155"/>
            <a:ext cx="10005695" cy="50114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4765" y="837565"/>
            <a:ext cx="7364095" cy="323215"/>
          </a:xfrm>
        </p:spPr>
        <p:txBody>
          <a:bodyPr>
            <a:normAutofit fontScale="90000"/>
          </a:bodyPr>
          <a:p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r>
              <a:rPr lang="en-US" sz="2220" b="1">
                <a:latin typeface="Arial Bold" panose="020B0604020202020204" charset="0"/>
                <a:cs typeface="Arial Bold" panose="020B0604020202020204" charset="0"/>
              </a:rPr>
              <a:t>Example </a:t>
            </a: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br>
              <a:rPr lang="en-US" sz="2220" b="1">
                <a:latin typeface="Arial Bold" panose="020B0604020202020204" charset="0"/>
                <a:cs typeface="Arial Bold" panose="020B0604020202020204" charset="0"/>
              </a:rPr>
            </a:br>
            <a:endParaRPr lang="en-US" sz="222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1190625" y="1426210"/>
            <a:ext cx="101358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Using vectors in an Object-Oriented Programming (OOP) program involves integrating std::vector (a dynamic array from the Standard Template Library) with classes. Below is an example that demonstrates vectors in an OOP context.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1294765" y="2613660"/>
            <a:ext cx="976693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b="1">
                <a:latin typeface="Arial Bold" panose="020B0604020202020204" charset="0"/>
                <a:cs typeface="Arial Bold" panose="020B0604020202020204" charset="0"/>
              </a:rPr>
              <a:t>Example: Student Management System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b="1">
                <a:latin typeface="Arial Bold" panose="020B0604020202020204" charset="0"/>
                <a:cs typeface="Arial Bold" panose="020B0604020202020204" charset="0"/>
              </a:rPr>
              <a:t>In this program: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Student class holds details of a single student.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 StudentManager class manages a list of students using a vector.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1737</Words>
  <Application>WPS Presentation</Application>
  <PresentationFormat>Widescreen</PresentationFormat>
  <Paragraphs>84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OOP </vt:lpstr>
      <vt:lpstr>PowerPoint 演示文稿</vt:lpstr>
      <vt:lpstr>Inheritance in C++</vt:lpstr>
      <vt:lpstr>Push Values Using Vector</vt:lpstr>
      <vt:lpstr>Using Iterator</vt:lpstr>
      <vt:lpstr>Using auto </vt:lpstr>
      <vt:lpstr>Swap Function </vt:lpstr>
      <vt:lpstr>PowerPoint 演示文稿</vt:lpstr>
      <vt:lpstr>PowerPoint 演示文稿</vt:lpstr>
      <vt:lpstr>PowerPoint 演示文稿</vt:lpstr>
      <vt:lpstr>Push Values Using Vector</vt:lpstr>
      <vt:lpstr>Creating and Assigning Pairs</vt:lpstr>
      <vt:lpstr>Using Pairs in Containers  Pairs are often used in STL containers like vectors or maps.</vt:lpstr>
      <vt:lpstr>Using Pairs in Containers  Pairs are often used in STL containers like vectors or maps.</vt:lpstr>
      <vt:lpstr>  Returning Multiple Values from a Function  Pairs are often used in STL containers like vectors or maps.</vt:lpstr>
      <vt:lpstr>   Sorting a Vector of Pairs  </vt:lpstr>
      <vt:lpstr>   Nested Pairs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nimraabbas</cp:lastModifiedBy>
  <cp:revision>306</cp:revision>
  <dcterms:created xsi:type="dcterms:W3CDTF">2025-01-01T12:21:25Z</dcterms:created>
  <dcterms:modified xsi:type="dcterms:W3CDTF">2025-01-01T12:21:25Z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