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88" r:id="rId4"/>
    <p:sldId id="256" r:id="rId5"/>
    <p:sldId id="257" r:id="rId6"/>
    <p:sldId id="293" r:id="rId7"/>
    <p:sldId id="294" r:id="rId8"/>
    <p:sldId id="295" r:id="rId9"/>
    <p:sldId id="291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4" r:id="rId28"/>
    <p:sldId id="262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322" r:id="rId47"/>
    <p:sldId id="324" r:id="rId48"/>
    <p:sldId id="323" r:id="rId49"/>
    <p:sldId id="325" r:id="rId50"/>
    <p:sldId id="281" r:id="rId51"/>
    <p:sldId id="282" r:id="rId52"/>
    <p:sldId id="283" r:id="rId53"/>
    <p:sldId id="284" r:id="rId54"/>
    <p:sldId id="285" r:id="rId55"/>
    <p:sldId id="286" r:id="rId56"/>
    <p:sldId id="326" r:id="rId57"/>
    <p:sldId id="287" r:id="rId58"/>
  </p:sldIdLst>
  <p:sldSz cx="91567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4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2586240" y="1912680"/>
            <a:ext cx="3719520" cy="2153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3719520" cy="2153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1815120" cy="2153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492440" y="1912680"/>
            <a:ext cx="1815120" cy="2153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318680" y="498240"/>
            <a:ext cx="6519240" cy="32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492440" y="1912680"/>
            <a:ext cx="1815120" cy="2153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2586240" y="3037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1815120" cy="2153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492440" y="1912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492440" y="3037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492440" y="1912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2586240" y="3037680"/>
            <a:ext cx="37195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37195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2586240" y="3037680"/>
            <a:ext cx="37195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492440" y="1912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2586240" y="3037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492440" y="3037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119736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843720" y="1912680"/>
            <a:ext cx="119736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5101560" y="1912680"/>
            <a:ext cx="119736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2586240" y="3037680"/>
            <a:ext cx="119736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843720" y="3037680"/>
            <a:ext cx="119736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5101560" y="3037680"/>
            <a:ext cx="119736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2586240" y="1912680"/>
            <a:ext cx="3719520" cy="2153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3719520" cy="2153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1815120" cy="2153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492440" y="1912680"/>
            <a:ext cx="1815120" cy="2153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1318680" y="498240"/>
            <a:ext cx="6519240" cy="32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492440" y="1912680"/>
            <a:ext cx="1815120" cy="2153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2586240" y="3037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1815120" cy="2153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492440" y="1912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492440" y="3037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492440" y="1912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2586240" y="3037680"/>
            <a:ext cx="37195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37195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2586240" y="3037680"/>
            <a:ext cx="37195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492440" y="1912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2586240" y="3037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492440" y="3037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119736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843720" y="1912680"/>
            <a:ext cx="119736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5101560" y="1912680"/>
            <a:ext cx="119736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2586240" y="3037680"/>
            <a:ext cx="119736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843720" y="3037680"/>
            <a:ext cx="119736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5101560" y="3037680"/>
            <a:ext cx="119736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2586240" y="1912680"/>
            <a:ext cx="3719520" cy="2153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3719520" cy="2153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1815120" cy="2153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492440" y="1912680"/>
            <a:ext cx="1815120" cy="2153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1318680" y="498240"/>
            <a:ext cx="6519240" cy="32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492440" y="1912680"/>
            <a:ext cx="1815120" cy="2153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2586240" y="3037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1815120" cy="2153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492440" y="1912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492440" y="3037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492440" y="1912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2586240" y="3037680"/>
            <a:ext cx="37195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37195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2586240" y="3037680"/>
            <a:ext cx="37195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492440" y="1912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2586240" y="3037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492440" y="3037680"/>
            <a:ext cx="181512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1800" b="0" strike="noStrike" spc="-1"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119736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843720" y="1912680"/>
            <a:ext cx="119736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5101560" y="1912680"/>
            <a:ext cx="119736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2586240" y="3037680"/>
            <a:ext cx="119736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843720" y="3037680"/>
            <a:ext cx="119736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5101560" y="3037680"/>
            <a:ext cx="1197360" cy="102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ctr"/>
            <a:r>
              <a:rPr lang="en-US" sz="4400" b="0" strike="noStrike" spc="-1">
                <a:latin typeface="Calibri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2586240" y="1912680"/>
            <a:ext cx="3719520" cy="21535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latin typeface="Calibri"/>
              </a:rPr>
              <a:t>Click to edit the outline text format</a:t>
            </a:r>
          </a:p>
          <a:p>
            <a:pPr marL="864000" lvl="1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Calibri"/>
              </a:rPr>
              <a:t>Second Outline Level</a:t>
            </a:r>
          </a:p>
          <a:p>
            <a:pPr marL="1296000" lvl="2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latin typeface="Calibri"/>
              </a:rPr>
              <a:t>Third Outline Level</a:t>
            </a:r>
          </a:p>
          <a:p>
            <a:pPr marL="1728000" lvl="3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Calibri"/>
              </a:rPr>
              <a:t>Fourth Outline Level</a:t>
            </a:r>
          </a:p>
          <a:p>
            <a:pPr marL="2160000" lvl="4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latin typeface="Calibri"/>
              </a:rPr>
              <a:t>Fifth Outline Level</a:t>
            </a:r>
          </a:p>
          <a:p>
            <a:pPr marL="2592000" lvl="5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latin typeface="Calibri"/>
              </a:rPr>
              <a:t>Sixth Outline Level</a:t>
            </a:r>
          </a:p>
          <a:p>
            <a:pPr marL="3024000" lvl="6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latin typeface="Calibri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13280" y="6378120"/>
            <a:ext cx="2929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/>
          </p:nvPr>
        </p:nvSpPr>
        <p:spPr>
          <a:xfrm>
            <a:off x="457920" y="6378120"/>
            <a:ext cx="210564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6592680" y="6378120"/>
            <a:ext cx="210564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6651D127-5FBF-48E1-863A-098370EB3BD9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030400" y="375840"/>
            <a:ext cx="5095800" cy="13410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ctr"/>
            <a:r>
              <a:rPr lang="en-US" sz="4400" b="0" strike="noStrike" spc="-1">
                <a:latin typeface="Calibri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ftr"/>
          </p:nvPr>
        </p:nvSpPr>
        <p:spPr>
          <a:xfrm>
            <a:off x="3113280" y="6378120"/>
            <a:ext cx="2929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920" y="6378120"/>
            <a:ext cx="210564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/>
          </p:nvPr>
        </p:nvSpPr>
        <p:spPr>
          <a:xfrm>
            <a:off x="6592680" y="6378120"/>
            <a:ext cx="210564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EB7C8846-B1A7-4027-98D5-501DA1E69578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560" y="1604520"/>
            <a:ext cx="82404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318680" y="498240"/>
            <a:ext cx="6519240" cy="6955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ctr"/>
            <a:r>
              <a:rPr lang="en-US" sz="4400" b="0" strike="noStrike" spc="-1">
                <a:latin typeface="Calibri"/>
              </a:rPr>
              <a:t>Click to edit the title text format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ftr"/>
          </p:nvPr>
        </p:nvSpPr>
        <p:spPr>
          <a:xfrm>
            <a:off x="3113280" y="6378120"/>
            <a:ext cx="2929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/>
          </p:nvPr>
        </p:nvSpPr>
        <p:spPr>
          <a:xfrm>
            <a:off x="457920" y="6378120"/>
            <a:ext cx="210564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sldNum"/>
          </p:nvPr>
        </p:nvSpPr>
        <p:spPr>
          <a:xfrm>
            <a:off x="6592680" y="6378120"/>
            <a:ext cx="210564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684DACF7-6A73-486B-A82B-1F6077028941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560" y="1604520"/>
            <a:ext cx="82404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jpe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jpeg"/><Relationship Id="rId5" Type="http://schemas.openxmlformats.org/officeDocument/2006/relationships/image" Target="../media/image64.png"/><Relationship Id="rId4" Type="http://schemas.openxmlformats.org/officeDocument/2006/relationships/image" Target="../media/image63.jpeg"/><Relationship Id="rId9" Type="http://schemas.openxmlformats.org/officeDocument/2006/relationships/image" Target="../media/image68.jpe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2.png"/><Relationship Id="rId7" Type="http://schemas.openxmlformats.org/officeDocument/2006/relationships/image" Target="../media/image6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jpeg"/><Relationship Id="rId5" Type="http://schemas.openxmlformats.org/officeDocument/2006/relationships/image" Target="../media/image65.jpeg"/><Relationship Id="rId4" Type="http://schemas.openxmlformats.org/officeDocument/2006/relationships/image" Target="../media/image63.jpeg"/><Relationship Id="rId9" Type="http://schemas.openxmlformats.org/officeDocument/2006/relationships/image" Target="../media/image68.jpe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3" Type="http://schemas.openxmlformats.org/officeDocument/2006/relationships/image" Target="../media/image62.png"/><Relationship Id="rId7" Type="http://schemas.openxmlformats.org/officeDocument/2006/relationships/image" Target="../media/image6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jpeg"/><Relationship Id="rId4" Type="http://schemas.openxmlformats.org/officeDocument/2006/relationships/image" Target="../media/image63.jpeg"/><Relationship Id="rId9" Type="http://schemas.openxmlformats.org/officeDocument/2006/relationships/image" Target="../media/image68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" Type="http://schemas.openxmlformats.org/officeDocument/2006/relationships/image" Target="../media/image71.png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19" Type="http://schemas.openxmlformats.org/officeDocument/2006/relationships/image" Target="../media/image88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washington.edu/research/" TargetMode="External"/><Relationship Id="rId2" Type="http://schemas.openxmlformats.org/officeDocument/2006/relationships/hyperlink" Target="http://home.dei.polimi.it/matteucc/Clustering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128" y="2439007"/>
            <a:ext cx="6369744" cy="1414440"/>
          </a:xfrm>
        </p:spPr>
        <p:txBody>
          <a:bodyPr/>
          <a:lstStyle/>
          <a:p>
            <a:pPr algn="ctr"/>
            <a:r>
              <a:rPr lang="en-US" dirty="0" smtClean="0"/>
              <a:t>Introduction to Unsupervised Learning Clustering(K-means)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090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1820185" y="375840"/>
            <a:ext cx="5963709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7" dirty="0" smtClean="0">
                <a:solidFill>
                  <a:srgbClr val="000090"/>
                </a:solidFill>
                <a:latin typeface="Arial"/>
              </a:rPr>
              <a:t>Unsupervised  Learning</a:t>
            </a:r>
            <a:endParaRPr lang="en-US" sz="4400" b="0" strike="noStrike" spc="-1" dirty="0">
              <a:latin typeface="Calibri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85680" y="1237680"/>
            <a:ext cx="4716360" cy="472390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3680" rIns="0" bIns="0">
            <a:spAutoFit/>
          </a:bodyPr>
          <a:lstStyle/>
          <a:p>
            <a:pPr marL="755640" indent="-285480">
              <a:lnSpc>
                <a:spcPct val="100000"/>
              </a:lnSpc>
              <a:spcBef>
                <a:spcPts val="536"/>
              </a:spcBef>
              <a:buClr>
                <a:srgbClr val="CC0000"/>
              </a:buClr>
              <a:buFont typeface="Symbol" charset="2"/>
              <a:buChar char=""/>
              <a:tabLst>
                <a:tab pos="755640" algn="l"/>
              </a:tabLst>
            </a:pPr>
            <a:r>
              <a:rPr lang="en-US" sz="2400" spc="-1" dirty="0" smtClean="0">
                <a:solidFill>
                  <a:srgbClr val="CC0000"/>
                </a:solidFill>
                <a:latin typeface="Arial"/>
              </a:rPr>
              <a:t>Branch of ML deals with unlabeled data</a:t>
            </a:r>
          </a:p>
          <a:p>
            <a:pPr marL="755640" indent="-285480">
              <a:lnSpc>
                <a:spcPct val="100000"/>
              </a:lnSpc>
              <a:spcBef>
                <a:spcPts val="536"/>
              </a:spcBef>
              <a:buClr>
                <a:srgbClr val="CC0000"/>
              </a:buClr>
              <a:buFont typeface="Symbol" charset="2"/>
              <a:buChar char=""/>
              <a:tabLst>
                <a:tab pos="755640" algn="l"/>
              </a:tabLst>
            </a:pPr>
            <a:r>
              <a:rPr lang="en-US" sz="2400" spc="-1" dirty="0">
                <a:solidFill>
                  <a:srgbClr val="CC0000"/>
                </a:solidFill>
              </a:rPr>
              <a:t>Algorithms are tasked to find hidden patterns </a:t>
            </a:r>
            <a:r>
              <a:rPr lang="en-US" sz="2400" spc="-1" dirty="0" smtClean="0">
                <a:solidFill>
                  <a:srgbClr val="CC0000"/>
                </a:solidFill>
              </a:rPr>
              <a:t>without prior knowledge about the data</a:t>
            </a:r>
          </a:p>
          <a:p>
            <a:pPr marL="755640" indent="-285480">
              <a:lnSpc>
                <a:spcPct val="100000"/>
              </a:lnSpc>
              <a:spcBef>
                <a:spcPts val="536"/>
              </a:spcBef>
              <a:buClr>
                <a:srgbClr val="CC0000"/>
              </a:buClr>
              <a:buFont typeface="Symbol" charset="2"/>
              <a:buChar char=""/>
              <a:tabLst>
                <a:tab pos="755640" algn="l"/>
              </a:tabLst>
            </a:pPr>
            <a:r>
              <a:rPr lang="en-US" sz="2400" spc="-1" dirty="0" smtClean="0">
                <a:solidFill>
                  <a:srgbClr val="CC0000"/>
                </a:solidFill>
              </a:rPr>
              <a:t>Model only takes input data and identifies groups or pattern on its own. </a:t>
            </a:r>
          </a:p>
          <a:p>
            <a:pPr marL="755640" indent="-285480">
              <a:lnSpc>
                <a:spcPct val="100000"/>
              </a:lnSpc>
              <a:spcBef>
                <a:spcPts val="536"/>
              </a:spcBef>
              <a:buClr>
                <a:srgbClr val="CC0000"/>
              </a:buClr>
              <a:buFont typeface="Symbol" charset="2"/>
              <a:buChar char=""/>
              <a:tabLst>
                <a:tab pos="755640" algn="l"/>
              </a:tabLst>
            </a:pPr>
            <a:r>
              <a:rPr lang="en-US" sz="2400" b="0" strike="noStrike" spc="-7" dirty="0" smtClean="0">
                <a:solidFill>
                  <a:srgbClr val="CC0000"/>
                </a:solidFill>
                <a:latin typeface="Arial"/>
              </a:rPr>
              <a:t>Detect </a:t>
            </a:r>
            <a:r>
              <a:rPr lang="en-US" sz="2400" b="0" strike="noStrike" spc="-7" dirty="0">
                <a:solidFill>
                  <a:srgbClr val="CC0000"/>
                </a:solidFill>
                <a:latin typeface="Arial"/>
              </a:rPr>
              <a:t>patterns e.g.</a:t>
            </a:r>
            <a:r>
              <a:rPr lang="en-US" sz="2400" b="0" strike="noStrike" spc="-15" dirty="0">
                <a:solidFill>
                  <a:srgbClr val="CC0000"/>
                </a:solidFill>
                <a:latin typeface="Arial"/>
              </a:rPr>
              <a:t> </a:t>
            </a:r>
            <a:r>
              <a:rPr lang="en-US" sz="2400" b="0" strike="noStrike" spc="-7" dirty="0">
                <a:solidFill>
                  <a:srgbClr val="CC0000"/>
                </a:solidFill>
                <a:latin typeface="Arial"/>
              </a:rPr>
              <a:t>in</a:t>
            </a:r>
            <a:endParaRPr lang="en-US" sz="2400" b="0" strike="noStrike" spc="-1" dirty="0">
              <a:latin typeface="Arial"/>
            </a:endParaRPr>
          </a:p>
          <a:p>
            <a:pPr marL="1155600" lvl="1" indent="-22824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Symbol" charset="2"/>
              <a:buChar char=""/>
              <a:tabLst>
                <a:tab pos="1155240" algn="l"/>
                <a:tab pos="1155600" algn="l"/>
              </a:tabLst>
            </a:pPr>
            <a:r>
              <a:rPr lang="en-US" sz="2000" b="0" strike="noStrike" spc="-7" dirty="0">
                <a:solidFill>
                  <a:srgbClr val="CC0000"/>
                </a:solidFill>
                <a:latin typeface="Arial"/>
              </a:rPr>
              <a:t>Group </a:t>
            </a:r>
            <a:r>
              <a:rPr lang="en-US" sz="2000" b="0" strike="noStrike" spc="-1" dirty="0" smtClean="0">
                <a:solidFill>
                  <a:srgbClr val="CC0000"/>
                </a:solidFill>
                <a:latin typeface="Arial"/>
              </a:rPr>
              <a:t>emails</a:t>
            </a:r>
            <a:endParaRPr lang="en-US" sz="2000" b="0" strike="noStrike" spc="-1" dirty="0">
              <a:latin typeface="Arial"/>
            </a:endParaRPr>
          </a:p>
          <a:p>
            <a:pPr marL="1155600" lvl="1" indent="-22824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  <a:tabLst>
                <a:tab pos="1155240" algn="l"/>
                <a:tab pos="1155600" algn="l"/>
              </a:tabLst>
            </a:pPr>
            <a:r>
              <a:rPr lang="en-US" sz="2000" b="0" strike="noStrike" spc="-7" dirty="0">
                <a:solidFill>
                  <a:srgbClr val="CC0000"/>
                </a:solidFill>
                <a:latin typeface="Arial"/>
              </a:rPr>
              <a:t>Customer </a:t>
            </a:r>
            <a:r>
              <a:rPr lang="en-US" sz="2000" b="0" strike="noStrike" spc="-1" dirty="0">
                <a:solidFill>
                  <a:srgbClr val="CC0000"/>
                </a:solidFill>
                <a:latin typeface="Arial"/>
              </a:rPr>
              <a:t>shopping</a:t>
            </a:r>
            <a:r>
              <a:rPr lang="en-US" sz="2000" b="0" strike="noStrike" spc="-12" dirty="0">
                <a:solidFill>
                  <a:srgbClr val="CC0000"/>
                </a:solidFill>
                <a:latin typeface="Arial"/>
              </a:rPr>
              <a:t> </a:t>
            </a:r>
            <a:r>
              <a:rPr lang="en-US" sz="2000" b="0" strike="noStrike" spc="-7" dirty="0">
                <a:solidFill>
                  <a:srgbClr val="CC0000"/>
                </a:solidFill>
                <a:latin typeface="Arial"/>
              </a:rPr>
              <a:t>patterns</a:t>
            </a:r>
            <a:endParaRPr lang="en-US" sz="2000" b="0" strike="noStrike" spc="-1" dirty="0">
              <a:latin typeface="Arial"/>
            </a:endParaRPr>
          </a:p>
          <a:p>
            <a:pPr marL="1155600" lvl="1" indent="-22824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  <a:tabLst>
                <a:tab pos="1155240" algn="l"/>
                <a:tab pos="1155600" algn="l"/>
              </a:tabLst>
            </a:pPr>
            <a:r>
              <a:rPr lang="en-US" sz="2000" b="0" strike="noStrike" spc="-1" dirty="0">
                <a:solidFill>
                  <a:srgbClr val="CC0000"/>
                </a:solidFill>
                <a:latin typeface="Arial"/>
              </a:rPr>
              <a:t>Regions of</a:t>
            </a:r>
            <a:r>
              <a:rPr lang="en-US" sz="2000" b="0" strike="noStrike" spc="-21" dirty="0">
                <a:solidFill>
                  <a:srgbClr val="CC0000"/>
                </a:solidFill>
                <a:latin typeface="Arial"/>
              </a:rPr>
              <a:t> </a:t>
            </a:r>
            <a:r>
              <a:rPr lang="en-US" sz="2000" b="0" strike="noStrike" spc="-1" dirty="0" smtClean="0">
                <a:solidFill>
                  <a:srgbClr val="CC0000"/>
                </a:solidFill>
                <a:latin typeface="Arial"/>
              </a:rPr>
              <a:t>images</a:t>
            </a:r>
            <a:endParaRPr lang="en-US" sz="2000" b="0" strike="noStrike" spc="-1" dirty="0">
              <a:latin typeface="Arial"/>
            </a:endParaRPr>
          </a:p>
        </p:txBody>
      </p:sp>
      <p:pic>
        <p:nvPicPr>
          <p:cNvPr id="1026" name="Picture 2" descr="Unsupervised Machine Learni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" t="4925" r="5233" b="4703"/>
          <a:stretch/>
        </p:blipFill>
        <p:spPr bwMode="auto">
          <a:xfrm rot="5400000">
            <a:off x="4289945" y="2480787"/>
            <a:ext cx="5406696" cy="2920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Shape 1"/>
          <p:cNvSpPr txBox="1"/>
          <p:nvPr/>
        </p:nvSpPr>
        <p:spPr>
          <a:xfrm>
            <a:off x="3310920" y="375840"/>
            <a:ext cx="254088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7">
                <a:solidFill>
                  <a:srgbClr val="000090"/>
                </a:solidFill>
                <a:latin typeface="Arial"/>
              </a:rPr>
              <a:t>Clustering</a:t>
            </a:r>
            <a:endParaRPr lang="en-US" sz="4400" b="0" strike="noStrike" spc="-1">
              <a:latin typeface="Calibri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542880" y="1267560"/>
            <a:ext cx="8321202" cy="22825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>
            <a:spAutoFit/>
          </a:bodyPr>
          <a:lstStyle/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r>
              <a:rPr lang="en-US" sz="2400" spc="-1" dirty="0" smtClean="0">
                <a:solidFill>
                  <a:srgbClr val="000090"/>
                </a:solidFill>
              </a:rPr>
              <a:t>Cluster: a collection of data objects</a:t>
            </a:r>
          </a:p>
          <a:p>
            <a:pPr marL="813060" lvl="1" indent="-34290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354960" algn="l"/>
                <a:tab pos="355680" algn="l"/>
              </a:tabLst>
            </a:pPr>
            <a:r>
              <a:rPr lang="en-US" sz="2400" b="1" spc="-1" dirty="0" smtClean="0">
                <a:solidFill>
                  <a:srgbClr val="000090"/>
                </a:solidFill>
              </a:rPr>
              <a:t>Similar</a:t>
            </a:r>
            <a:r>
              <a:rPr lang="en-US" sz="2400" spc="-1" dirty="0" smtClean="0">
                <a:solidFill>
                  <a:srgbClr val="000090"/>
                </a:solidFill>
              </a:rPr>
              <a:t> to one another within the same cluster</a:t>
            </a:r>
          </a:p>
          <a:p>
            <a:pPr marL="813060" lvl="1" indent="-34290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354960" algn="l"/>
                <a:tab pos="355680" algn="l"/>
              </a:tabLst>
            </a:pPr>
            <a:r>
              <a:rPr lang="en-US" sz="2400" b="1" spc="-1" dirty="0" smtClean="0">
                <a:solidFill>
                  <a:srgbClr val="000090"/>
                </a:solidFill>
              </a:rPr>
              <a:t>Dissimilar</a:t>
            </a:r>
            <a:r>
              <a:rPr lang="en-US" sz="2400" spc="-1" dirty="0" smtClean="0">
                <a:solidFill>
                  <a:srgbClr val="000090"/>
                </a:solidFill>
              </a:rPr>
              <a:t> to the objects in other clusters</a:t>
            </a: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r>
              <a:rPr lang="en-US" sz="2400" spc="-1" dirty="0" smtClean="0">
                <a:solidFill>
                  <a:srgbClr val="000090"/>
                </a:solidFill>
              </a:rPr>
              <a:t>Clustering is the task of dividing a population into smaller groups such that samples within the same group are more similar to each other than to those in other groups.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417" y="3550135"/>
            <a:ext cx="6120127" cy="2895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1820185" y="375840"/>
            <a:ext cx="5963709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7" dirty="0" smtClean="0">
                <a:solidFill>
                  <a:srgbClr val="000090"/>
                </a:solidFill>
                <a:latin typeface="Arial"/>
              </a:rPr>
              <a:t>Applications</a:t>
            </a:r>
            <a:endParaRPr lang="en-US" sz="4400" b="0" strike="noStrike" spc="-1" dirty="0">
              <a:latin typeface="Calibri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85680" y="1237680"/>
            <a:ext cx="4716360" cy="50342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3680" rIns="0" bIns="0">
            <a:spAutoFit/>
          </a:bodyPr>
          <a:lstStyle/>
          <a:p>
            <a:pPr marL="755640" indent="-285480">
              <a:lnSpc>
                <a:spcPct val="100000"/>
              </a:lnSpc>
              <a:spcBef>
                <a:spcPts val="536"/>
              </a:spcBef>
              <a:buClr>
                <a:srgbClr val="CC0000"/>
              </a:buClr>
              <a:buFont typeface="Symbol" charset="2"/>
              <a:buChar char=""/>
              <a:tabLst>
                <a:tab pos="755640" algn="l"/>
              </a:tabLst>
            </a:pPr>
            <a:r>
              <a:rPr lang="en-US" sz="2400" b="1" spc="-1" dirty="0" smtClean="0">
                <a:solidFill>
                  <a:srgbClr val="CC0000"/>
                </a:solidFill>
                <a:latin typeface="Arial"/>
              </a:rPr>
              <a:t>Information Retrieval:</a:t>
            </a:r>
            <a:r>
              <a:rPr lang="en-US" sz="2400" spc="-1" dirty="0" smtClean="0">
                <a:solidFill>
                  <a:srgbClr val="CC0000"/>
                </a:solidFill>
                <a:latin typeface="Arial"/>
              </a:rPr>
              <a:t> Group related documents for browsing</a:t>
            </a:r>
          </a:p>
          <a:p>
            <a:pPr marL="755640" indent="-285480">
              <a:lnSpc>
                <a:spcPct val="100000"/>
              </a:lnSpc>
              <a:spcBef>
                <a:spcPts val="536"/>
              </a:spcBef>
              <a:buClr>
                <a:srgbClr val="CC0000"/>
              </a:buClr>
              <a:buFont typeface="Symbol" charset="2"/>
              <a:buChar char=""/>
              <a:tabLst>
                <a:tab pos="755640" algn="l"/>
              </a:tabLst>
            </a:pPr>
            <a:r>
              <a:rPr lang="en-US" sz="2400" b="1" spc="-1" dirty="0" smtClean="0">
                <a:solidFill>
                  <a:srgbClr val="CC0000"/>
                </a:solidFill>
              </a:rPr>
              <a:t>Finance: </a:t>
            </a:r>
            <a:br>
              <a:rPr lang="en-US" sz="2400" b="1" spc="-1" dirty="0" smtClean="0">
                <a:solidFill>
                  <a:srgbClr val="CC0000"/>
                </a:solidFill>
              </a:rPr>
            </a:br>
            <a:r>
              <a:rPr lang="en-US" sz="2400" spc="-1" dirty="0" smtClean="0">
                <a:solidFill>
                  <a:srgbClr val="CC0000"/>
                </a:solidFill>
              </a:rPr>
              <a:t>Group stocks with similar price fluctuations or particular industry</a:t>
            </a:r>
          </a:p>
          <a:p>
            <a:pPr marL="755640" indent="-285480">
              <a:lnSpc>
                <a:spcPct val="100000"/>
              </a:lnSpc>
              <a:spcBef>
                <a:spcPts val="536"/>
              </a:spcBef>
              <a:buClr>
                <a:srgbClr val="CC0000"/>
              </a:buClr>
              <a:buFont typeface="Symbol" charset="2"/>
              <a:buChar char=""/>
              <a:tabLst>
                <a:tab pos="755640" algn="l"/>
              </a:tabLst>
            </a:pPr>
            <a:r>
              <a:rPr lang="en-US" sz="2400" b="1" spc="-1" dirty="0" smtClean="0">
                <a:solidFill>
                  <a:srgbClr val="CC0000"/>
                </a:solidFill>
              </a:rPr>
              <a:t>Marketing:</a:t>
            </a:r>
            <a:r>
              <a:rPr lang="en-US" sz="2400" spc="-1" dirty="0" smtClean="0">
                <a:solidFill>
                  <a:srgbClr val="CC0000"/>
                </a:solidFill>
              </a:rPr>
              <a:t/>
            </a:r>
            <a:br>
              <a:rPr lang="en-US" sz="2400" spc="-1" dirty="0" smtClean="0">
                <a:solidFill>
                  <a:srgbClr val="CC0000"/>
                </a:solidFill>
              </a:rPr>
            </a:br>
            <a:r>
              <a:rPr lang="en-US" sz="2400" spc="-1" dirty="0" smtClean="0">
                <a:solidFill>
                  <a:srgbClr val="CC0000"/>
                </a:solidFill>
              </a:rPr>
              <a:t>Help marketers discover distinct groups in their customer bases, and develop targeted marketing programs</a:t>
            </a:r>
            <a:endParaRPr lang="en-US" sz="2400" b="1" spc="-1" dirty="0" smtClean="0">
              <a:solidFill>
                <a:srgbClr val="CC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932" y="1237680"/>
            <a:ext cx="3894157" cy="21871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819" y="3424810"/>
            <a:ext cx="4045270" cy="221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909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1820185" y="375840"/>
            <a:ext cx="5963709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7" dirty="0" smtClean="0">
                <a:solidFill>
                  <a:srgbClr val="000090"/>
                </a:solidFill>
                <a:latin typeface="Arial"/>
              </a:rPr>
              <a:t>Applications</a:t>
            </a:r>
            <a:endParaRPr lang="en-US" sz="4400" b="0" strike="noStrike" spc="-1" dirty="0">
              <a:latin typeface="Calibri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85680" y="1237680"/>
            <a:ext cx="4716360" cy="492139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3680" rIns="0" bIns="0">
            <a:spAutoFit/>
          </a:bodyPr>
          <a:lstStyle/>
          <a:p>
            <a:pPr marL="755640" indent="-285480">
              <a:lnSpc>
                <a:spcPct val="100000"/>
              </a:lnSpc>
              <a:spcBef>
                <a:spcPts val="536"/>
              </a:spcBef>
              <a:buClr>
                <a:srgbClr val="CC0000"/>
              </a:buClr>
              <a:buFont typeface="Symbol" charset="2"/>
              <a:buChar char=""/>
              <a:tabLst>
                <a:tab pos="755640" algn="l"/>
              </a:tabLst>
            </a:pPr>
            <a:r>
              <a:rPr lang="en-US" sz="2400" b="1" spc="-1" dirty="0">
                <a:solidFill>
                  <a:srgbClr val="CC0000"/>
                </a:solidFill>
              </a:rPr>
              <a:t>Image </a:t>
            </a:r>
            <a:r>
              <a:rPr lang="en-US" sz="2400" b="1" spc="-1" dirty="0" smtClean="0">
                <a:solidFill>
                  <a:srgbClr val="CC0000"/>
                </a:solidFill>
              </a:rPr>
              <a:t>segmentation</a:t>
            </a:r>
            <a:r>
              <a:rPr lang="en-US" sz="2400" b="1" spc="-1" dirty="0" smtClean="0">
                <a:solidFill>
                  <a:srgbClr val="CC0000"/>
                </a:solidFill>
                <a:latin typeface="Arial"/>
              </a:rPr>
              <a:t>:</a:t>
            </a:r>
            <a:r>
              <a:rPr lang="en-US" sz="2400" spc="-1" dirty="0">
                <a:solidFill>
                  <a:srgbClr val="CC0000"/>
                </a:solidFill>
              </a:rPr>
              <a:t> </a:t>
            </a:r>
            <a:r>
              <a:rPr lang="en-US" sz="2400" spc="-1" dirty="0" smtClean="0">
                <a:solidFill>
                  <a:srgbClr val="CC0000"/>
                </a:solidFill>
              </a:rPr>
              <a:t/>
            </a:r>
            <a:br>
              <a:rPr lang="en-US" sz="2400" spc="-1" dirty="0" smtClean="0">
                <a:solidFill>
                  <a:srgbClr val="CC0000"/>
                </a:solidFill>
              </a:rPr>
            </a:br>
            <a:r>
              <a:rPr lang="en-US" sz="2400" spc="-1" dirty="0" smtClean="0">
                <a:solidFill>
                  <a:srgbClr val="CC0000"/>
                </a:solidFill>
              </a:rPr>
              <a:t>Break </a:t>
            </a:r>
            <a:r>
              <a:rPr lang="en-US" sz="2400" spc="-1" dirty="0">
                <a:solidFill>
                  <a:srgbClr val="CC0000"/>
                </a:solidFill>
              </a:rPr>
              <a:t>up the image </a:t>
            </a:r>
            <a:r>
              <a:rPr lang="en-US" sz="2400" spc="-1" dirty="0" smtClean="0">
                <a:solidFill>
                  <a:srgbClr val="CC0000"/>
                </a:solidFill>
              </a:rPr>
              <a:t>into </a:t>
            </a:r>
            <a:r>
              <a:rPr lang="en-US" sz="2400" spc="-1" dirty="0">
                <a:solidFill>
                  <a:srgbClr val="CC0000"/>
                </a:solidFill>
              </a:rPr>
              <a:t>meaningful or </a:t>
            </a:r>
            <a:r>
              <a:rPr lang="en-US" sz="2400" spc="-1" dirty="0" smtClean="0">
                <a:solidFill>
                  <a:srgbClr val="CC0000"/>
                </a:solidFill>
              </a:rPr>
              <a:t>perceptually </a:t>
            </a:r>
            <a:r>
              <a:rPr lang="en-US" sz="2400" spc="-1" dirty="0">
                <a:solidFill>
                  <a:srgbClr val="CC0000"/>
                </a:solidFill>
              </a:rPr>
              <a:t>similar </a:t>
            </a:r>
            <a:r>
              <a:rPr lang="en-US" sz="2400" spc="-1" dirty="0" smtClean="0">
                <a:solidFill>
                  <a:srgbClr val="CC0000"/>
                </a:solidFill>
              </a:rPr>
              <a:t>regions</a:t>
            </a:r>
          </a:p>
          <a:p>
            <a:pPr marL="755640" indent="-285480">
              <a:lnSpc>
                <a:spcPct val="100000"/>
              </a:lnSpc>
              <a:spcBef>
                <a:spcPts val="536"/>
              </a:spcBef>
              <a:buClr>
                <a:srgbClr val="CC0000"/>
              </a:buClr>
              <a:buFont typeface="Symbol" charset="2"/>
              <a:buChar char=""/>
              <a:tabLst>
                <a:tab pos="755640" algn="l"/>
              </a:tabLst>
            </a:pPr>
            <a:endParaRPr lang="en-US" sz="2400" spc="-1" dirty="0">
              <a:solidFill>
                <a:srgbClr val="CC0000"/>
              </a:solidFill>
            </a:endParaRPr>
          </a:p>
          <a:p>
            <a:pPr marL="755640" indent="-285480">
              <a:lnSpc>
                <a:spcPct val="100000"/>
              </a:lnSpc>
              <a:spcBef>
                <a:spcPts val="536"/>
              </a:spcBef>
              <a:buClr>
                <a:srgbClr val="CC0000"/>
              </a:buClr>
              <a:buFont typeface="Symbol" charset="2"/>
              <a:buChar char=""/>
              <a:tabLst>
                <a:tab pos="755640" algn="l"/>
              </a:tabLst>
            </a:pPr>
            <a:endParaRPr lang="en-US" sz="2400" spc="-1" dirty="0" smtClean="0">
              <a:solidFill>
                <a:srgbClr val="CC0000"/>
              </a:solidFill>
            </a:endParaRPr>
          </a:p>
          <a:p>
            <a:pPr marL="755640" indent="-285480">
              <a:lnSpc>
                <a:spcPct val="100000"/>
              </a:lnSpc>
              <a:spcBef>
                <a:spcPts val="536"/>
              </a:spcBef>
              <a:buClr>
                <a:srgbClr val="CC0000"/>
              </a:buClr>
              <a:buFont typeface="Symbol" charset="2"/>
              <a:buChar char=""/>
              <a:tabLst>
                <a:tab pos="755640" algn="l"/>
              </a:tabLst>
            </a:pPr>
            <a:endParaRPr lang="en-US" sz="2400" spc="-1" dirty="0">
              <a:solidFill>
                <a:srgbClr val="CC0000"/>
              </a:solidFill>
            </a:endParaRPr>
          </a:p>
          <a:p>
            <a:pPr marL="755640" indent="-285480">
              <a:lnSpc>
                <a:spcPct val="100000"/>
              </a:lnSpc>
              <a:spcBef>
                <a:spcPts val="536"/>
              </a:spcBef>
              <a:buClr>
                <a:srgbClr val="CC0000"/>
              </a:buClr>
              <a:buFont typeface="Symbol" charset="2"/>
              <a:buChar char=""/>
              <a:tabLst>
                <a:tab pos="755640" algn="l"/>
              </a:tabLst>
            </a:pPr>
            <a:endParaRPr lang="en-US" sz="2400" spc="-1" dirty="0" smtClean="0">
              <a:solidFill>
                <a:srgbClr val="CC0000"/>
              </a:solidFill>
            </a:endParaRPr>
          </a:p>
          <a:p>
            <a:pPr marL="755640" indent="-285480">
              <a:lnSpc>
                <a:spcPct val="100000"/>
              </a:lnSpc>
              <a:spcBef>
                <a:spcPts val="536"/>
              </a:spcBef>
              <a:buClr>
                <a:srgbClr val="CC0000"/>
              </a:buClr>
              <a:buFont typeface="Symbol" charset="2"/>
              <a:buChar char=""/>
              <a:tabLst>
                <a:tab pos="755640" algn="l"/>
              </a:tabLst>
            </a:pPr>
            <a:endParaRPr lang="en-US" sz="2400" spc="-1" dirty="0" smtClean="0">
              <a:solidFill>
                <a:srgbClr val="CC0000"/>
              </a:solidFill>
            </a:endParaRPr>
          </a:p>
          <a:p>
            <a:pPr marL="755640" indent="-285480">
              <a:lnSpc>
                <a:spcPct val="100000"/>
              </a:lnSpc>
              <a:spcBef>
                <a:spcPts val="536"/>
              </a:spcBef>
              <a:buClr>
                <a:srgbClr val="CC0000"/>
              </a:buClr>
              <a:buFont typeface="Symbol" charset="2"/>
              <a:buChar char=""/>
              <a:tabLst>
                <a:tab pos="755640" algn="l"/>
              </a:tabLst>
            </a:pPr>
            <a:r>
              <a:rPr lang="en-US" sz="2400" b="1" spc="-1" dirty="0" smtClean="0">
                <a:solidFill>
                  <a:srgbClr val="CC0000"/>
                </a:solidFill>
              </a:rPr>
              <a:t>Summarization: </a:t>
            </a:r>
            <a:br>
              <a:rPr lang="en-US" sz="2400" b="1" spc="-1" dirty="0" smtClean="0">
                <a:solidFill>
                  <a:srgbClr val="CC0000"/>
                </a:solidFill>
              </a:rPr>
            </a:br>
            <a:r>
              <a:rPr lang="en-US" sz="2400" spc="-1" dirty="0" smtClean="0">
                <a:solidFill>
                  <a:srgbClr val="CC0000"/>
                </a:solidFill>
              </a:rPr>
              <a:t>Reduce the size of large data sets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794" y="4292762"/>
            <a:ext cx="4092295" cy="2436891"/>
          </a:xfrm>
          <a:prstGeom prst="rect">
            <a:avLst/>
          </a:prstGeom>
        </p:spPr>
      </p:pic>
      <p:sp>
        <p:nvSpPr>
          <p:cNvPr id="8" name="CustomShape 3"/>
          <p:cNvSpPr/>
          <p:nvPr/>
        </p:nvSpPr>
        <p:spPr>
          <a:xfrm>
            <a:off x="4802039" y="1352938"/>
            <a:ext cx="4203768" cy="2857357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3307144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7" dirty="0" smtClean="0">
                <a:solidFill>
                  <a:srgbClr val="000090"/>
                </a:solidFill>
                <a:latin typeface="Arial"/>
              </a:rPr>
              <a:t>Cluster can be ambiguous</a:t>
            </a:r>
            <a:endParaRPr lang="en-US" sz="4400" b="0" strike="noStrike" spc="-1" dirty="0">
              <a:latin typeface="Calibri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542880" y="1267560"/>
            <a:ext cx="8321202" cy="7335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>
            <a:spAutoFit/>
          </a:bodyPr>
          <a:lstStyle/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r>
              <a:rPr lang="en-US" sz="2400" spc="-1" dirty="0" smtClean="0">
                <a:solidFill>
                  <a:srgbClr val="000090"/>
                </a:solidFill>
              </a:rPr>
              <a:t>Clustering results are crucially dependent on the measure of similarity (or distance) between “points” to be clustered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54" y="2275047"/>
            <a:ext cx="7750212" cy="15241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54" y="4254309"/>
            <a:ext cx="7750212" cy="140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7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2"/>
          <p:cNvSpPr/>
          <p:nvPr/>
        </p:nvSpPr>
        <p:spPr>
          <a:xfrm>
            <a:off x="542880" y="1267560"/>
            <a:ext cx="8171912" cy="7335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>
            <a:spAutoFit/>
          </a:bodyPr>
          <a:lstStyle/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r>
              <a:rPr lang="en-US" sz="2400" spc="-1" dirty="0">
                <a:solidFill>
                  <a:srgbClr val="000090"/>
                </a:solidFill>
              </a:rPr>
              <a:t>Clustering results are crucially dependent on the measure of similarity (or distance) between “points” to be </a:t>
            </a:r>
            <a:r>
              <a:rPr lang="en-US" sz="2400" spc="-1" dirty="0" smtClean="0">
                <a:solidFill>
                  <a:srgbClr val="000090"/>
                </a:solidFill>
              </a:rPr>
              <a:t>clustered</a:t>
            </a:r>
            <a:endParaRPr lang="en-US" sz="2400" spc="-1" dirty="0">
              <a:solidFill>
                <a:srgbClr val="000090"/>
              </a:solidFill>
            </a:endParaRPr>
          </a:p>
        </p:txBody>
      </p:sp>
      <p:grpSp>
        <p:nvGrpSpPr>
          <p:cNvPr id="128" name="Group 3"/>
          <p:cNvGrpSpPr/>
          <p:nvPr/>
        </p:nvGrpSpPr>
        <p:grpSpPr>
          <a:xfrm>
            <a:off x="1017000" y="2406600"/>
            <a:ext cx="2472480" cy="2165040"/>
            <a:chOff x="1017000" y="2406600"/>
            <a:chExt cx="2472480" cy="2165040"/>
          </a:xfrm>
        </p:grpSpPr>
        <p:sp>
          <p:nvSpPr>
            <p:cNvPr id="129" name="CustomShape 4"/>
            <p:cNvSpPr/>
            <p:nvPr/>
          </p:nvSpPr>
          <p:spPr>
            <a:xfrm>
              <a:off x="1373760" y="28908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0" name="CustomShape 5"/>
            <p:cNvSpPr/>
            <p:nvPr/>
          </p:nvSpPr>
          <p:spPr>
            <a:xfrm>
              <a:off x="1373760" y="327168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1" name="CustomShape 6"/>
            <p:cNvSpPr/>
            <p:nvPr/>
          </p:nvSpPr>
          <p:spPr>
            <a:xfrm>
              <a:off x="1678680" y="296712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2" name="CustomShape 7"/>
            <p:cNvSpPr/>
            <p:nvPr/>
          </p:nvSpPr>
          <p:spPr>
            <a:xfrm>
              <a:off x="1907280" y="28908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3" name="CustomShape 8"/>
            <p:cNvSpPr/>
            <p:nvPr/>
          </p:nvSpPr>
          <p:spPr>
            <a:xfrm>
              <a:off x="1017000" y="2406600"/>
              <a:ext cx="1254960" cy="1250640"/>
            </a:xfrm>
            <a:prstGeom prst="rect">
              <a:avLst/>
            </a:prstGeom>
            <a:blipFill rotWithShape="0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4" name="CustomShape 9"/>
            <p:cNvSpPr/>
            <p:nvPr/>
          </p:nvSpPr>
          <p:spPr>
            <a:xfrm>
              <a:off x="1073880" y="2438280"/>
              <a:ext cx="1142640" cy="114264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571500"/>
                  </a:moveTo>
                  <a:lnTo>
                    <a:pt x="1894" y="524628"/>
                  </a:lnTo>
                  <a:lnTo>
                    <a:pt x="7479" y="478800"/>
                  </a:lnTo>
                  <a:lnTo>
                    <a:pt x="16609" y="434162"/>
                  </a:lnTo>
                  <a:lnTo>
                    <a:pt x="29135" y="390862"/>
                  </a:lnTo>
                  <a:lnTo>
                    <a:pt x="44911" y="349046"/>
                  </a:lnTo>
                  <a:lnTo>
                    <a:pt x="63789" y="308863"/>
                  </a:lnTo>
                  <a:lnTo>
                    <a:pt x="85624" y="270458"/>
                  </a:lnTo>
                  <a:lnTo>
                    <a:pt x="110266" y="233979"/>
                  </a:lnTo>
                  <a:lnTo>
                    <a:pt x="137570" y="199574"/>
                  </a:lnTo>
                  <a:lnTo>
                    <a:pt x="167388" y="167388"/>
                  </a:lnTo>
                  <a:lnTo>
                    <a:pt x="199574" y="137570"/>
                  </a:lnTo>
                  <a:lnTo>
                    <a:pt x="233979" y="110266"/>
                  </a:lnTo>
                  <a:lnTo>
                    <a:pt x="270458" y="85624"/>
                  </a:lnTo>
                  <a:lnTo>
                    <a:pt x="308863" y="63789"/>
                  </a:lnTo>
                  <a:lnTo>
                    <a:pt x="349046" y="44911"/>
                  </a:lnTo>
                  <a:lnTo>
                    <a:pt x="390862" y="29135"/>
                  </a:lnTo>
                  <a:lnTo>
                    <a:pt x="434162" y="16609"/>
                  </a:lnTo>
                  <a:lnTo>
                    <a:pt x="478800" y="7479"/>
                  </a:lnTo>
                  <a:lnTo>
                    <a:pt x="524628" y="1894"/>
                  </a:lnTo>
                  <a:lnTo>
                    <a:pt x="571500" y="0"/>
                  </a:lnTo>
                  <a:lnTo>
                    <a:pt x="618372" y="1894"/>
                  </a:lnTo>
                  <a:lnTo>
                    <a:pt x="664200" y="7479"/>
                  </a:lnTo>
                  <a:lnTo>
                    <a:pt x="708838" y="16609"/>
                  </a:lnTo>
                  <a:lnTo>
                    <a:pt x="752138" y="29135"/>
                  </a:lnTo>
                  <a:lnTo>
                    <a:pt x="793953" y="44911"/>
                  </a:lnTo>
                  <a:lnTo>
                    <a:pt x="834137" y="63789"/>
                  </a:lnTo>
                  <a:lnTo>
                    <a:pt x="872541" y="85624"/>
                  </a:lnTo>
                  <a:lnTo>
                    <a:pt x="909020" y="110266"/>
                  </a:lnTo>
                  <a:lnTo>
                    <a:pt x="943426" y="137570"/>
                  </a:lnTo>
                  <a:lnTo>
                    <a:pt x="975611" y="167388"/>
                  </a:lnTo>
                  <a:lnTo>
                    <a:pt x="1005430" y="199574"/>
                  </a:lnTo>
                  <a:lnTo>
                    <a:pt x="1032734" y="233979"/>
                  </a:lnTo>
                  <a:lnTo>
                    <a:pt x="1057376" y="270458"/>
                  </a:lnTo>
                  <a:lnTo>
                    <a:pt x="1079210" y="308863"/>
                  </a:lnTo>
                  <a:lnTo>
                    <a:pt x="1098089" y="349046"/>
                  </a:lnTo>
                  <a:lnTo>
                    <a:pt x="1113865" y="390862"/>
                  </a:lnTo>
                  <a:lnTo>
                    <a:pt x="1126391" y="434162"/>
                  </a:lnTo>
                  <a:lnTo>
                    <a:pt x="1135520" y="478800"/>
                  </a:lnTo>
                  <a:lnTo>
                    <a:pt x="1141106" y="524628"/>
                  </a:lnTo>
                  <a:lnTo>
                    <a:pt x="1143000" y="571500"/>
                  </a:lnTo>
                  <a:lnTo>
                    <a:pt x="1141106" y="618372"/>
                  </a:lnTo>
                  <a:lnTo>
                    <a:pt x="1135520" y="664200"/>
                  </a:lnTo>
                  <a:lnTo>
                    <a:pt x="1126391" y="708838"/>
                  </a:lnTo>
                  <a:lnTo>
                    <a:pt x="1113865" y="752138"/>
                  </a:lnTo>
                  <a:lnTo>
                    <a:pt x="1098089" y="793953"/>
                  </a:lnTo>
                  <a:lnTo>
                    <a:pt x="1079210" y="834137"/>
                  </a:lnTo>
                  <a:lnTo>
                    <a:pt x="1057376" y="872541"/>
                  </a:lnTo>
                  <a:lnTo>
                    <a:pt x="1032734" y="909020"/>
                  </a:lnTo>
                  <a:lnTo>
                    <a:pt x="1005430" y="943426"/>
                  </a:lnTo>
                  <a:lnTo>
                    <a:pt x="975611" y="975611"/>
                  </a:lnTo>
                  <a:lnTo>
                    <a:pt x="943426" y="1005430"/>
                  </a:lnTo>
                  <a:lnTo>
                    <a:pt x="909020" y="1032734"/>
                  </a:lnTo>
                  <a:lnTo>
                    <a:pt x="872541" y="1057376"/>
                  </a:lnTo>
                  <a:lnTo>
                    <a:pt x="834137" y="1079210"/>
                  </a:lnTo>
                  <a:lnTo>
                    <a:pt x="793953" y="1098089"/>
                  </a:lnTo>
                  <a:lnTo>
                    <a:pt x="752138" y="1113865"/>
                  </a:lnTo>
                  <a:lnTo>
                    <a:pt x="708838" y="1126391"/>
                  </a:lnTo>
                  <a:lnTo>
                    <a:pt x="664200" y="1135520"/>
                  </a:lnTo>
                  <a:lnTo>
                    <a:pt x="618372" y="1141106"/>
                  </a:lnTo>
                  <a:lnTo>
                    <a:pt x="571500" y="1143000"/>
                  </a:lnTo>
                  <a:lnTo>
                    <a:pt x="524628" y="1141106"/>
                  </a:lnTo>
                  <a:lnTo>
                    <a:pt x="478800" y="1135520"/>
                  </a:lnTo>
                  <a:lnTo>
                    <a:pt x="434162" y="1126391"/>
                  </a:lnTo>
                  <a:lnTo>
                    <a:pt x="390862" y="1113865"/>
                  </a:lnTo>
                  <a:lnTo>
                    <a:pt x="349046" y="1098089"/>
                  </a:lnTo>
                  <a:lnTo>
                    <a:pt x="308863" y="1079210"/>
                  </a:lnTo>
                  <a:lnTo>
                    <a:pt x="270458" y="1057376"/>
                  </a:lnTo>
                  <a:lnTo>
                    <a:pt x="233979" y="1032734"/>
                  </a:lnTo>
                  <a:lnTo>
                    <a:pt x="199574" y="1005430"/>
                  </a:lnTo>
                  <a:lnTo>
                    <a:pt x="167388" y="975611"/>
                  </a:lnTo>
                  <a:lnTo>
                    <a:pt x="137570" y="943426"/>
                  </a:lnTo>
                  <a:lnTo>
                    <a:pt x="110266" y="909020"/>
                  </a:lnTo>
                  <a:lnTo>
                    <a:pt x="85624" y="872541"/>
                  </a:lnTo>
                  <a:lnTo>
                    <a:pt x="63789" y="834137"/>
                  </a:lnTo>
                  <a:lnTo>
                    <a:pt x="44911" y="793953"/>
                  </a:lnTo>
                  <a:lnTo>
                    <a:pt x="29135" y="752138"/>
                  </a:lnTo>
                  <a:lnTo>
                    <a:pt x="16609" y="708838"/>
                  </a:lnTo>
                  <a:lnTo>
                    <a:pt x="7479" y="664200"/>
                  </a:lnTo>
                  <a:lnTo>
                    <a:pt x="1894" y="618372"/>
                  </a:lnTo>
                  <a:lnTo>
                    <a:pt x="0" y="571500"/>
                  </a:lnTo>
                  <a:close/>
                </a:path>
              </a:pathLst>
            </a:custGeom>
            <a:noFill/>
            <a:ln w="19080">
              <a:solidFill>
                <a:srgbClr val="FF26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5" name="CustomShape 10"/>
            <p:cNvSpPr/>
            <p:nvPr/>
          </p:nvSpPr>
          <p:spPr>
            <a:xfrm>
              <a:off x="2593080" y="38052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6" name="CustomShape 11"/>
            <p:cNvSpPr/>
            <p:nvPr/>
          </p:nvSpPr>
          <p:spPr>
            <a:xfrm>
              <a:off x="2440440" y="40338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7" name="CustomShape 12"/>
            <p:cNvSpPr/>
            <p:nvPr/>
          </p:nvSpPr>
          <p:spPr>
            <a:xfrm>
              <a:off x="2973960" y="40338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8" name="CustomShape 13"/>
            <p:cNvSpPr/>
            <p:nvPr/>
          </p:nvSpPr>
          <p:spPr>
            <a:xfrm>
              <a:off x="2973960" y="38052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9" name="CustomShape 14"/>
            <p:cNvSpPr/>
            <p:nvPr/>
          </p:nvSpPr>
          <p:spPr>
            <a:xfrm>
              <a:off x="2238840" y="3321000"/>
              <a:ext cx="1250640" cy="125064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0" name="CustomShape 15"/>
            <p:cNvSpPr/>
            <p:nvPr/>
          </p:nvSpPr>
          <p:spPr>
            <a:xfrm>
              <a:off x="2292840" y="3352680"/>
              <a:ext cx="1142640" cy="114264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571500"/>
                  </a:moveTo>
                  <a:lnTo>
                    <a:pt x="1894" y="524628"/>
                  </a:lnTo>
                  <a:lnTo>
                    <a:pt x="7479" y="478800"/>
                  </a:lnTo>
                  <a:lnTo>
                    <a:pt x="16609" y="434162"/>
                  </a:lnTo>
                  <a:lnTo>
                    <a:pt x="29135" y="390862"/>
                  </a:lnTo>
                  <a:lnTo>
                    <a:pt x="44911" y="349046"/>
                  </a:lnTo>
                  <a:lnTo>
                    <a:pt x="63789" y="308863"/>
                  </a:lnTo>
                  <a:lnTo>
                    <a:pt x="85624" y="270458"/>
                  </a:lnTo>
                  <a:lnTo>
                    <a:pt x="110266" y="233979"/>
                  </a:lnTo>
                  <a:lnTo>
                    <a:pt x="137570" y="199574"/>
                  </a:lnTo>
                  <a:lnTo>
                    <a:pt x="167388" y="167388"/>
                  </a:lnTo>
                  <a:lnTo>
                    <a:pt x="199574" y="137570"/>
                  </a:lnTo>
                  <a:lnTo>
                    <a:pt x="233979" y="110266"/>
                  </a:lnTo>
                  <a:lnTo>
                    <a:pt x="270458" y="85624"/>
                  </a:lnTo>
                  <a:lnTo>
                    <a:pt x="308863" y="63789"/>
                  </a:lnTo>
                  <a:lnTo>
                    <a:pt x="349046" y="44911"/>
                  </a:lnTo>
                  <a:lnTo>
                    <a:pt x="390862" y="29135"/>
                  </a:lnTo>
                  <a:lnTo>
                    <a:pt x="434162" y="16609"/>
                  </a:lnTo>
                  <a:lnTo>
                    <a:pt x="478800" y="7479"/>
                  </a:lnTo>
                  <a:lnTo>
                    <a:pt x="524628" y="1894"/>
                  </a:lnTo>
                  <a:lnTo>
                    <a:pt x="571500" y="0"/>
                  </a:lnTo>
                  <a:lnTo>
                    <a:pt x="618372" y="1894"/>
                  </a:lnTo>
                  <a:lnTo>
                    <a:pt x="664200" y="7479"/>
                  </a:lnTo>
                  <a:lnTo>
                    <a:pt x="708838" y="16609"/>
                  </a:lnTo>
                  <a:lnTo>
                    <a:pt x="752138" y="29135"/>
                  </a:lnTo>
                  <a:lnTo>
                    <a:pt x="793953" y="44911"/>
                  </a:lnTo>
                  <a:lnTo>
                    <a:pt x="834137" y="63789"/>
                  </a:lnTo>
                  <a:lnTo>
                    <a:pt x="872541" y="85624"/>
                  </a:lnTo>
                  <a:lnTo>
                    <a:pt x="909020" y="110266"/>
                  </a:lnTo>
                  <a:lnTo>
                    <a:pt x="943426" y="137570"/>
                  </a:lnTo>
                  <a:lnTo>
                    <a:pt x="975611" y="167388"/>
                  </a:lnTo>
                  <a:lnTo>
                    <a:pt x="1005430" y="199574"/>
                  </a:lnTo>
                  <a:lnTo>
                    <a:pt x="1032734" y="233979"/>
                  </a:lnTo>
                  <a:lnTo>
                    <a:pt x="1057376" y="270458"/>
                  </a:lnTo>
                  <a:lnTo>
                    <a:pt x="1079210" y="308863"/>
                  </a:lnTo>
                  <a:lnTo>
                    <a:pt x="1098089" y="349046"/>
                  </a:lnTo>
                  <a:lnTo>
                    <a:pt x="1113865" y="390862"/>
                  </a:lnTo>
                  <a:lnTo>
                    <a:pt x="1126391" y="434162"/>
                  </a:lnTo>
                  <a:lnTo>
                    <a:pt x="1135520" y="478800"/>
                  </a:lnTo>
                  <a:lnTo>
                    <a:pt x="1141106" y="524628"/>
                  </a:lnTo>
                  <a:lnTo>
                    <a:pt x="1143000" y="571500"/>
                  </a:lnTo>
                  <a:lnTo>
                    <a:pt x="1141106" y="618372"/>
                  </a:lnTo>
                  <a:lnTo>
                    <a:pt x="1135520" y="664200"/>
                  </a:lnTo>
                  <a:lnTo>
                    <a:pt x="1126391" y="708838"/>
                  </a:lnTo>
                  <a:lnTo>
                    <a:pt x="1113865" y="752138"/>
                  </a:lnTo>
                  <a:lnTo>
                    <a:pt x="1098089" y="793953"/>
                  </a:lnTo>
                  <a:lnTo>
                    <a:pt x="1079210" y="834137"/>
                  </a:lnTo>
                  <a:lnTo>
                    <a:pt x="1057376" y="872541"/>
                  </a:lnTo>
                  <a:lnTo>
                    <a:pt x="1032734" y="909020"/>
                  </a:lnTo>
                  <a:lnTo>
                    <a:pt x="1005430" y="943426"/>
                  </a:lnTo>
                  <a:lnTo>
                    <a:pt x="975611" y="975611"/>
                  </a:lnTo>
                  <a:lnTo>
                    <a:pt x="943426" y="1005430"/>
                  </a:lnTo>
                  <a:lnTo>
                    <a:pt x="909020" y="1032734"/>
                  </a:lnTo>
                  <a:lnTo>
                    <a:pt x="872541" y="1057376"/>
                  </a:lnTo>
                  <a:lnTo>
                    <a:pt x="834137" y="1079210"/>
                  </a:lnTo>
                  <a:lnTo>
                    <a:pt x="793953" y="1098089"/>
                  </a:lnTo>
                  <a:lnTo>
                    <a:pt x="752138" y="1113865"/>
                  </a:lnTo>
                  <a:lnTo>
                    <a:pt x="708838" y="1126391"/>
                  </a:lnTo>
                  <a:lnTo>
                    <a:pt x="664200" y="1135520"/>
                  </a:lnTo>
                  <a:lnTo>
                    <a:pt x="618372" y="1141106"/>
                  </a:lnTo>
                  <a:lnTo>
                    <a:pt x="571500" y="1143000"/>
                  </a:lnTo>
                  <a:lnTo>
                    <a:pt x="524628" y="1141106"/>
                  </a:lnTo>
                  <a:lnTo>
                    <a:pt x="478800" y="1135520"/>
                  </a:lnTo>
                  <a:lnTo>
                    <a:pt x="434162" y="1126391"/>
                  </a:lnTo>
                  <a:lnTo>
                    <a:pt x="390862" y="1113865"/>
                  </a:lnTo>
                  <a:lnTo>
                    <a:pt x="349046" y="1098089"/>
                  </a:lnTo>
                  <a:lnTo>
                    <a:pt x="308863" y="1079210"/>
                  </a:lnTo>
                  <a:lnTo>
                    <a:pt x="270458" y="1057376"/>
                  </a:lnTo>
                  <a:lnTo>
                    <a:pt x="233979" y="1032734"/>
                  </a:lnTo>
                  <a:lnTo>
                    <a:pt x="199574" y="1005430"/>
                  </a:lnTo>
                  <a:lnTo>
                    <a:pt x="167388" y="975611"/>
                  </a:lnTo>
                  <a:lnTo>
                    <a:pt x="137570" y="943426"/>
                  </a:lnTo>
                  <a:lnTo>
                    <a:pt x="110266" y="909020"/>
                  </a:lnTo>
                  <a:lnTo>
                    <a:pt x="85624" y="872541"/>
                  </a:lnTo>
                  <a:lnTo>
                    <a:pt x="63789" y="834137"/>
                  </a:lnTo>
                  <a:lnTo>
                    <a:pt x="44911" y="793953"/>
                  </a:lnTo>
                  <a:lnTo>
                    <a:pt x="29135" y="752138"/>
                  </a:lnTo>
                  <a:lnTo>
                    <a:pt x="16609" y="708838"/>
                  </a:lnTo>
                  <a:lnTo>
                    <a:pt x="7479" y="664200"/>
                  </a:lnTo>
                  <a:lnTo>
                    <a:pt x="1894" y="618372"/>
                  </a:lnTo>
                  <a:lnTo>
                    <a:pt x="0" y="571500"/>
                  </a:lnTo>
                  <a:close/>
                </a:path>
              </a:pathLst>
            </a:custGeom>
            <a:noFill/>
            <a:ln w="19080">
              <a:solidFill>
                <a:srgbClr val="FF26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141" name="Group 16"/>
          <p:cNvGrpSpPr/>
          <p:nvPr/>
        </p:nvGrpSpPr>
        <p:grpSpPr>
          <a:xfrm>
            <a:off x="4296240" y="2252880"/>
            <a:ext cx="4376160" cy="2244240"/>
            <a:chOff x="4296240" y="2252880"/>
            <a:chExt cx="4376160" cy="2244240"/>
          </a:xfrm>
        </p:grpSpPr>
        <p:sp>
          <p:nvSpPr>
            <p:cNvPr id="142" name="CustomShape 17"/>
            <p:cNvSpPr/>
            <p:nvPr/>
          </p:nvSpPr>
          <p:spPr>
            <a:xfrm>
              <a:off x="5031360" y="296712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3" name="CustomShape 18"/>
            <p:cNvSpPr/>
            <p:nvPr/>
          </p:nvSpPr>
          <p:spPr>
            <a:xfrm>
              <a:off x="5259960" y="296712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4" name="CustomShape 19"/>
            <p:cNvSpPr/>
            <p:nvPr/>
          </p:nvSpPr>
          <p:spPr>
            <a:xfrm>
              <a:off x="5564880" y="28908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5" name="CustomShape 20"/>
            <p:cNvSpPr/>
            <p:nvPr/>
          </p:nvSpPr>
          <p:spPr>
            <a:xfrm>
              <a:off x="5869440" y="296712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6" name="CustomShape 21"/>
            <p:cNvSpPr/>
            <p:nvPr/>
          </p:nvSpPr>
          <p:spPr>
            <a:xfrm>
              <a:off x="6174360" y="296712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7" name="CustomShape 22"/>
            <p:cNvSpPr/>
            <p:nvPr/>
          </p:nvSpPr>
          <p:spPr>
            <a:xfrm>
              <a:off x="6479280" y="28908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8" name="CustomShape 23"/>
            <p:cNvSpPr/>
            <p:nvPr/>
          </p:nvSpPr>
          <p:spPr>
            <a:xfrm>
              <a:off x="6707880" y="296712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9" name="CustomShape 24"/>
            <p:cNvSpPr/>
            <p:nvPr/>
          </p:nvSpPr>
          <p:spPr>
            <a:xfrm>
              <a:off x="7012440" y="304308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0" name="CustomShape 25"/>
            <p:cNvSpPr/>
            <p:nvPr/>
          </p:nvSpPr>
          <p:spPr>
            <a:xfrm>
              <a:off x="7317360" y="296712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1" name="CustomShape 26"/>
            <p:cNvSpPr/>
            <p:nvPr/>
          </p:nvSpPr>
          <p:spPr>
            <a:xfrm>
              <a:off x="7622280" y="296712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2" name="CustomShape 27"/>
            <p:cNvSpPr/>
            <p:nvPr/>
          </p:nvSpPr>
          <p:spPr>
            <a:xfrm>
              <a:off x="5031360" y="372888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3" name="CustomShape 28"/>
            <p:cNvSpPr/>
            <p:nvPr/>
          </p:nvSpPr>
          <p:spPr>
            <a:xfrm>
              <a:off x="5336280" y="372888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4" name="CustomShape 29"/>
            <p:cNvSpPr/>
            <p:nvPr/>
          </p:nvSpPr>
          <p:spPr>
            <a:xfrm>
              <a:off x="5564880" y="372888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5" name="CustomShape 30"/>
            <p:cNvSpPr/>
            <p:nvPr/>
          </p:nvSpPr>
          <p:spPr>
            <a:xfrm>
              <a:off x="5869440" y="38052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6" name="CustomShape 31"/>
            <p:cNvSpPr/>
            <p:nvPr/>
          </p:nvSpPr>
          <p:spPr>
            <a:xfrm>
              <a:off x="6174360" y="372888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7" name="CustomShape 32"/>
            <p:cNvSpPr/>
            <p:nvPr/>
          </p:nvSpPr>
          <p:spPr>
            <a:xfrm>
              <a:off x="6479280" y="372888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8" name="CustomShape 33"/>
            <p:cNvSpPr/>
            <p:nvPr/>
          </p:nvSpPr>
          <p:spPr>
            <a:xfrm>
              <a:off x="6783840" y="365292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9" name="CustomShape 34"/>
            <p:cNvSpPr/>
            <p:nvPr/>
          </p:nvSpPr>
          <p:spPr>
            <a:xfrm>
              <a:off x="7012440" y="372888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0" name="CustomShape 35"/>
            <p:cNvSpPr/>
            <p:nvPr/>
          </p:nvSpPr>
          <p:spPr>
            <a:xfrm>
              <a:off x="7317360" y="38052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1" name="CustomShape 36"/>
            <p:cNvSpPr/>
            <p:nvPr/>
          </p:nvSpPr>
          <p:spPr>
            <a:xfrm>
              <a:off x="7622280" y="372888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2" name="CustomShape 37"/>
            <p:cNvSpPr/>
            <p:nvPr/>
          </p:nvSpPr>
          <p:spPr>
            <a:xfrm>
              <a:off x="4296240" y="2252880"/>
              <a:ext cx="4376160" cy="2244240"/>
            </a:xfrm>
            <a:prstGeom prst="rect">
              <a:avLst/>
            </a:prstGeom>
            <a:blipFill rotWithShape="0"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3" name="CustomShape 38"/>
            <p:cNvSpPr/>
            <p:nvPr/>
          </p:nvSpPr>
          <p:spPr>
            <a:xfrm>
              <a:off x="4350240" y="2286000"/>
              <a:ext cx="4266720" cy="2133360"/>
            </a:xfrm>
            <a:custGeom>
              <a:avLst/>
              <a:gdLst/>
              <a:ahLst/>
              <a:cxnLst/>
              <a:rect l="l" t="t" r="r" b="b"/>
              <a:pathLst>
                <a:path w="4267200" h="2133600">
                  <a:moveTo>
                    <a:pt x="0" y="1066800"/>
                  </a:moveTo>
                  <a:lnTo>
                    <a:pt x="909" y="1035346"/>
                  </a:lnTo>
                  <a:lnTo>
                    <a:pt x="3621" y="1004117"/>
                  </a:lnTo>
                  <a:lnTo>
                    <a:pt x="14354" y="942388"/>
                  </a:lnTo>
                  <a:lnTo>
                    <a:pt x="31997" y="881713"/>
                  </a:lnTo>
                  <a:lnTo>
                    <a:pt x="56350" y="822192"/>
                  </a:lnTo>
                  <a:lnTo>
                    <a:pt x="87213" y="763924"/>
                  </a:lnTo>
                  <a:lnTo>
                    <a:pt x="124386" y="707011"/>
                  </a:lnTo>
                  <a:lnTo>
                    <a:pt x="167669" y="651552"/>
                  </a:lnTo>
                  <a:lnTo>
                    <a:pt x="216862" y="597647"/>
                  </a:lnTo>
                  <a:lnTo>
                    <a:pt x="271765" y="545396"/>
                  </a:lnTo>
                  <a:lnTo>
                    <a:pt x="301294" y="519922"/>
                  </a:lnTo>
                  <a:lnTo>
                    <a:pt x="332177" y="494900"/>
                  </a:lnTo>
                  <a:lnTo>
                    <a:pt x="364386" y="470341"/>
                  </a:lnTo>
                  <a:lnTo>
                    <a:pt x="397898" y="446258"/>
                  </a:lnTo>
                  <a:lnTo>
                    <a:pt x="432688" y="422663"/>
                  </a:lnTo>
                  <a:lnTo>
                    <a:pt x="468729" y="399570"/>
                  </a:lnTo>
                  <a:lnTo>
                    <a:pt x="505998" y="376990"/>
                  </a:lnTo>
                  <a:lnTo>
                    <a:pt x="544469" y="354936"/>
                  </a:lnTo>
                  <a:lnTo>
                    <a:pt x="584118" y="333421"/>
                  </a:lnTo>
                  <a:lnTo>
                    <a:pt x="624919" y="312457"/>
                  </a:lnTo>
                  <a:lnTo>
                    <a:pt x="666847" y="292057"/>
                  </a:lnTo>
                  <a:lnTo>
                    <a:pt x="709877" y="272233"/>
                  </a:lnTo>
                  <a:lnTo>
                    <a:pt x="753984" y="252997"/>
                  </a:lnTo>
                  <a:lnTo>
                    <a:pt x="799144" y="234363"/>
                  </a:lnTo>
                  <a:lnTo>
                    <a:pt x="845331" y="216342"/>
                  </a:lnTo>
                  <a:lnTo>
                    <a:pt x="892520" y="198947"/>
                  </a:lnTo>
                  <a:lnTo>
                    <a:pt x="940686" y="182192"/>
                  </a:lnTo>
                  <a:lnTo>
                    <a:pt x="989804" y="166087"/>
                  </a:lnTo>
                  <a:lnTo>
                    <a:pt x="1039850" y="150646"/>
                  </a:lnTo>
                  <a:lnTo>
                    <a:pt x="1090798" y="135881"/>
                  </a:lnTo>
                  <a:lnTo>
                    <a:pt x="1142622" y="121805"/>
                  </a:lnTo>
                  <a:lnTo>
                    <a:pt x="1195299" y="108430"/>
                  </a:lnTo>
                  <a:lnTo>
                    <a:pt x="1248803" y="95769"/>
                  </a:lnTo>
                  <a:lnTo>
                    <a:pt x="1303109" y="83834"/>
                  </a:lnTo>
                  <a:lnTo>
                    <a:pt x="1358192" y="72637"/>
                  </a:lnTo>
                  <a:lnTo>
                    <a:pt x="1414027" y="62192"/>
                  </a:lnTo>
                  <a:lnTo>
                    <a:pt x="1470589" y="52511"/>
                  </a:lnTo>
                  <a:lnTo>
                    <a:pt x="1527853" y="43606"/>
                  </a:lnTo>
                  <a:lnTo>
                    <a:pt x="1585794" y="35489"/>
                  </a:lnTo>
                  <a:lnTo>
                    <a:pt x="1644387" y="28174"/>
                  </a:lnTo>
                  <a:lnTo>
                    <a:pt x="1703607" y="21673"/>
                  </a:lnTo>
                  <a:lnTo>
                    <a:pt x="1763429" y="15998"/>
                  </a:lnTo>
                  <a:lnTo>
                    <a:pt x="1823828" y="11162"/>
                  </a:lnTo>
                  <a:lnTo>
                    <a:pt x="1884779" y="7177"/>
                  </a:lnTo>
                  <a:lnTo>
                    <a:pt x="1946256" y="4055"/>
                  </a:lnTo>
                  <a:lnTo>
                    <a:pt x="2008236" y="1810"/>
                  </a:lnTo>
                  <a:lnTo>
                    <a:pt x="2070692" y="454"/>
                  </a:lnTo>
                  <a:lnTo>
                    <a:pt x="2133601" y="0"/>
                  </a:lnTo>
                  <a:lnTo>
                    <a:pt x="2196509" y="454"/>
                  </a:lnTo>
                  <a:lnTo>
                    <a:pt x="2258966" y="1810"/>
                  </a:lnTo>
                  <a:lnTo>
                    <a:pt x="2320945" y="4055"/>
                  </a:lnTo>
                  <a:lnTo>
                    <a:pt x="2382423" y="7177"/>
                  </a:lnTo>
                  <a:lnTo>
                    <a:pt x="2443374" y="11162"/>
                  </a:lnTo>
                  <a:lnTo>
                    <a:pt x="2503772" y="15998"/>
                  </a:lnTo>
                  <a:lnTo>
                    <a:pt x="2563594" y="21673"/>
                  </a:lnTo>
                  <a:lnTo>
                    <a:pt x="2622814" y="28174"/>
                  </a:lnTo>
                  <a:lnTo>
                    <a:pt x="2681407" y="35489"/>
                  </a:lnTo>
                  <a:lnTo>
                    <a:pt x="2739348" y="43606"/>
                  </a:lnTo>
                  <a:lnTo>
                    <a:pt x="2796613" y="52511"/>
                  </a:lnTo>
                  <a:lnTo>
                    <a:pt x="2853175" y="62192"/>
                  </a:lnTo>
                  <a:lnTo>
                    <a:pt x="2909010" y="72637"/>
                  </a:lnTo>
                  <a:lnTo>
                    <a:pt x="2964093" y="83834"/>
                  </a:lnTo>
                  <a:lnTo>
                    <a:pt x="3018399" y="95769"/>
                  </a:lnTo>
                  <a:lnTo>
                    <a:pt x="3071902" y="108430"/>
                  </a:lnTo>
                  <a:lnTo>
                    <a:pt x="3124579" y="121805"/>
                  </a:lnTo>
                  <a:lnTo>
                    <a:pt x="3176404" y="135881"/>
                  </a:lnTo>
                  <a:lnTo>
                    <a:pt x="3227352" y="150646"/>
                  </a:lnTo>
                  <a:lnTo>
                    <a:pt x="3277397" y="166087"/>
                  </a:lnTo>
                  <a:lnTo>
                    <a:pt x="3326515" y="182192"/>
                  </a:lnTo>
                  <a:lnTo>
                    <a:pt x="3374682" y="198947"/>
                  </a:lnTo>
                  <a:lnTo>
                    <a:pt x="3421871" y="216342"/>
                  </a:lnTo>
                  <a:lnTo>
                    <a:pt x="3468057" y="234363"/>
                  </a:lnTo>
                  <a:lnTo>
                    <a:pt x="3513217" y="252997"/>
                  </a:lnTo>
                  <a:lnTo>
                    <a:pt x="3557325" y="272233"/>
                  </a:lnTo>
                  <a:lnTo>
                    <a:pt x="3600355" y="292057"/>
                  </a:lnTo>
                  <a:lnTo>
                    <a:pt x="3642283" y="312457"/>
                  </a:lnTo>
                  <a:lnTo>
                    <a:pt x="3683084" y="333421"/>
                  </a:lnTo>
                  <a:lnTo>
                    <a:pt x="3722732" y="354936"/>
                  </a:lnTo>
                  <a:lnTo>
                    <a:pt x="3761203" y="376990"/>
                  </a:lnTo>
                  <a:lnTo>
                    <a:pt x="3798472" y="399570"/>
                  </a:lnTo>
                  <a:lnTo>
                    <a:pt x="3834514" y="422663"/>
                  </a:lnTo>
                  <a:lnTo>
                    <a:pt x="3869303" y="446258"/>
                  </a:lnTo>
                  <a:lnTo>
                    <a:pt x="3902815" y="470341"/>
                  </a:lnTo>
                  <a:lnTo>
                    <a:pt x="3935025" y="494900"/>
                  </a:lnTo>
                  <a:lnTo>
                    <a:pt x="3965907" y="519922"/>
                  </a:lnTo>
                  <a:lnTo>
                    <a:pt x="3995437" y="545396"/>
                  </a:lnTo>
                  <a:lnTo>
                    <a:pt x="4023589" y="571309"/>
                  </a:lnTo>
                  <a:lnTo>
                    <a:pt x="4075662" y="624399"/>
                  </a:lnTo>
                  <a:lnTo>
                    <a:pt x="4121925" y="679094"/>
                  </a:lnTo>
                  <a:lnTo>
                    <a:pt x="4162178" y="735292"/>
                  </a:lnTo>
                  <a:lnTo>
                    <a:pt x="4196221" y="792895"/>
                  </a:lnTo>
                  <a:lnTo>
                    <a:pt x="4223855" y="851802"/>
                  </a:lnTo>
                  <a:lnTo>
                    <a:pt x="4244877" y="911913"/>
                  </a:lnTo>
                  <a:lnTo>
                    <a:pt x="4259090" y="973127"/>
                  </a:lnTo>
                  <a:lnTo>
                    <a:pt x="4266292" y="1035346"/>
                  </a:lnTo>
                  <a:lnTo>
                    <a:pt x="4267202" y="1066800"/>
                  </a:lnTo>
                  <a:lnTo>
                    <a:pt x="4266292" y="1098255"/>
                  </a:lnTo>
                  <a:lnTo>
                    <a:pt x="4263580" y="1129483"/>
                  </a:lnTo>
                  <a:lnTo>
                    <a:pt x="4252848" y="1191212"/>
                  </a:lnTo>
                  <a:lnTo>
                    <a:pt x="4235205" y="1251887"/>
                  </a:lnTo>
                  <a:lnTo>
                    <a:pt x="4210852" y="1311409"/>
                  </a:lnTo>
                  <a:lnTo>
                    <a:pt x="4179989" y="1369676"/>
                  </a:lnTo>
                  <a:lnTo>
                    <a:pt x="4142815" y="1426589"/>
                  </a:lnTo>
                  <a:lnTo>
                    <a:pt x="4099532" y="1482048"/>
                  </a:lnTo>
                  <a:lnTo>
                    <a:pt x="4050339" y="1535953"/>
                  </a:lnTo>
                  <a:lnTo>
                    <a:pt x="3995437" y="1588204"/>
                  </a:lnTo>
                  <a:lnTo>
                    <a:pt x="3965907" y="1613678"/>
                  </a:lnTo>
                  <a:lnTo>
                    <a:pt x="3935025" y="1638700"/>
                  </a:lnTo>
                  <a:lnTo>
                    <a:pt x="3902815" y="1663260"/>
                  </a:lnTo>
                  <a:lnTo>
                    <a:pt x="3869303" y="1687343"/>
                  </a:lnTo>
                  <a:lnTo>
                    <a:pt x="3834514" y="1710937"/>
                  </a:lnTo>
                  <a:lnTo>
                    <a:pt x="3798472" y="1734031"/>
                  </a:lnTo>
                  <a:lnTo>
                    <a:pt x="3761203" y="1756610"/>
                  </a:lnTo>
                  <a:lnTo>
                    <a:pt x="3722732" y="1778664"/>
                  </a:lnTo>
                  <a:lnTo>
                    <a:pt x="3683084" y="1800179"/>
                  </a:lnTo>
                  <a:lnTo>
                    <a:pt x="3642283" y="1821143"/>
                  </a:lnTo>
                  <a:lnTo>
                    <a:pt x="3600355" y="1841543"/>
                  </a:lnTo>
                  <a:lnTo>
                    <a:pt x="3557325" y="1861368"/>
                  </a:lnTo>
                  <a:lnTo>
                    <a:pt x="3513217" y="1880603"/>
                  </a:lnTo>
                  <a:lnTo>
                    <a:pt x="3468057" y="1899237"/>
                  </a:lnTo>
                  <a:lnTo>
                    <a:pt x="3421871" y="1917258"/>
                  </a:lnTo>
                  <a:lnTo>
                    <a:pt x="3374682" y="1934653"/>
                  </a:lnTo>
                  <a:lnTo>
                    <a:pt x="3326515" y="1951409"/>
                  </a:lnTo>
                  <a:lnTo>
                    <a:pt x="3277397" y="1967513"/>
                  </a:lnTo>
                  <a:lnTo>
                    <a:pt x="3227352" y="1982954"/>
                  </a:lnTo>
                  <a:lnTo>
                    <a:pt x="3176404" y="1997719"/>
                  </a:lnTo>
                  <a:lnTo>
                    <a:pt x="3124579" y="2011795"/>
                  </a:lnTo>
                  <a:lnTo>
                    <a:pt x="3071902" y="2025170"/>
                  </a:lnTo>
                  <a:lnTo>
                    <a:pt x="3018399" y="2037832"/>
                  </a:lnTo>
                  <a:lnTo>
                    <a:pt x="2964093" y="2049767"/>
                  </a:lnTo>
                  <a:lnTo>
                    <a:pt x="2909010" y="2060963"/>
                  </a:lnTo>
                  <a:lnTo>
                    <a:pt x="2853175" y="2071408"/>
                  </a:lnTo>
                  <a:lnTo>
                    <a:pt x="2796613" y="2081089"/>
                  </a:lnTo>
                  <a:lnTo>
                    <a:pt x="2739348" y="2089994"/>
                  </a:lnTo>
                  <a:lnTo>
                    <a:pt x="2681407" y="2098111"/>
                  </a:lnTo>
                  <a:lnTo>
                    <a:pt x="2622814" y="2105426"/>
                  </a:lnTo>
                  <a:lnTo>
                    <a:pt x="2563594" y="2111927"/>
                  </a:lnTo>
                  <a:lnTo>
                    <a:pt x="2503772" y="2117602"/>
                  </a:lnTo>
                  <a:lnTo>
                    <a:pt x="2443374" y="2122439"/>
                  </a:lnTo>
                  <a:lnTo>
                    <a:pt x="2382423" y="2126424"/>
                  </a:lnTo>
                  <a:lnTo>
                    <a:pt x="2320945" y="2129545"/>
                  </a:lnTo>
                  <a:lnTo>
                    <a:pt x="2258966" y="2131790"/>
                  </a:lnTo>
                  <a:lnTo>
                    <a:pt x="2196509" y="2133146"/>
                  </a:lnTo>
                  <a:lnTo>
                    <a:pt x="2133601" y="2133601"/>
                  </a:lnTo>
                  <a:lnTo>
                    <a:pt x="2070692" y="2133146"/>
                  </a:lnTo>
                  <a:lnTo>
                    <a:pt x="2008235" y="2131790"/>
                  </a:lnTo>
                  <a:lnTo>
                    <a:pt x="1946255" y="2129545"/>
                  </a:lnTo>
                  <a:lnTo>
                    <a:pt x="1884777" y="2126424"/>
                  </a:lnTo>
                  <a:lnTo>
                    <a:pt x="1823826" y="2122439"/>
                  </a:lnTo>
                  <a:lnTo>
                    <a:pt x="1763426" y="2117602"/>
                  </a:lnTo>
                  <a:lnTo>
                    <a:pt x="1703604" y="2111927"/>
                  </a:lnTo>
                  <a:lnTo>
                    <a:pt x="1644384" y="2105426"/>
                  </a:lnTo>
                  <a:lnTo>
                    <a:pt x="1585791" y="2098111"/>
                  </a:lnTo>
                  <a:lnTo>
                    <a:pt x="1527849" y="2089994"/>
                  </a:lnTo>
                  <a:lnTo>
                    <a:pt x="1470585" y="2081089"/>
                  </a:lnTo>
                  <a:lnTo>
                    <a:pt x="1414023" y="2071408"/>
                  </a:lnTo>
                  <a:lnTo>
                    <a:pt x="1358188" y="2060963"/>
                  </a:lnTo>
                  <a:lnTo>
                    <a:pt x="1303105" y="2049767"/>
                  </a:lnTo>
                  <a:lnTo>
                    <a:pt x="1248799" y="2037832"/>
                  </a:lnTo>
                  <a:lnTo>
                    <a:pt x="1195295" y="2025170"/>
                  </a:lnTo>
                  <a:lnTo>
                    <a:pt x="1142618" y="2011795"/>
                  </a:lnTo>
                  <a:lnTo>
                    <a:pt x="1090793" y="1997719"/>
                  </a:lnTo>
                  <a:lnTo>
                    <a:pt x="1039845" y="1982954"/>
                  </a:lnTo>
                  <a:lnTo>
                    <a:pt x="989800" y="1967513"/>
                  </a:lnTo>
                  <a:lnTo>
                    <a:pt x="940682" y="1951409"/>
                  </a:lnTo>
                  <a:lnTo>
                    <a:pt x="892516" y="1934653"/>
                  </a:lnTo>
                  <a:lnTo>
                    <a:pt x="845327" y="1917258"/>
                  </a:lnTo>
                  <a:lnTo>
                    <a:pt x="799140" y="1899237"/>
                  </a:lnTo>
                  <a:lnTo>
                    <a:pt x="753980" y="1880603"/>
                  </a:lnTo>
                  <a:lnTo>
                    <a:pt x="709873" y="1861368"/>
                  </a:lnTo>
                  <a:lnTo>
                    <a:pt x="666843" y="1841543"/>
                  </a:lnTo>
                  <a:lnTo>
                    <a:pt x="624915" y="1821143"/>
                  </a:lnTo>
                  <a:lnTo>
                    <a:pt x="584114" y="1800179"/>
                  </a:lnTo>
                  <a:lnTo>
                    <a:pt x="544466" y="1778664"/>
                  </a:lnTo>
                  <a:lnTo>
                    <a:pt x="505995" y="1756610"/>
                  </a:lnTo>
                  <a:lnTo>
                    <a:pt x="468726" y="1734031"/>
                  </a:lnTo>
                  <a:lnTo>
                    <a:pt x="432685" y="1710937"/>
                  </a:lnTo>
                  <a:lnTo>
                    <a:pt x="397895" y="1687343"/>
                  </a:lnTo>
                  <a:lnTo>
                    <a:pt x="364384" y="1663260"/>
                  </a:lnTo>
                  <a:lnTo>
                    <a:pt x="332174" y="1638700"/>
                  </a:lnTo>
                  <a:lnTo>
                    <a:pt x="301292" y="1613678"/>
                  </a:lnTo>
                  <a:lnTo>
                    <a:pt x="271762" y="1588204"/>
                  </a:lnTo>
                  <a:lnTo>
                    <a:pt x="243610" y="1562292"/>
                  </a:lnTo>
                  <a:lnTo>
                    <a:pt x="191538" y="1509201"/>
                  </a:lnTo>
                  <a:lnTo>
                    <a:pt x="145275" y="1454507"/>
                  </a:lnTo>
                  <a:lnTo>
                    <a:pt x="105022" y="1398308"/>
                  </a:lnTo>
                  <a:lnTo>
                    <a:pt x="70979" y="1340705"/>
                  </a:lnTo>
                  <a:lnTo>
                    <a:pt x="43346" y="1281798"/>
                  </a:lnTo>
                  <a:lnTo>
                    <a:pt x="22324" y="1221688"/>
                  </a:lnTo>
                  <a:lnTo>
                    <a:pt x="8111" y="1160473"/>
                  </a:lnTo>
                  <a:lnTo>
                    <a:pt x="909" y="1098255"/>
                  </a:lnTo>
                  <a:lnTo>
                    <a:pt x="0" y="1066800"/>
                  </a:lnTo>
                  <a:close/>
                </a:path>
              </a:pathLst>
            </a:custGeom>
            <a:noFill/>
            <a:ln w="19080">
              <a:solidFill>
                <a:srgbClr val="FF26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7" dirty="0" smtClean="0">
                <a:solidFill>
                  <a:srgbClr val="000090"/>
                </a:solidFill>
                <a:latin typeface="Arial"/>
              </a:rPr>
              <a:t>Cluster can be ambiguous</a:t>
            </a:r>
            <a:endParaRPr lang="en-US" sz="4400" b="0" strike="noStrike" spc="-1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1307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2"/>
          <p:cNvSpPr/>
          <p:nvPr/>
        </p:nvSpPr>
        <p:spPr>
          <a:xfrm>
            <a:off x="542880" y="1267560"/>
            <a:ext cx="8171912" cy="7335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>
            <a:spAutoFit/>
          </a:bodyPr>
          <a:lstStyle/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r>
              <a:rPr lang="en-US" sz="2400" spc="-1" dirty="0">
                <a:solidFill>
                  <a:srgbClr val="000090"/>
                </a:solidFill>
              </a:rPr>
              <a:t>Clustering results are crucially dependent on the measure of similarity (or distance) between “points” to be </a:t>
            </a:r>
            <a:r>
              <a:rPr lang="en-US" sz="2400" spc="-1" dirty="0" smtClean="0">
                <a:solidFill>
                  <a:srgbClr val="000090"/>
                </a:solidFill>
              </a:rPr>
              <a:t>clustered</a:t>
            </a:r>
            <a:endParaRPr lang="en-US" sz="2400" spc="-1" dirty="0">
              <a:solidFill>
                <a:srgbClr val="000090"/>
              </a:solidFill>
            </a:endParaRPr>
          </a:p>
        </p:txBody>
      </p:sp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7" dirty="0" smtClean="0">
                <a:solidFill>
                  <a:srgbClr val="000090"/>
                </a:solidFill>
                <a:latin typeface="Arial"/>
              </a:rPr>
              <a:t>Cluster can be ambiguous</a:t>
            </a:r>
            <a:endParaRPr lang="en-US" sz="4400" b="0" strike="noStrike" spc="-1" dirty="0">
              <a:latin typeface="Calibri"/>
            </a:endParaRPr>
          </a:p>
        </p:txBody>
      </p:sp>
      <p:grpSp>
        <p:nvGrpSpPr>
          <p:cNvPr id="40" name="Group 3"/>
          <p:cNvGrpSpPr/>
          <p:nvPr/>
        </p:nvGrpSpPr>
        <p:grpSpPr>
          <a:xfrm>
            <a:off x="1017000" y="2362320"/>
            <a:ext cx="2626560" cy="2165040"/>
            <a:chOff x="1017000" y="2406600"/>
            <a:chExt cx="2626560" cy="2165040"/>
          </a:xfrm>
        </p:grpSpPr>
        <p:sp>
          <p:nvSpPr>
            <p:cNvPr id="42" name="CustomShape 4"/>
            <p:cNvSpPr/>
            <p:nvPr/>
          </p:nvSpPr>
          <p:spPr>
            <a:xfrm>
              <a:off x="1373760" y="28908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3" name="CustomShape 5"/>
            <p:cNvSpPr/>
            <p:nvPr/>
          </p:nvSpPr>
          <p:spPr>
            <a:xfrm>
              <a:off x="1373760" y="327168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4" name="CustomShape 6"/>
            <p:cNvSpPr/>
            <p:nvPr/>
          </p:nvSpPr>
          <p:spPr>
            <a:xfrm>
              <a:off x="1678680" y="296712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5" name="CustomShape 7"/>
            <p:cNvSpPr/>
            <p:nvPr/>
          </p:nvSpPr>
          <p:spPr>
            <a:xfrm>
              <a:off x="2593080" y="38052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6" name="CustomShape 8"/>
            <p:cNvSpPr/>
            <p:nvPr/>
          </p:nvSpPr>
          <p:spPr>
            <a:xfrm>
              <a:off x="2440440" y="40338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7" name="CustomShape 9"/>
            <p:cNvSpPr/>
            <p:nvPr/>
          </p:nvSpPr>
          <p:spPr>
            <a:xfrm>
              <a:off x="2973960" y="40338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8" name="CustomShape 10"/>
            <p:cNvSpPr/>
            <p:nvPr/>
          </p:nvSpPr>
          <p:spPr>
            <a:xfrm>
              <a:off x="2973960" y="38052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" name="CustomShape 11"/>
            <p:cNvSpPr/>
            <p:nvPr/>
          </p:nvSpPr>
          <p:spPr>
            <a:xfrm>
              <a:off x="1907280" y="28908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" name="CustomShape 12"/>
            <p:cNvSpPr/>
            <p:nvPr/>
          </p:nvSpPr>
          <p:spPr>
            <a:xfrm>
              <a:off x="1017000" y="2406600"/>
              <a:ext cx="2626560" cy="2165040"/>
            </a:xfrm>
            <a:prstGeom prst="rect">
              <a:avLst/>
            </a:prstGeom>
            <a:blipFill rotWithShape="0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1" name="CustomShape 13"/>
            <p:cNvSpPr/>
            <p:nvPr/>
          </p:nvSpPr>
          <p:spPr>
            <a:xfrm>
              <a:off x="1073880" y="2438280"/>
              <a:ext cx="2514240" cy="2057040"/>
            </a:xfrm>
            <a:custGeom>
              <a:avLst/>
              <a:gdLst/>
              <a:ahLst/>
              <a:cxnLst/>
              <a:rect l="l" t="t" r="r" b="b"/>
              <a:pathLst>
                <a:path w="2514600" h="2057400">
                  <a:moveTo>
                    <a:pt x="0" y="1028700"/>
                  </a:moveTo>
                  <a:lnTo>
                    <a:pt x="1103" y="985215"/>
                  </a:lnTo>
                  <a:lnTo>
                    <a:pt x="4382" y="942190"/>
                  </a:lnTo>
                  <a:lnTo>
                    <a:pt x="9796" y="899661"/>
                  </a:lnTo>
                  <a:lnTo>
                    <a:pt x="17298" y="857664"/>
                  </a:lnTo>
                  <a:lnTo>
                    <a:pt x="26847" y="816233"/>
                  </a:lnTo>
                  <a:lnTo>
                    <a:pt x="38398" y="775406"/>
                  </a:lnTo>
                  <a:lnTo>
                    <a:pt x="51908" y="735217"/>
                  </a:lnTo>
                  <a:lnTo>
                    <a:pt x="67333" y="695702"/>
                  </a:lnTo>
                  <a:lnTo>
                    <a:pt x="84630" y="656897"/>
                  </a:lnTo>
                  <a:lnTo>
                    <a:pt x="103754" y="618839"/>
                  </a:lnTo>
                  <a:lnTo>
                    <a:pt x="124663" y="581561"/>
                  </a:lnTo>
                  <a:lnTo>
                    <a:pt x="147312" y="545101"/>
                  </a:lnTo>
                  <a:lnTo>
                    <a:pt x="171657" y="509493"/>
                  </a:lnTo>
                  <a:lnTo>
                    <a:pt x="197656" y="474774"/>
                  </a:lnTo>
                  <a:lnTo>
                    <a:pt x="225265" y="440979"/>
                  </a:lnTo>
                  <a:lnTo>
                    <a:pt x="254440" y="408144"/>
                  </a:lnTo>
                  <a:lnTo>
                    <a:pt x="285137" y="376305"/>
                  </a:lnTo>
                  <a:lnTo>
                    <a:pt x="317313" y="345497"/>
                  </a:lnTo>
                  <a:lnTo>
                    <a:pt x="350924" y="315756"/>
                  </a:lnTo>
                  <a:lnTo>
                    <a:pt x="385926" y="287118"/>
                  </a:lnTo>
                  <a:lnTo>
                    <a:pt x="422276" y="259618"/>
                  </a:lnTo>
                  <a:lnTo>
                    <a:pt x="459930" y="233293"/>
                  </a:lnTo>
                  <a:lnTo>
                    <a:pt x="498845" y="208177"/>
                  </a:lnTo>
                  <a:lnTo>
                    <a:pt x="538976" y="184307"/>
                  </a:lnTo>
                  <a:lnTo>
                    <a:pt x="580281" y="161718"/>
                  </a:lnTo>
                  <a:lnTo>
                    <a:pt x="622715" y="140446"/>
                  </a:lnTo>
                  <a:lnTo>
                    <a:pt x="666236" y="120527"/>
                  </a:lnTo>
                  <a:lnTo>
                    <a:pt x="710798" y="101996"/>
                  </a:lnTo>
                  <a:lnTo>
                    <a:pt x="756360" y="84889"/>
                  </a:lnTo>
                  <a:lnTo>
                    <a:pt x="802876" y="69242"/>
                  </a:lnTo>
                  <a:lnTo>
                    <a:pt x="850304" y="55091"/>
                  </a:lnTo>
                  <a:lnTo>
                    <a:pt x="898599" y="42470"/>
                  </a:lnTo>
                  <a:lnTo>
                    <a:pt x="947719" y="31417"/>
                  </a:lnTo>
                  <a:lnTo>
                    <a:pt x="997619" y="21966"/>
                  </a:lnTo>
                  <a:lnTo>
                    <a:pt x="1048256" y="14153"/>
                  </a:lnTo>
                  <a:lnTo>
                    <a:pt x="1099587" y="8014"/>
                  </a:lnTo>
                  <a:lnTo>
                    <a:pt x="1151566" y="3586"/>
                  </a:lnTo>
                  <a:lnTo>
                    <a:pt x="1204152" y="902"/>
                  </a:lnTo>
                  <a:lnTo>
                    <a:pt x="1257300" y="0"/>
                  </a:lnTo>
                  <a:lnTo>
                    <a:pt x="1310448" y="902"/>
                  </a:lnTo>
                  <a:lnTo>
                    <a:pt x="1363034" y="3586"/>
                  </a:lnTo>
                  <a:lnTo>
                    <a:pt x="1415014" y="8014"/>
                  </a:lnTo>
                  <a:lnTo>
                    <a:pt x="1466344" y="14153"/>
                  </a:lnTo>
                  <a:lnTo>
                    <a:pt x="1516981" y="21966"/>
                  </a:lnTo>
                  <a:lnTo>
                    <a:pt x="1566881" y="31417"/>
                  </a:lnTo>
                  <a:lnTo>
                    <a:pt x="1616001" y="42470"/>
                  </a:lnTo>
                  <a:lnTo>
                    <a:pt x="1664296" y="55091"/>
                  </a:lnTo>
                  <a:lnTo>
                    <a:pt x="1711724" y="69242"/>
                  </a:lnTo>
                  <a:lnTo>
                    <a:pt x="1758241" y="84889"/>
                  </a:lnTo>
                  <a:lnTo>
                    <a:pt x="1803802" y="101996"/>
                  </a:lnTo>
                  <a:lnTo>
                    <a:pt x="1848365" y="120527"/>
                  </a:lnTo>
                  <a:lnTo>
                    <a:pt x="1891885" y="140446"/>
                  </a:lnTo>
                  <a:lnTo>
                    <a:pt x="1934319" y="161718"/>
                  </a:lnTo>
                  <a:lnTo>
                    <a:pt x="1975624" y="184307"/>
                  </a:lnTo>
                  <a:lnTo>
                    <a:pt x="2015756" y="208177"/>
                  </a:lnTo>
                  <a:lnTo>
                    <a:pt x="2054670" y="233293"/>
                  </a:lnTo>
                  <a:lnTo>
                    <a:pt x="2092325" y="259618"/>
                  </a:lnTo>
                  <a:lnTo>
                    <a:pt x="2128675" y="287118"/>
                  </a:lnTo>
                  <a:lnTo>
                    <a:pt x="2163677" y="315756"/>
                  </a:lnTo>
                  <a:lnTo>
                    <a:pt x="2197288" y="345497"/>
                  </a:lnTo>
                  <a:lnTo>
                    <a:pt x="2229463" y="376305"/>
                  </a:lnTo>
                  <a:lnTo>
                    <a:pt x="2260161" y="408144"/>
                  </a:lnTo>
                  <a:lnTo>
                    <a:pt x="2289335" y="440979"/>
                  </a:lnTo>
                  <a:lnTo>
                    <a:pt x="2316944" y="474774"/>
                  </a:lnTo>
                  <a:lnTo>
                    <a:pt x="2342943" y="509493"/>
                  </a:lnTo>
                  <a:lnTo>
                    <a:pt x="2367289" y="545101"/>
                  </a:lnTo>
                  <a:lnTo>
                    <a:pt x="2389938" y="581561"/>
                  </a:lnTo>
                  <a:lnTo>
                    <a:pt x="2410846" y="618839"/>
                  </a:lnTo>
                  <a:lnTo>
                    <a:pt x="2429971" y="656897"/>
                  </a:lnTo>
                  <a:lnTo>
                    <a:pt x="2447267" y="695702"/>
                  </a:lnTo>
                  <a:lnTo>
                    <a:pt x="2462692" y="735217"/>
                  </a:lnTo>
                  <a:lnTo>
                    <a:pt x="2476202" y="775406"/>
                  </a:lnTo>
                  <a:lnTo>
                    <a:pt x="2487753" y="816233"/>
                  </a:lnTo>
                  <a:lnTo>
                    <a:pt x="2497302" y="857664"/>
                  </a:lnTo>
                  <a:lnTo>
                    <a:pt x="2504805" y="899661"/>
                  </a:lnTo>
                  <a:lnTo>
                    <a:pt x="2510218" y="942190"/>
                  </a:lnTo>
                  <a:lnTo>
                    <a:pt x="2513498" y="985215"/>
                  </a:lnTo>
                  <a:lnTo>
                    <a:pt x="2514601" y="1028700"/>
                  </a:lnTo>
                  <a:lnTo>
                    <a:pt x="2513498" y="1072184"/>
                  </a:lnTo>
                  <a:lnTo>
                    <a:pt x="2510218" y="1115209"/>
                  </a:lnTo>
                  <a:lnTo>
                    <a:pt x="2504805" y="1157737"/>
                  </a:lnTo>
                  <a:lnTo>
                    <a:pt x="2497302" y="1199734"/>
                  </a:lnTo>
                  <a:lnTo>
                    <a:pt x="2487753" y="1241164"/>
                  </a:lnTo>
                  <a:lnTo>
                    <a:pt x="2476202" y="1281991"/>
                  </a:lnTo>
                  <a:lnTo>
                    <a:pt x="2462692" y="1322180"/>
                  </a:lnTo>
                  <a:lnTo>
                    <a:pt x="2447267" y="1361694"/>
                  </a:lnTo>
                  <a:lnTo>
                    <a:pt x="2429971" y="1400499"/>
                  </a:lnTo>
                  <a:lnTo>
                    <a:pt x="2410846" y="1438557"/>
                  </a:lnTo>
                  <a:lnTo>
                    <a:pt x="2389938" y="1475835"/>
                  </a:lnTo>
                  <a:lnTo>
                    <a:pt x="2367289" y="1512295"/>
                  </a:lnTo>
                  <a:lnTo>
                    <a:pt x="2342943" y="1547903"/>
                  </a:lnTo>
                  <a:lnTo>
                    <a:pt x="2316944" y="1582622"/>
                  </a:lnTo>
                  <a:lnTo>
                    <a:pt x="2289335" y="1616417"/>
                  </a:lnTo>
                  <a:lnTo>
                    <a:pt x="2260161" y="1649252"/>
                  </a:lnTo>
                  <a:lnTo>
                    <a:pt x="2229463" y="1681091"/>
                  </a:lnTo>
                  <a:lnTo>
                    <a:pt x="2197288" y="1711899"/>
                  </a:lnTo>
                  <a:lnTo>
                    <a:pt x="2163677" y="1741640"/>
                  </a:lnTo>
                  <a:lnTo>
                    <a:pt x="2128675" y="1770278"/>
                  </a:lnTo>
                  <a:lnTo>
                    <a:pt x="2092325" y="1797778"/>
                  </a:lnTo>
                  <a:lnTo>
                    <a:pt x="2054670" y="1824104"/>
                  </a:lnTo>
                  <a:lnTo>
                    <a:pt x="2015756" y="1849220"/>
                  </a:lnTo>
                  <a:lnTo>
                    <a:pt x="1975624" y="1873090"/>
                  </a:lnTo>
                  <a:lnTo>
                    <a:pt x="1934319" y="1895680"/>
                  </a:lnTo>
                  <a:lnTo>
                    <a:pt x="1891885" y="1916952"/>
                  </a:lnTo>
                  <a:lnTo>
                    <a:pt x="1848365" y="1936871"/>
                  </a:lnTo>
                  <a:lnTo>
                    <a:pt x="1803802" y="1955402"/>
                  </a:lnTo>
                  <a:lnTo>
                    <a:pt x="1758241" y="1972509"/>
                  </a:lnTo>
                  <a:lnTo>
                    <a:pt x="1711724" y="1988157"/>
                  </a:lnTo>
                  <a:lnTo>
                    <a:pt x="1664296" y="2002309"/>
                  </a:lnTo>
                  <a:lnTo>
                    <a:pt x="1616001" y="2014929"/>
                  </a:lnTo>
                  <a:lnTo>
                    <a:pt x="1566881" y="2025983"/>
                  </a:lnTo>
                  <a:lnTo>
                    <a:pt x="1516981" y="2035434"/>
                  </a:lnTo>
                  <a:lnTo>
                    <a:pt x="1466344" y="2043247"/>
                  </a:lnTo>
                  <a:lnTo>
                    <a:pt x="1415014" y="2049386"/>
                  </a:lnTo>
                  <a:lnTo>
                    <a:pt x="1363034" y="2053815"/>
                  </a:lnTo>
                  <a:lnTo>
                    <a:pt x="1310448" y="2056498"/>
                  </a:lnTo>
                  <a:lnTo>
                    <a:pt x="1257300" y="2057401"/>
                  </a:lnTo>
                  <a:lnTo>
                    <a:pt x="1204152" y="2056498"/>
                  </a:lnTo>
                  <a:lnTo>
                    <a:pt x="1151566" y="2053815"/>
                  </a:lnTo>
                  <a:lnTo>
                    <a:pt x="1099587" y="2049386"/>
                  </a:lnTo>
                  <a:lnTo>
                    <a:pt x="1048256" y="2043247"/>
                  </a:lnTo>
                  <a:lnTo>
                    <a:pt x="997619" y="2035434"/>
                  </a:lnTo>
                  <a:lnTo>
                    <a:pt x="947719" y="2025983"/>
                  </a:lnTo>
                  <a:lnTo>
                    <a:pt x="898599" y="2014929"/>
                  </a:lnTo>
                  <a:lnTo>
                    <a:pt x="850304" y="2002309"/>
                  </a:lnTo>
                  <a:lnTo>
                    <a:pt x="802876" y="1988157"/>
                  </a:lnTo>
                  <a:lnTo>
                    <a:pt x="756360" y="1972509"/>
                  </a:lnTo>
                  <a:lnTo>
                    <a:pt x="710798" y="1955402"/>
                  </a:lnTo>
                  <a:lnTo>
                    <a:pt x="666236" y="1936871"/>
                  </a:lnTo>
                  <a:lnTo>
                    <a:pt x="622715" y="1916952"/>
                  </a:lnTo>
                  <a:lnTo>
                    <a:pt x="580281" y="1895680"/>
                  </a:lnTo>
                  <a:lnTo>
                    <a:pt x="538976" y="1873090"/>
                  </a:lnTo>
                  <a:lnTo>
                    <a:pt x="498845" y="1849220"/>
                  </a:lnTo>
                  <a:lnTo>
                    <a:pt x="459930" y="1824104"/>
                  </a:lnTo>
                  <a:lnTo>
                    <a:pt x="422276" y="1797778"/>
                  </a:lnTo>
                  <a:lnTo>
                    <a:pt x="385926" y="1770278"/>
                  </a:lnTo>
                  <a:lnTo>
                    <a:pt x="350924" y="1741640"/>
                  </a:lnTo>
                  <a:lnTo>
                    <a:pt x="317313" y="1711899"/>
                  </a:lnTo>
                  <a:lnTo>
                    <a:pt x="285137" y="1681091"/>
                  </a:lnTo>
                  <a:lnTo>
                    <a:pt x="254440" y="1649252"/>
                  </a:lnTo>
                  <a:lnTo>
                    <a:pt x="225265" y="1616417"/>
                  </a:lnTo>
                  <a:lnTo>
                    <a:pt x="197656" y="1582622"/>
                  </a:lnTo>
                  <a:lnTo>
                    <a:pt x="171657" y="1547903"/>
                  </a:lnTo>
                  <a:lnTo>
                    <a:pt x="147312" y="1512295"/>
                  </a:lnTo>
                  <a:lnTo>
                    <a:pt x="124663" y="1475835"/>
                  </a:lnTo>
                  <a:lnTo>
                    <a:pt x="103754" y="1438557"/>
                  </a:lnTo>
                  <a:lnTo>
                    <a:pt x="84630" y="1400499"/>
                  </a:lnTo>
                  <a:lnTo>
                    <a:pt x="67333" y="1361694"/>
                  </a:lnTo>
                  <a:lnTo>
                    <a:pt x="51908" y="1322180"/>
                  </a:lnTo>
                  <a:lnTo>
                    <a:pt x="38398" y="1281991"/>
                  </a:lnTo>
                  <a:lnTo>
                    <a:pt x="26847" y="1241164"/>
                  </a:lnTo>
                  <a:lnTo>
                    <a:pt x="17298" y="1199734"/>
                  </a:lnTo>
                  <a:lnTo>
                    <a:pt x="9796" y="1157737"/>
                  </a:lnTo>
                  <a:lnTo>
                    <a:pt x="4382" y="1115209"/>
                  </a:lnTo>
                  <a:lnTo>
                    <a:pt x="1103" y="1072184"/>
                  </a:lnTo>
                  <a:lnTo>
                    <a:pt x="0" y="1028700"/>
                  </a:lnTo>
                  <a:close/>
                </a:path>
              </a:pathLst>
            </a:custGeom>
            <a:noFill/>
            <a:ln w="19080">
              <a:solidFill>
                <a:srgbClr val="FF26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2" name="Group 14"/>
          <p:cNvGrpSpPr/>
          <p:nvPr/>
        </p:nvGrpSpPr>
        <p:grpSpPr>
          <a:xfrm>
            <a:off x="4296240" y="2331720"/>
            <a:ext cx="3993840" cy="2165040"/>
            <a:chOff x="4296240" y="2331720"/>
            <a:chExt cx="3993840" cy="2165040"/>
          </a:xfrm>
        </p:grpSpPr>
        <p:sp>
          <p:nvSpPr>
            <p:cNvPr id="53" name="CustomShape 15"/>
            <p:cNvSpPr/>
            <p:nvPr/>
          </p:nvSpPr>
          <p:spPr>
            <a:xfrm>
              <a:off x="5031360" y="296712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" name="CustomShape 16"/>
            <p:cNvSpPr/>
            <p:nvPr/>
          </p:nvSpPr>
          <p:spPr>
            <a:xfrm>
              <a:off x="5259960" y="296712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5" name="CustomShape 17"/>
            <p:cNvSpPr/>
            <p:nvPr/>
          </p:nvSpPr>
          <p:spPr>
            <a:xfrm>
              <a:off x="5564880" y="28908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6" name="CustomShape 18"/>
            <p:cNvSpPr/>
            <p:nvPr/>
          </p:nvSpPr>
          <p:spPr>
            <a:xfrm>
              <a:off x="5869440" y="296712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7" name="CustomShape 19"/>
            <p:cNvSpPr/>
            <p:nvPr/>
          </p:nvSpPr>
          <p:spPr>
            <a:xfrm>
              <a:off x="6174360" y="296712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8" name="CustomShape 20"/>
            <p:cNvSpPr/>
            <p:nvPr/>
          </p:nvSpPr>
          <p:spPr>
            <a:xfrm>
              <a:off x="6479280" y="28908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" name="CustomShape 21"/>
            <p:cNvSpPr/>
            <p:nvPr/>
          </p:nvSpPr>
          <p:spPr>
            <a:xfrm>
              <a:off x="6707880" y="296712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" name="CustomShape 22"/>
            <p:cNvSpPr/>
            <p:nvPr/>
          </p:nvSpPr>
          <p:spPr>
            <a:xfrm>
              <a:off x="7012440" y="304308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1" name="CustomShape 23"/>
            <p:cNvSpPr/>
            <p:nvPr/>
          </p:nvSpPr>
          <p:spPr>
            <a:xfrm>
              <a:off x="7317360" y="296712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2" name="CustomShape 24"/>
            <p:cNvSpPr/>
            <p:nvPr/>
          </p:nvSpPr>
          <p:spPr>
            <a:xfrm>
              <a:off x="7622280" y="296712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" name="CustomShape 25"/>
            <p:cNvSpPr/>
            <p:nvPr/>
          </p:nvSpPr>
          <p:spPr>
            <a:xfrm>
              <a:off x="5031360" y="372888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4" name="CustomShape 26"/>
            <p:cNvSpPr/>
            <p:nvPr/>
          </p:nvSpPr>
          <p:spPr>
            <a:xfrm>
              <a:off x="5336280" y="372888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" name="CustomShape 27"/>
            <p:cNvSpPr/>
            <p:nvPr/>
          </p:nvSpPr>
          <p:spPr>
            <a:xfrm>
              <a:off x="5564880" y="372888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" name="CustomShape 28"/>
            <p:cNvSpPr/>
            <p:nvPr/>
          </p:nvSpPr>
          <p:spPr>
            <a:xfrm>
              <a:off x="5869440" y="38052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7" name="CustomShape 29"/>
            <p:cNvSpPr/>
            <p:nvPr/>
          </p:nvSpPr>
          <p:spPr>
            <a:xfrm>
              <a:off x="6174360" y="372888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8" name="CustomShape 30"/>
            <p:cNvSpPr/>
            <p:nvPr/>
          </p:nvSpPr>
          <p:spPr>
            <a:xfrm>
              <a:off x="6479280" y="372888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9" name="CustomShape 31"/>
            <p:cNvSpPr/>
            <p:nvPr/>
          </p:nvSpPr>
          <p:spPr>
            <a:xfrm>
              <a:off x="6783840" y="365292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" name="CustomShape 32"/>
            <p:cNvSpPr/>
            <p:nvPr/>
          </p:nvSpPr>
          <p:spPr>
            <a:xfrm>
              <a:off x="7012440" y="372888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" name="CustomShape 33"/>
            <p:cNvSpPr/>
            <p:nvPr/>
          </p:nvSpPr>
          <p:spPr>
            <a:xfrm>
              <a:off x="7317360" y="380520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" name="CustomShape 34"/>
            <p:cNvSpPr/>
            <p:nvPr/>
          </p:nvSpPr>
          <p:spPr>
            <a:xfrm>
              <a:off x="7622280" y="3728880"/>
              <a:ext cx="161640" cy="1616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" name="CustomShape 35"/>
            <p:cNvSpPr/>
            <p:nvPr/>
          </p:nvSpPr>
          <p:spPr>
            <a:xfrm>
              <a:off x="4296240" y="2331720"/>
              <a:ext cx="3993840" cy="216504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" name="CustomShape 36"/>
            <p:cNvSpPr/>
            <p:nvPr/>
          </p:nvSpPr>
          <p:spPr>
            <a:xfrm>
              <a:off x="4350240" y="2362320"/>
              <a:ext cx="3885840" cy="2057040"/>
            </a:xfrm>
            <a:custGeom>
              <a:avLst/>
              <a:gdLst/>
              <a:ahLst/>
              <a:cxnLst/>
              <a:rect l="l" t="t" r="r" b="b"/>
              <a:pathLst>
                <a:path w="3886200" h="2057400">
                  <a:moveTo>
                    <a:pt x="0" y="1028700"/>
                  </a:moveTo>
                  <a:lnTo>
                    <a:pt x="960" y="996045"/>
                  </a:lnTo>
                  <a:lnTo>
                    <a:pt x="3822" y="963643"/>
                  </a:lnTo>
                  <a:lnTo>
                    <a:pt x="15139" y="899661"/>
                  </a:lnTo>
                  <a:lnTo>
                    <a:pt x="33722" y="836875"/>
                  </a:lnTo>
                  <a:lnTo>
                    <a:pt x="59344" y="775406"/>
                  </a:lnTo>
                  <a:lnTo>
                    <a:pt x="91777" y="715373"/>
                  </a:lnTo>
                  <a:lnTo>
                    <a:pt x="130793" y="656897"/>
                  </a:lnTo>
                  <a:lnTo>
                    <a:pt x="176165" y="600100"/>
                  </a:lnTo>
                  <a:lnTo>
                    <a:pt x="227665" y="545101"/>
                  </a:lnTo>
                  <a:lnTo>
                    <a:pt x="255642" y="518313"/>
                  </a:lnTo>
                  <a:lnTo>
                    <a:pt x="285066" y="492020"/>
                  </a:lnTo>
                  <a:lnTo>
                    <a:pt x="315908" y="466237"/>
                  </a:lnTo>
                  <a:lnTo>
                    <a:pt x="348140" y="440979"/>
                  </a:lnTo>
                  <a:lnTo>
                    <a:pt x="381733" y="416261"/>
                  </a:lnTo>
                  <a:lnTo>
                    <a:pt x="416659" y="392098"/>
                  </a:lnTo>
                  <a:lnTo>
                    <a:pt x="452889" y="368505"/>
                  </a:lnTo>
                  <a:lnTo>
                    <a:pt x="490395" y="345497"/>
                  </a:lnTo>
                  <a:lnTo>
                    <a:pt x="529149" y="323090"/>
                  </a:lnTo>
                  <a:lnTo>
                    <a:pt x="569122" y="301297"/>
                  </a:lnTo>
                  <a:lnTo>
                    <a:pt x="610286" y="280135"/>
                  </a:lnTo>
                  <a:lnTo>
                    <a:pt x="652612" y="259618"/>
                  </a:lnTo>
                  <a:lnTo>
                    <a:pt x="696071" y="239762"/>
                  </a:lnTo>
                  <a:lnTo>
                    <a:pt x="740636" y="220582"/>
                  </a:lnTo>
                  <a:lnTo>
                    <a:pt x="786277" y="202092"/>
                  </a:lnTo>
                  <a:lnTo>
                    <a:pt x="832967" y="184307"/>
                  </a:lnTo>
                  <a:lnTo>
                    <a:pt x="880677" y="167243"/>
                  </a:lnTo>
                  <a:lnTo>
                    <a:pt x="929378" y="150915"/>
                  </a:lnTo>
                  <a:lnTo>
                    <a:pt x="979042" y="135338"/>
                  </a:lnTo>
                  <a:lnTo>
                    <a:pt x="1029641" y="120527"/>
                  </a:lnTo>
                  <a:lnTo>
                    <a:pt x="1081146" y="106497"/>
                  </a:lnTo>
                  <a:lnTo>
                    <a:pt x="1133528" y="93262"/>
                  </a:lnTo>
                  <a:lnTo>
                    <a:pt x="1186760" y="80839"/>
                  </a:lnTo>
                  <a:lnTo>
                    <a:pt x="1240812" y="69242"/>
                  </a:lnTo>
                  <a:lnTo>
                    <a:pt x="1295657" y="58486"/>
                  </a:lnTo>
                  <a:lnTo>
                    <a:pt x="1351265" y="48587"/>
                  </a:lnTo>
                  <a:lnTo>
                    <a:pt x="1407609" y="39559"/>
                  </a:lnTo>
                  <a:lnTo>
                    <a:pt x="1464660" y="31417"/>
                  </a:lnTo>
                  <a:lnTo>
                    <a:pt x="1522389" y="24176"/>
                  </a:lnTo>
                  <a:lnTo>
                    <a:pt x="1580768" y="17852"/>
                  </a:lnTo>
                  <a:lnTo>
                    <a:pt x="1639769" y="12460"/>
                  </a:lnTo>
                  <a:lnTo>
                    <a:pt x="1699363" y="8014"/>
                  </a:lnTo>
                  <a:lnTo>
                    <a:pt x="1759522" y="4531"/>
                  </a:lnTo>
                  <a:lnTo>
                    <a:pt x="1820216" y="2023"/>
                  </a:lnTo>
                  <a:lnTo>
                    <a:pt x="1881419" y="508"/>
                  </a:lnTo>
                  <a:lnTo>
                    <a:pt x="1943101" y="0"/>
                  </a:lnTo>
                  <a:lnTo>
                    <a:pt x="2004782" y="508"/>
                  </a:lnTo>
                  <a:lnTo>
                    <a:pt x="2065985" y="2023"/>
                  </a:lnTo>
                  <a:lnTo>
                    <a:pt x="2126680" y="4531"/>
                  </a:lnTo>
                  <a:lnTo>
                    <a:pt x="2186838" y="8014"/>
                  </a:lnTo>
                  <a:lnTo>
                    <a:pt x="2246432" y="12460"/>
                  </a:lnTo>
                  <a:lnTo>
                    <a:pt x="2305433" y="17852"/>
                  </a:lnTo>
                  <a:lnTo>
                    <a:pt x="2363812" y="24176"/>
                  </a:lnTo>
                  <a:lnTo>
                    <a:pt x="2421541" y="31417"/>
                  </a:lnTo>
                  <a:lnTo>
                    <a:pt x="2478592" y="39559"/>
                  </a:lnTo>
                  <a:lnTo>
                    <a:pt x="2534936" y="48587"/>
                  </a:lnTo>
                  <a:lnTo>
                    <a:pt x="2590544" y="58486"/>
                  </a:lnTo>
                  <a:lnTo>
                    <a:pt x="2645389" y="69242"/>
                  </a:lnTo>
                  <a:lnTo>
                    <a:pt x="2699441" y="80839"/>
                  </a:lnTo>
                  <a:lnTo>
                    <a:pt x="2752673" y="93262"/>
                  </a:lnTo>
                  <a:lnTo>
                    <a:pt x="2805055" y="106497"/>
                  </a:lnTo>
                  <a:lnTo>
                    <a:pt x="2856560" y="120527"/>
                  </a:lnTo>
                  <a:lnTo>
                    <a:pt x="2907159" y="135338"/>
                  </a:lnTo>
                  <a:lnTo>
                    <a:pt x="2956823" y="150915"/>
                  </a:lnTo>
                  <a:lnTo>
                    <a:pt x="3005524" y="167243"/>
                  </a:lnTo>
                  <a:lnTo>
                    <a:pt x="3053234" y="184307"/>
                  </a:lnTo>
                  <a:lnTo>
                    <a:pt x="3099924" y="202092"/>
                  </a:lnTo>
                  <a:lnTo>
                    <a:pt x="3145565" y="220582"/>
                  </a:lnTo>
                  <a:lnTo>
                    <a:pt x="3190130" y="239762"/>
                  </a:lnTo>
                  <a:lnTo>
                    <a:pt x="3233590" y="259618"/>
                  </a:lnTo>
                  <a:lnTo>
                    <a:pt x="3275915" y="280135"/>
                  </a:lnTo>
                  <a:lnTo>
                    <a:pt x="3317079" y="301297"/>
                  </a:lnTo>
                  <a:lnTo>
                    <a:pt x="3357052" y="323090"/>
                  </a:lnTo>
                  <a:lnTo>
                    <a:pt x="3395806" y="345497"/>
                  </a:lnTo>
                  <a:lnTo>
                    <a:pt x="3433312" y="368505"/>
                  </a:lnTo>
                  <a:lnTo>
                    <a:pt x="3469542" y="392098"/>
                  </a:lnTo>
                  <a:lnTo>
                    <a:pt x="3504468" y="416261"/>
                  </a:lnTo>
                  <a:lnTo>
                    <a:pt x="3538062" y="440979"/>
                  </a:lnTo>
                  <a:lnTo>
                    <a:pt x="3570293" y="466237"/>
                  </a:lnTo>
                  <a:lnTo>
                    <a:pt x="3601135" y="492020"/>
                  </a:lnTo>
                  <a:lnTo>
                    <a:pt x="3630559" y="518313"/>
                  </a:lnTo>
                  <a:lnTo>
                    <a:pt x="3658536" y="545101"/>
                  </a:lnTo>
                  <a:lnTo>
                    <a:pt x="3710036" y="600100"/>
                  </a:lnTo>
                  <a:lnTo>
                    <a:pt x="3755408" y="656897"/>
                  </a:lnTo>
                  <a:lnTo>
                    <a:pt x="3794425" y="715373"/>
                  </a:lnTo>
                  <a:lnTo>
                    <a:pt x="3826857" y="775406"/>
                  </a:lnTo>
                  <a:lnTo>
                    <a:pt x="3852479" y="836875"/>
                  </a:lnTo>
                  <a:lnTo>
                    <a:pt x="3871062" y="899661"/>
                  </a:lnTo>
                  <a:lnTo>
                    <a:pt x="3882379" y="963643"/>
                  </a:lnTo>
                  <a:lnTo>
                    <a:pt x="3886202" y="1028700"/>
                  </a:lnTo>
                  <a:lnTo>
                    <a:pt x="3885241" y="1061355"/>
                  </a:lnTo>
                  <a:lnTo>
                    <a:pt x="3882379" y="1093756"/>
                  </a:lnTo>
                  <a:lnTo>
                    <a:pt x="3871062" y="1157737"/>
                  </a:lnTo>
                  <a:lnTo>
                    <a:pt x="3852479" y="1220522"/>
                  </a:lnTo>
                  <a:lnTo>
                    <a:pt x="3826857" y="1281991"/>
                  </a:lnTo>
                  <a:lnTo>
                    <a:pt x="3794425" y="1342024"/>
                  </a:lnTo>
                  <a:lnTo>
                    <a:pt x="3755408" y="1400499"/>
                  </a:lnTo>
                  <a:lnTo>
                    <a:pt x="3710036" y="1457296"/>
                  </a:lnTo>
                  <a:lnTo>
                    <a:pt x="3658536" y="1512295"/>
                  </a:lnTo>
                  <a:lnTo>
                    <a:pt x="3630559" y="1539083"/>
                  </a:lnTo>
                  <a:lnTo>
                    <a:pt x="3601135" y="1565375"/>
                  </a:lnTo>
                  <a:lnTo>
                    <a:pt x="3570293" y="1591158"/>
                  </a:lnTo>
                  <a:lnTo>
                    <a:pt x="3538062" y="1616417"/>
                  </a:lnTo>
                  <a:lnTo>
                    <a:pt x="3504468" y="1641135"/>
                  </a:lnTo>
                  <a:lnTo>
                    <a:pt x="3469542" y="1665298"/>
                  </a:lnTo>
                  <a:lnTo>
                    <a:pt x="3433312" y="1688891"/>
                  </a:lnTo>
                  <a:lnTo>
                    <a:pt x="3395806" y="1711899"/>
                  </a:lnTo>
                  <a:lnTo>
                    <a:pt x="3357052" y="1734307"/>
                  </a:lnTo>
                  <a:lnTo>
                    <a:pt x="3317079" y="1756099"/>
                  </a:lnTo>
                  <a:lnTo>
                    <a:pt x="3275915" y="1777261"/>
                  </a:lnTo>
                  <a:lnTo>
                    <a:pt x="3233590" y="1797778"/>
                  </a:lnTo>
                  <a:lnTo>
                    <a:pt x="3190130" y="1817635"/>
                  </a:lnTo>
                  <a:lnTo>
                    <a:pt x="3145565" y="1836815"/>
                  </a:lnTo>
                  <a:lnTo>
                    <a:pt x="3099924" y="1855306"/>
                  </a:lnTo>
                  <a:lnTo>
                    <a:pt x="3053234" y="1873090"/>
                  </a:lnTo>
                  <a:lnTo>
                    <a:pt x="3005524" y="1890154"/>
                  </a:lnTo>
                  <a:lnTo>
                    <a:pt x="2956823" y="1906482"/>
                  </a:lnTo>
                  <a:lnTo>
                    <a:pt x="2907159" y="1922060"/>
                  </a:lnTo>
                  <a:lnTo>
                    <a:pt x="2856560" y="1936871"/>
                  </a:lnTo>
                  <a:lnTo>
                    <a:pt x="2805055" y="1950902"/>
                  </a:lnTo>
                  <a:lnTo>
                    <a:pt x="2752673" y="1964136"/>
                  </a:lnTo>
                  <a:lnTo>
                    <a:pt x="2699441" y="1976560"/>
                  </a:lnTo>
                  <a:lnTo>
                    <a:pt x="2645389" y="1988157"/>
                  </a:lnTo>
                  <a:lnTo>
                    <a:pt x="2590544" y="1998913"/>
                  </a:lnTo>
                  <a:lnTo>
                    <a:pt x="2534936" y="2008812"/>
                  </a:lnTo>
                  <a:lnTo>
                    <a:pt x="2478592" y="2017841"/>
                  </a:lnTo>
                  <a:lnTo>
                    <a:pt x="2421541" y="2025983"/>
                  </a:lnTo>
                  <a:lnTo>
                    <a:pt x="2363812" y="2033223"/>
                  </a:lnTo>
                  <a:lnTo>
                    <a:pt x="2305433" y="2039547"/>
                  </a:lnTo>
                  <a:lnTo>
                    <a:pt x="2246432" y="2044940"/>
                  </a:lnTo>
                  <a:lnTo>
                    <a:pt x="2186838" y="2049386"/>
                  </a:lnTo>
                  <a:lnTo>
                    <a:pt x="2126680" y="2052870"/>
                  </a:lnTo>
                  <a:lnTo>
                    <a:pt x="2065985" y="2055377"/>
                  </a:lnTo>
                  <a:lnTo>
                    <a:pt x="2004782" y="2056892"/>
                  </a:lnTo>
                  <a:lnTo>
                    <a:pt x="1943101" y="2057401"/>
                  </a:lnTo>
                  <a:lnTo>
                    <a:pt x="1881418" y="2056892"/>
                  </a:lnTo>
                  <a:lnTo>
                    <a:pt x="1820215" y="2055377"/>
                  </a:lnTo>
                  <a:lnTo>
                    <a:pt x="1759520" y="2052870"/>
                  </a:lnTo>
                  <a:lnTo>
                    <a:pt x="1699361" y="2049386"/>
                  </a:lnTo>
                  <a:lnTo>
                    <a:pt x="1639767" y="2044940"/>
                  </a:lnTo>
                  <a:lnTo>
                    <a:pt x="1580766" y="2039547"/>
                  </a:lnTo>
                  <a:lnTo>
                    <a:pt x="1522386" y="2033223"/>
                  </a:lnTo>
                  <a:lnTo>
                    <a:pt x="1464657" y="2025983"/>
                  </a:lnTo>
                  <a:lnTo>
                    <a:pt x="1407606" y="2017841"/>
                  </a:lnTo>
                  <a:lnTo>
                    <a:pt x="1351262" y="2008812"/>
                  </a:lnTo>
                  <a:lnTo>
                    <a:pt x="1295653" y="1998913"/>
                  </a:lnTo>
                  <a:lnTo>
                    <a:pt x="1240808" y="1988157"/>
                  </a:lnTo>
                  <a:lnTo>
                    <a:pt x="1186756" y="1976560"/>
                  </a:lnTo>
                  <a:lnTo>
                    <a:pt x="1133524" y="1964136"/>
                  </a:lnTo>
                  <a:lnTo>
                    <a:pt x="1081141" y="1950902"/>
                  </a:lnTo>
                  <a:lnTo>
                    <a:pt x="1029637" y="1936871"/>
                  </a:lnTo>
                  <a:lnTo>
                    <a:pt x="979038" y="1922060"/>
                  </a:lnTo>
                  <a:lnTo>
                    <a:pt x="929374" y="1906482"/>
                  </a:lnTo>
                  <a:lnTo>
                    <a:pt x="880672" y="1890154"/>
                  </a:lnTo>
                  <a:lnTo>
                    <a:pt x="832963" y="1873090"/>
                  </a:lnTo>
                  <a:lnTo>
                    <a:pt x="786273" y="1855306"/>
                  </a:lnTo>
                  <a:lnTo>
                    <a:pt x="740632" y="1836815"/>
                  </a:lnTo>
                  <a:lnTo>
                    <a:pt x="696067" y="1817635"/>
                  </a:lnTo>
                  <a:lnTo>
                    <a:pt x="652608" y="1797778"/>
                  </a:lnTo>
                  <a:lnTo>
                    <a:pt x="610282" y="1777261"/>
                  </a:lnTo>
                  <a:lnTo>
                    <a:pt x="569119" y="1756099"/>
                  </a:lnTo>
                  <a:lnTo>
                    <a:pt x="529146" y="1734307"/>
                  </a:lnTo>
                  <a:lnTo>
                    <a:pt x="490392" y="1711899"/>
                  </a:lnTo>
                  <a:lnTo>
                    <a:pt x="452886" y="1688891"/>
                  </a:lnTo>
                  <a:lnTo>
                    <a:pt x="416656" y="1665298"/>
                  </a:lnTo>
                  <a:lnTo>
                    <a:pt x="381730" y="1641135"/>
                  </a:lnTo>
                  <a:lnTo>
                    <a:pt x="348137" y="1616417"/>
                  </a:lnTo>
                  <a:lnTo>
                    <a:pt x="315905" y="1591158"/>
                  </a:lnTo>
                  <a:lnTo>
                    <a:pt x="285064" y="1565375"/>
                  </a:lnTo>
                  <a:lnTo>
                    <a:pt x="255640" y="1539083"/>
                  </a:lnTo>
                  <a:lnTo>
                    <a:pt x="227663" y="1512295"/>
                  </a:lnTo>
                  <a:lnTo>
                    <a:pt x="176163" y="1457296"/>
                  </a:lnTo>
                  <a:lnTo>
                    <a:pt x="130792" y="1400499"/>
                  </a:lnTo>
                  <a:lnTo>
                    <a:pt x="91776" y="1342024"/>
                  </a:lnTo>
                  <a:lnTo>
                    <a:pt x="59343" y="1281991"/>
                  </a:lnTo>
                  <a:lnTo>
                    <a:pt x="33722" y="1220522"/>
                  </a:lnTo>
                  <a:lnTo>
                    <a:pt x="15139" y="1157737"/>
                  </a:lnTo>
                  <a:lnTo>
                    <a:pt x="3822" y="1093756"/>
                  </a:lnTo>
                  <a:lnTo>
                    <a:pt x="0" y="1028700"/>
                  </a:lnTo>
                  <a:close/>
                </a:path>
              </a:pathLst>
            </a:custGeom>
            <a:noFill/>
            <a:ln w="19080">
              <a:solidFill>
                <a:srgbClr val="FF26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  <p:extLst>
      <p:ext uri="{BB962C8B-B14F-4D97-AF65-F5344CB8AC3E}">
        <p14:creationId xmlns:p14="http://schemas.microsoft.com/office/powerpoint/2010/main" val="1481095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2"/>
          <p:cNvSpPr/>
          <p:nvPr/>
        </p:nvSpPr>
        <p:spPr>
          <a:xfrm>
            <a:off x="542880" y="1267560"/>
            <a:ext cx="8171912" cy="421900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>
            <a:spAutoFit/>
          </a:bodyPr>
          <a:lstStyle/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r>
              <a:rPr lang="en-US" sz="2400" spc="-1" dirty="0">
                <a:solidFill>
                  <a:srgbClr val="000090"/>
                </a:solidFill>
              </a:rPr>
              <a:t>Clustering results are crucially dependent on the measure of similarity (or distance) between “points” to be </a:t>
            </a:r>
            <a:r>
              <a:rPr lang="en-US" sz="2400" spc="-1" dirty="0" smtClean="0">
                <a:solidFill>
                  <a:srgbClr val="000090"/>
                </a:solidFill>
              </a:rPr>
              <a:t>clustered</a:t>
            </a: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 smtClean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 smtClean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 smtClean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 smtClean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r>
              <a:rPr lang="en-US" sz="2400" spc="-7" dirty="0" smtClean="0">
                <a:solidFill>
                  <a:srgbClr val="000090"/>
                </a:solidFill>
              </a:rPr>
              <a:t>How can we measure </a:t>
            </a:r>
            <a:r>
              <a:rPr lang="en-US" sz="2400" spc="-7" dirty="0">
                <a:solidFill>
                  <a:srgbClr val="000090"/>
                </a:solidFill>
              </a:rPr>
              <a:t>the Quality of </a:t>
            </a:r>
            <a:r>
              <a:rPr lang="en-US" sz="2400" spc="-7" dirty="0" smtClean="0">
                <a:solidFill>
                  <a:srgbClr val="000090"/>
                </a:solidFill>
              </a:rPr>
              <a:t>Clusters</a:t>
            </a:r>
            <a:r>
              <a:rPr lang="en-US" sz="2400" spc="-1" dirty="0" smtClean="0">
                <a:solidFill>
                  <a:srgbClr val="000090"/>
                </a:solidFill>
              </a:rPr>
              <a:t>?</a:t>
            </a:r>
            <a:endParaRPr lang="en-US" sz="2400" spc="-1" dirty="0"/>
          </a:p>
        </p:txBody>
      </p:sp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7" dirty="0" smtClean="0">
                <a:solidFill>
                  <a:srgbClr val="000090"/>
                </a:solidFill>
                <a:latin typeface="Arial"/>
              </a:rPr>
              <a:t>Cluster can be ambiguous</a:t>
            </a:r>
            <a:endParaRPr lang="en-US" sz="4400" b="0" strike="noStrike" spc="-1" dirty="0">
              <a:latin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63" y="2365378"/>
            <a:ext cx="7533174" cy="212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08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2"/>
          <p:cNvSpPr/>
          <p:nvPr/>
        </p:nvSpPr>
        <p:spPr>
          <a:xfrm>
            <a:off x="542880" y="1267560"/>
            <a:ext cx="8171912" cy="34495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>
            <a:spAutoFit/>
          </a:bodyPr>
          <a:lstStyle/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r>
              <a:rPr lang="en-US" sz="2400" spc="-1" dirty="0">
                <a:solidFill>
                  <a:srgbClr val="000090"/>
                </a:solidFill>
              </a:rPr>
              <a:t>There is usually a separate “quality” function </a:t>
            </a:r>
            <a:r>
              <a:rPr lang="en-US" sz="2400" spc="-1" dirty="0" smtClean="0">
                <a:solidFill>
                  <a:srgbClr val="000090"/>
                </a:solidFill>
              </a:rPr>
              <a:t>that </a:t>
            </a:r>
            <a:r>
              <a:rPr lang="en-US" sz="2400" spc="-1" dirty="0">
                <a:solidFill>
                  <a:srgbClr val="000090"/>
                </a:solidFill>
              </a:rPr>
              <a:t>measures the “</a:t>
            </a:r>
            <a:r>
              <a:rPr lang="en-US" sz="2400" b="1" spc="-1" dirty="0">
                <a:solidFill>
                  <a:srgbClr val="000090"/>
                </a:solidFill>
              </a:rPr>
              <a:t>goodness</a:t>
            </a:r>
            <a:r>
              <a:rPr lang="en-US" sz="2400" spc="-1" dirty="0">
                <a:solidFill>
                  <a:srgbClr val="000090"/>
                </a:solidFill>
              </a:rPr>
              <a:t>” of a cluster</a:t>
            </a:r>
            <a:r>
              <a:rPr lang="en-US" sz="2400" spc="-1" dirty="0" smtClean="0">
                <a:solidFill>
                  <a:srgbClr val="000090"/>
                </a:solidFill>
              </a:rPr>
              <a:t>.</a:t>
            </a: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r>
              <a:rPr lang="en-US" sz="2400" spc="-1" dirty="0">
                <a:solidFill>
                  <a:srgbClr val="000090"/>
                </a:solidFill>
              </a:rPr>
              <a:t>It is hard to define “similar enough” or “good </a:t>
            </a:r>
            <a:r>
              <a:rPr lang="en-US" sz="2400" spc="-1" dirty="0" smtClean="0">
                <a:solidFill>
                  <a:srgbClr val="000090"/>
                </a:solidFill>
              </a:rPr>
              <a:t>enough</a:t>
            </a:r>
            <a:r>
              <a:rPr lang="en-US" sz="2400" spc="-1" dirty="0">
                <a:solidFill>
                  <a:srgbClr val="000090"/>
                </a:solidFill>
              </a:rPr>
              <a:t>”</a:t>
            </a: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r>
              <a:rPr lang="en-US" sz="2400" spc="-1" dirty="0" smtClean="0">
                <a:solidFill>
                  <a:srgbClr val="000090"/>
                </a:solidFill>
              </a:rPr>
              <a:t>The </a:t>
            </a:r>
            <a:r>
              <a:rPr lang="en-US" sz="2400" spc="-1" dirty="0">
                <a:solidFill>
                  <a:srgbClr val="000090"/>
                </a:solidFill>
              </a:rPr>
              <a:t>answer is typically highly subjective</a:t>
            </a:r>
            <a:endParaRPr lang="en-US" sz="2400" spc="-1" dirty="0" smtClean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 smtClean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 smtClean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>
              <a:solidFill>
                <a:srgbClr val="000090"/>
              </a:solidFill>
            </a:endParaRPr>
          </a:p>
        </p:txBody>
      </p:sp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7" dirty="0" smtClean="0">
                <a:solidFill>
                  <a:srgbClr val="000090"/>
                </a:solidFill>
              </a:rPr>
              <a:t>Quality </a:t>
            </a:r>
            <a:r>
              <a:rPr lang="en-US" sz="4400" spc="-7" dirty="0">
                <a:solidFill>
                  <a:srgbClr val="000090"/>
                </a:solidFill>
              </a:rPr>
              <a:t>of </a:t>
            </a:r>
            <a:r>
              <a:rPr lang="en-US" sz="4400" spc="-7" dirty="0" smtClean="0">
                <a:solidFill>
                  <a:srgbClr val="000090"/>
                </a:solidFill>
              </a:rPr>
              <a:t>Clustering</a:t>
            </a:r>
            <a:endParaRPr lang="en-US" sz="4400" b="0" strike="noStrike" spc="-1" dirty="0">
              <a:latin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885" y="2898251"/>
            <a:ext cx="4907902" cy="363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16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2"/>
          <p:cNvSpPr/>
          <p:nvPr/>
        </p:nvSpPr>
        <p:spPr>
          <a:xfrm>
            <a:off x="542880" y="1267560"/>
            <a:ext cx="8171912" cy="30776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>
            <a:spAutoFit/>
          </a:bodyPr>
          <a:lstStyle/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r>
              <a:rPr lang="en-US" sz="2400" b="1" spc="-1" dirty="0" smtClean="0">
                <a:solidFill>
                  <a:srgbClr val="000090"/>
                </a:solidFill>
              </a:rPr>
              <a:t>Hierarchical VS Partitioning clustering:</a:t>
            </a:r>
          </a:p>
          <a:p>
            <a:pPr marL="1296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tabLst>
                <a:tab pos="354960" algn="l"/>
                <a:tab pos="355680" algn="l"/>
              </a:tabLst>
            </a:pPr>
            <a:endParaRPr lang="en-US" sz="2400" b="1" spc="-1" dirty="0" smtClean="0">
              <a:solidFill>
                <a:srgbClr val="000090"/>
              </a:solidFill>
            </a:endParaRPr>
          </a:p>
          <a:p>
            <a:pPr marL="470160" lvl="1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tabLst>
                <a:tab pos="354960" algn="l"/>
                <a:tab pos="355680" algn="l"/>
              </a:tabLst>
            </a:pPr>
            <a:endParaRPr lang="en-US" sz="2400" b="1" spc="-1" dirty="0">
              <a:solidFill>
                <a:srgbClr val="000090"/>
              </a:solidFill>
            </a:endParaRPr>
          </a:p>
          <a:p>
            <a:pPr marL="470160" lvl="1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tabLst>
                <a:tab pos="354960" algn="l"/>
                <a:tab pos="355680" algn="l"/>
              </a:tabLst>
            </a:pPr>
            <a:endParaRPr lang="en-US" sz="2400" b="1" spc="-1" dirty="0" smtClean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 smtClean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 smtClean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>
              <a:solidFill>
                <a:srgbClr val="000090"/>
              </a:solidFill>
            </a:endParaRPr>
          </a:p>
        </p:txBody>
      </p:sp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7" dirty="0">
                <a:solidFill>
                  <a:srgbClr val="000090"/>
                </a:solidFill>
              </a:rPr>
              <a:t> Cluster </a:t>
            </a:r>
            <a:r>
              <a:rPr lang="en-US" sz="4400" spc="-7" dirty="0" smtClean="0">
                <a:solidFill>
                  <a:srgbClr val="000090"/>
                </a:solidFill>
              </a:rPr>
              <a:t>Analysis</a:t>
            </a:r>
            <a:endParaRPr lang="en-US" sz="4400" b="0" strike="noStrike" spc="-1" dirty="0">
              <a:latin typeface="Calibri"/>
            </a:endParaRPr>
          </a:p>
        </p:txBody>
      </p:sp>
      <p:pic>
        <p:nvPicPr>
          <p:cNvPr id="1026" name="Picture 2" descr="HierarPartClustering.png (1139×436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860" y="1729185"/>
            <a:ext cx="8325951" cy="318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138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2"/>
          <p:cNvSpPr/>
          <p:nvPr/>
        </p:nvSpPr>
        <p:spPr>
          <a:xfrm>
            <a:off x="542880" y="1267560"/>
            <a:ext cx="8171912" cy="26929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>
            <a:spAutoFit/>
          </a:bodyPr>
          <a:lstStyle/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r>
              <a:rPr lang="en-US" sz="2400" b="1" spc="-1" dirty="0" smtClean="0">
                <a:solidFill>
                  <a:srgbClr val="000090"/>
                </a:solidFill>
              </a:rPr>
              <a:t>Separation </a:t>
            </a:r>
            <a:r>
              <a:rPr lang="en-US" sz="2400" b="1" spc="-1" dirty="0">
                <a:solidFill>
                  <a:srgbClr val="000090"/>
                </a:solidFill>
              </a:rPr>
              <a:t>of </a:t>
            </a:r>
            <a:r>
              <a:rPr lang="en-US" sz="2400" b="1" spc="-1" dirty="0" smtClean="0">
                <a:solidFill>
                  <a:srgbClr val="000090"/>
                </a:solidFill>
              </a:rPr>
              <a:t>clusters</a:t>
            </a:r>
          </a:p>
          <a:p>
            <a:pPr marL="470160" lvl="1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tabLst>
                <a:tab pos="354960" algn="l"/>
                <a:tab pos="355680" algn="l"/>
              </a:tabLst>
            </a:pPr>
            <a:endParaRPr lang="en-US" sz="2400" b="1" spc="-1" dirty="0">
              <a:solidFill>
                <a:srgbClr val="000090"/>
              </a:solidFill>
            </a:endParaRPr>
          </a:p>
          <a:p>
            <a:pPr marL="470160" lvl="1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tabLst>
                <a:tab pos="354960" algn="l"/>
                <a:tab pos="355680" algn="l"/>
              </a:tabLst>
            </a:pPr>
            <a:endParaRPr lang="en-US" sz="2400" b="1" spc="-1" dirty="0" smtClean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 smtClean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 smtClean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>
              <a:solidFill>
                <a:srgbClr val="000090"/>
              </a:solidFill>
            </a:endParaRPr>
          </a:p>
        </p:txBody>
      </p:sp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7" dirty="0">
                <a:solidFill>
                  <a:srgbClr val="000090"/>
                </a:solidFill>
              </a:rPr>
              <a:t> Cluster </a:t>
            </a:r>
            <a:r>
              <a:rPr lang="en-US" sz="4400" spc="-7" dirty="0" smtClean="0">
                <a:solidFill>
                  <a:srgbClr val="000090"/>
                </a:solidFill>
              </a:rPr>
              <a:t>Analysis</a:t>
            </a:r>
            <a:endParaRPr lang="en-US" sz="4400" b="0" strike="noStrike" spc="-1" dirty="0">
              <a:latin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85" y="1726132"/>
            <a:ext cx="7775702" cy="495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853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2"/>
          <p:cNvSpPr/>
          <p:nvPr/>
        </p:nvSpPr>
        <p:spPr>
          <a:xfrm>
            <a:off x="542881" y="1267560"/>
            <a:ext cx="5008834" cy="60913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>
            <a:spAutoFit/>
          </a:bodyPr>
          <a:lstStyle/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r>
              <a:rPr lang="en-US" sz="2400" b="1" spc="-1" dirty="0" smtClean="0">
                <a:solidFill>
                  <a:srgbClr val="000090"/>
                </a:solidFill>
              </a:rPr>
              <a:t>Clustering space</a:t>
            </a:r>
          </a:p>
          <a:p>
            <a:pPr marL="813060" lvl="1" indent="-34290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354960" algn="l"/>
                <a:tab pos="355680" algn="l"/>
              </a:tabLst>
            </a:pPr>
            <a:r>
              <a:rPr lang="en-US" sz="2400" b="1" spc="-1" dirty="0">
                <a:solidFill>
                  <a:srgbClr val="000090"/>
                </a:solidFill>
              </a:rPr>
              <a:t>Complete:</a:t>
            </a:r>
            <a:r>
              <a:rPr lang="en-US" sz="2400" spc="-1" dirty="0">
                <a:solidFill>
                  <a:srgbClr val="000090"/>
                </a:solidFill>
              </a:rPr>
              <a:t> </a:t>
            </a:r>
            <a:r>
              <a:rPr lang="en-US" sz="2400" spc="-1" dirty="0" smtClean="0">
                <a:solidFill>
                  <a:srgbClr val="000090"/>
                </a:solidFill>
              </a:rPr>
              <a:t>Every </a:t>
            </a:r>
            <a:r>
              <a:rPr lang="en-US" sz="2400" spc="-1" dirty="0">
                <a:solidFill>
                  <a:srgbClr val="000090"/>
                </a:solidFill>
              </a:rPr>
              <a:t>data point is assigned to exactly one cluster and no data point is left out of the clustering </a:t>
            </a:r>
            <a:r>
              <a:rPr lang="en-US" sz="2400" spc="-1" dirty="0" smtClean="0">
                <a:solidFill>
                  <a:srgbClr val="000090"/>
                </a:solidFill>
              </a:rPr>
              <a:t>process</a:t>
            </a:r>
          </a:p>
          <a:p>
            <a:pPr marL="813060" lvl="1" indent="-34290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354960" algn="l"/>
                <a:tab pos="355680" algn="l"/>
              </a:tabLst>
            </a:pPr>
            <a:endParaRPr lang="en-US" sz="2400" spc="-1" dirty="0" smtClean="0">
              <a:solidFill>
                <a:srgbClr val="000090"/>
              </a:solidFill>
            </a:endParaRPr>
          </a:p>
          <a:p>
            <a:pPr marL="813060" lvl="1" indent="-34290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354960" algn="l"/>
                <a:tab pos="355680" algn="l"/>
              </a:tabLst>
            </a:pPr>
            <a:endParaRPr lang="en-US" sz="2400" spc="-1" dirty="0">
              <a:solidFill>
                <a:srgbClr val="000090"/>
              </a:solidFill>
            </a:endParaRPr>
          </a:p>
          <a:p>
            <a:pPr marL="813060" lvl="1" indent="-34290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354960" algn="l"/>
                <a:tab pos="355680" algn="l"/>
              </a:tabLst>
            </a:pPr>
            <a:r>
              <a:rPr lang="en-US" sz="2400" b="1" spc="-1" dirty="0" smtClean="0">
                <a:solidFill>
                  <a:srgbClr val="000090"/>
                </a:solidFill>
              </a:rPr>
              <a:t>Partial:</a:t>
            </a:r>
            <a:r>
              <a:rPr lang="en-US" sz="2400" spc="-1" dirty="0" smtClean="0">
                <a:solidFill>
                  <a:srgbClr val="000090"/>
                </a:solidFill>
              </a:rPr>
              <a:t> Some </a:t>
            </a:r>
            <a:r>
              <a:rPr lang="en-US" sz="2400" spc="-1" dirty="0">
                <a:solidFill>
                  <a:srgbClr val="000090"/>
                </a:solidFill>
              </a:rPr>
              <a:t>data points are not assigned to any cluster. Its </a:t>
            </a:r>
            <a:r>
              <a:rPr lang="en-US" sz="2400" spc="-1" dirty="0" smtClean="0">
                <a:solidFill>
                  <a:srgbClr val="000090"/>
                </a:solidFill>
              </a:rPr>
              <a:t>useful </a:t>
            </a:r>
            <a:r>
              <a:rPr lang="en-US" sz="2400" spc="-1" dirty="0">
                <a:solidFill>
                  <a:srgbClr val="000090"/>
                </a:solidFill>
              </a:rPr>
              <a:t>when there are </a:t>
            </a:r>
            <a:r>
              <a:rPr lang="en-US" sz="2400" spc="-1" dirty="0" smtClean="0">
                <a:solidFill>
                  <a:srgbClr val="000090"/>
                </a:solidFill>
              </a:rPr>
              <a:t>outliers. </a:t>
            </a: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b="1" spc="-1" dirty="0">
              <a:solidFill>
                <a:srgbClr val="000090"/>
              </a:solidFill>
            </a:endParaRPr>
          </a:p>
          <a:p>
            <a:pPr marL="470160" lvl="1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tabLst>
                <a:tab pos="354960" algn="l"/>
                <a:tab pos="355680" algn="l"/>
              </a:tabLst>
            </a:pPr>
            <a:endParaRPr lang="en-US" sz="2400" b="1" spc="-1" dirty="0" smtClean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 smtClean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 smtClean="0">
              <a:solidFill>
                <a:srgbClr val="000090"/>
              </a:solidFill>
            </a:endParaRPr>
          </a:p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endParaRPr lang="en-US" sz="2400" spc="-1" dirty="0">
              <a:solidFill>
                <a:srgbClr val="000090"/>
              </a:solidFill>
            </a:endParaRPr>
          </a:p>
        </p:txBody>
      </p:sp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7" dirty="0">
                <a:solidFill>
                  <a:srgbClr val="000090"/>
                </a:solidFill>
              </a:rPr>
              <a:t> Cluster </a:t>
            </a:r>
            <a:r>
              <a:rPr lang="en-US" sz="4400" spc="-7" dirty="0" smtClean="0">
                <a:solidFill>
                  <a:srgbClr val="000090"/>
                </a:solidFill>
              </a:rPr>
              <a:t>Analysis</a:t>
            </a:r>
            <a:endParaRPr lang="en-US" sz="4400" b="0" strike="noStrike" spc="-1" dirty="0">
              <a:latin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829" y="1202245"/>
            <a:ext cx="2542849" cy="25639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931" y="3870802"/>
            <a:ext cx="2402644" cy="256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1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2"/>
          <p:cNvSpPr/>
          <p:nvPr/>
        </p:nvSpPr>
        <p:spPr>
          <a:xfrm>
            <a:off x="542880" y="1267560"/>
            <a:ext cx="5550010" cy="52577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>
            <a:spAutoFit/>
          </a:bodyPr>
          <a:lstStyle/>
          <a:p>
            <a:pPr marL="355680" indent="-34272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r>
              <a:rPr lang="en-US" sz="2400" b="1" spc="-1" dirty="0">
                <a:solidFill>
                  <a:srgbClr val="000090"/>
                </a:solidFill>
              </a:rPr>
              <a:t>Heterogeneous </a:t>
            </a:r>
            <a:r>
              <a:rPr lang="en-US" sz="2400" b="1" spc="-1" dirty="0" smtClean="0">
                <a:solidFill>
                  <a:srgbClr val="000090"/>
                </a:solidFill>
              </a:rPr>
              <a:t>vs Homogeneous</a:t>
            </a:r>
          </a:p>
          <a:p>
            <a:pPr marL="813060" lvl="1" indent="-34290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354960" algn="l"/>
                <a:tab pos="355680" algn="l"/>
              </a:tabLst>
            </a:pPr>
            <a:r>
              <a:rPr lang="en-US" sz="2400" b="1" spc="-1" dirty="0">
                <a:solidFill>
                  <a:srgbClr val="000090"/>
                </a:solidFill>
              </a:rPr>
              <a:t>Homogeneous:</a:t>
            </a:r>
            <a:r>
              <a:rPr lang="en-US" sz="2400" spc="-1" dirty="0">
                <a:solidFill>
                  <a:srgbClr val="000090"/>
                </a:solidFill>
              </a:rPr>
              <a:t> Data points within the same group are similar in their attributes or characteristics. </a:t>
            </a:r>
            <a:r>
              <a:rPr lang="en-US" sz="2400" spc="-1" dirty="0" smtClean="0">
                <a:solidFill>
                  <a:srgbClr val="000090"/>
                </a:solidFill>
              </a:rPr>
              <a:t/>
            </a:r>
            <a:br>
              <a:rPr lang="en-US" sz="2400" spc="-1" dirty="0" smtClean="0">
                <a:solidFill>
                  <a:srgbClr val="000090"/>
                </a:solidFill>
              </a:rPr>
            </a:br>
            <a:r>
              <a:rPr lang="en-US" sz="2400" b="1" spc="-1" dirty="0" smtClean="0">
                <a:solidFill>
                  <a:srgbClr val="000090"/>
                </a:solidFill>
              </a:rPr>
              <a:t>Example</a:t>
            </a:r>
            <a:r>
              <a:rPr lang="en-US" sz="2400" b="1" spc="-1" dirty="0">
                <a:solidFill>
                  <a:srgbClr val="000090"/>
                </a:solidFill>
              </a:rPr>
              <a:t>:</a:t>
            </a:r>
            <a:r>
              <a:rPr lang="en-US" sz="2400" spc="-1" dirty="0">
                <a:solidFill>
                  <a:srgbClr val="000090"/>
                </a:solidFill>
              </a:rPr>
              <a:t> </a:t>
            </a:r>
            <a:r>
              <a:rPr lang="en-US" sz="2400" spc="-1" dirty="0" smtClean="0">
                <a:solidFill>
                  <a:srgbClr val="000090"/>
                </a:solidFill>
              </a:rPr>
              <a:t>A cluster of images </a:t>
            </a:r>
            <a:r>
              <a:rPr lang="en-US" sz="2400" spc="-1" dirty="0">
                <a:solidFill>
                  <a:srgbClr val="000090"/>
                </a:solidFill>
              </a:rPr>
              <a:t>of </a:t>
            </a:r>
            <a:r>
              <a:rPr lang="en-US" sz="2400" spc="-1" dirty="0" smtClean="0">
                <a:solidFill>
                  <a:srgbClr val="000090"/>
                </a:solidFill>
              </a:rPr>
              <a:t>dogs or cat in a dataset of images</a:t>
            </a:r>
            <a:endParaRPr lang="en-US" sz="2400" spc="-1" dirty="0">
              <a:solidFill>
                <a:srgbClr val="000090"/>
              </a:solidFill>
            </a:endParaRPr>
          </a:p>
          <a:p>
            <a:pPr marL="813060" lvl="1" indent="-34290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354960" algn="l"/>
                <a:tab pos="355680" algn="l"/>
              </a:tabLst>
            </a:pPr>
            <a:endParaRPr lang="en-US" sz="2400" spc="-1" dirty="0" smtClean="0">
              <a:solidFill>
                <a:srgbClr val="000090"/>
              </a:solidFill>
            </a:endParaRPr>
          </a:p>
          <a:p>
            <a:pPr marL="813060" lvl="1" indent="-342900">
              <a:lnSpc>
                <a:spcPts val="2880"/>
              </a:lnSpc>
              <a:spcBef>
                <a:spcPts val="99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354960" algn="l"/>
                <a:tab pos="355680" algn="l"/>
              </a:tabLst>
            </a:pPr>
            <a:r>
              <a:rPr lang="en-US" sz="2400" b="1" spc="-1" dirty="0" smtClean="0">
                <a:solidFill>
                  <a:srgbClr val="000090"/>
                </a:solidFill>
              </a:rPr>
              <a:t>Heterogeneous:</a:t>
            </a:r>
            <a:r>
              <a:rPr lang="en-US" sz="2400" spc="-1" dirty="0">
                <a:solidFill>
                  <a:srgbClr val="000090"/>
                </a:solidFill>
              </a:rPr>
              <a:t> </a:t>
            </a:r>
            <a:r>
              <a:rPr lang="en-US" sz="2400" spc="-1" dirty="0" smtClean="0">
                <a:solidFill>
                  <a:srgbClr val="000090"/>
                </a:solidFill>
              </a:rPr>
              <a:t>Data points are clustered together because </a:t>
            </a:r>
            <a:r>
              <a:rPr lang="en-US" sz="2400" spc="-1" dirty="0">
                <a:solidFill>
                  <a:srgbClr val="000090"/>
                </a:solidFill>
              </a:rPr>
              <a:t>they share some </a:t>
            </a:r>
            <a:r>
              <a:rPr lang="en-US" sz="2400" spc="-1" dirty="0" smtClean="0">
                <a:solidFill>
                  <a:srgbClr val="000090"/>
                </a:solidFill>
              </a:rPr>
              <a:t>common characteristics.</a:t>
            </a:r>
            <a:r>
              <a:rPr lang="en-US" sz="2400" spc="-1" dirty="0">
                <a:solidFill>
                  <a:srgbClr val="000090"/>
                </a:solidFill>
              </a:rPr>
              <a:t/>
            </a:r>
            <a:br>
              <a:rPr lang="en-US" sz="2400" spc="-1" dirty="0">
                <a:solidFill>
                  <a:srgbClr val="000090"/>
                </a:solidFill>
              </a:rPr>
            </a:br>
            <a:r>
              <a:rPr lang="en-US" sz="2400" b="1" spc="-1" dirty="0" smtClean="0">
                <a:solidFill>
                  <a:srgbClr val="000090"/>
                </a:solidFill>
              </a:rPr>
              <a:t>Example:</a:t>
            </a:r>
            <a:r>
              <a:rPr lang="en-US" sz="2400" spc="-1" dirty="0">
                <a:solidFill>
                  <a:srgbClr val="000090"/>
                </a:solidFill>
              </a:rPr>
              <a:t> </a:t>
            </a:r>
            <a:r>
              <a:rPr lang="en-US" sz="2400" spc="-1" dirty="0" smtClean="0">
                <a:solidFill>
                  <a:srgbClr val="000090"/>
                </a:solidFill>
              </a:rPr>
              <a:t>Customers of different demographics cluster together based on the purchasing history. </a:t>
            </a:r>
            <a:endParaRPr lang="en-US" sz="2400" b="1" spc="-1" dirty="0" smtClean="0">
              <a:solidFill>
                <a:srgbClr val="000090"/>
              </a:solidFill>
            </a:endParaRPr>
          </a:p>
        </p:txBody>
      </p:sp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7" dirty="0">
                <a:solidFill>
                  <a:srgbClr val="000090"/>
                </a:solidFill>
              </a:rPr>
              <a:t> Cluster </a:t>
            </a:r>
            <a:r>
              <a:rPr lang="en-US" sz="4400" spc="-7" dirty="0" smtClean="0">
                <a:solidFill>
                  <a:srgbClr val="000090"/>
                </a:solidFill>
              </a:rPr>
              <a:t>Analysis</a:t>
            </a:r>
            <a:endParaRPr lang="en-US" sz="4400" b="0" strike="noStrike" spc="-1" dirty="0">
              <a:latin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196" y="3996713"/>
            <a:ext cx="2528596" cy="25285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765" y="1139259"/>
            <a:ext cx="2453027" cy="245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97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CustomShape 2"/>
              <p:cNvSpPr/>
              <p:nvPr/>
            </p:nvSpPr>
            <p:spPr>
              <a:xfrm>
                <a:off x="542880" y="1267560"/>
                <a:ext cx="8171912" cy="494997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0" tIns="12600" rIns="0" bIns="0">
                <a:spAutoFit/>
              </a:bodyPr>
              <a:lstStyle/>
              <a:p>
                <a:pPr marL="355680" indent="-34272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Symbol" charset="2"/>
                  <a:buChar char="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Similarity Measures:</a:t>
                </a: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Euclidean Distance: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 </a:t>
                </a:r>
                <a:endParaRPr lang="en-US" sz="2400" b="0" i="1" spc="-1" dirty="0" smtClean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i="1" spc="-1" dirty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b="0" i="1" spc="-1" dirty="0" smtClean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sz="24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4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4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b="0" i="1" spc="-1" baseline="-25000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sz="24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𝑞𝑘</m:t>
                                  </m:r>
                                </m:e>
                              </m:d>
                              <m:r>
                                <a:rPr lang="en-US" sz="2400" b="0" i="1" spc="-1" baseline="30000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en-US" sz="2400" spc="-1" dirty="0">
                  <a:solidFill>
                    <a:srgbClr val="000090"/>
                  </a:solidFill>
                </a:endParaRP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endParaRPr lang="en-US" sz="2400" spc="-1" dirty="0" smtClean="0">
                  <a:solidFill>
                    <a:srgbClr val="000090"/>
                  </a:solidFill>
                </a:endParaRP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spc="-1" dirty="0">
                    <a:solidFill>
                      <a:srgbClr val="000090"/>
                    </a:solidFill>
                  </a:rPr>
                  <a:t>where </a:t>
                </a:r>
                <a:r>
                  <a:rPr lang="en-US" sz="2400" b="1" spc="-1" dirty="0">
                    <a:solidFill>
                      <a:srgbClr val="000090"/>
                    </a:solidFill>
                  </a:rPr>
                  <a:t>n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 is the number of dimensions (attributes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)</a:t>
                </a: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spc="-1" dirty="0" err="1">
                    <a:solidFill>
                      <a:srgbClr val="000090"/>
                    </a:solidFill>
                  </a:rPr>
                  <a:t>p</a:t>
                </a:r>
                <a:r>
                  <a:rPr lang="en-US" sz="2400" spc="-1" baseline="-25000" dirty="0" err="1">
                    <a:solidFill>
                      <a:srgbClr val="000090"/>
                    </a:solidFill>
                  </a:rPr>
                  <a:t>k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 and </a:t>
                </a:r>
                <a:r>
                  <a:rPr lang="en-US" sz="2400" spc="-1" dirty="0" err="1">
                    <a:solidFill>
                      <a:srgbClr val="000090"/>
                    </a:solidFill>
                  </a:rPr>
                  <a:t>q</a:t>
                </a:r>
                <a:r>
                  <a:rPr lang="en-US" sz="2400" spc="-1" baseline="-25000" dirty="0" err="1">
                    <a:solidFill>
                      <a:srgbClr val="000090"/>
                    </a:solidFill>
                  </a:rPr>
                  <a:t>k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 are the k</a:t>
                </a:r>
                <a:r>
                  <a:rPr lang="en-US" sz="2400" spc="-1" baseline="30000" dirty="0">
                    <a:solidFill>
                      <a:srgbClr val="000090"/>
                    </a:solidFill>
                  </a:rPr>
                  <a:t>th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 attributes (components) or data 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objects 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p and 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q</a:t>
                </a: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spc="-1" dirty="0">
                    <a:solidFill>
                      <a:srgbClr val="000090"/>
                    </a:solidFill>
                  </a:rPr>
                  <a:t>For two points 𝐴=(𝑥</a:t>
                </a:r>
                <a:r>
                  <a:rPr lang="en-US" sz="2400" spc="-1" baseline="-25000" dirty="0">
                    <a:solidFill>
                      <a:srgbClr val="000090"/>
                    </a:solidFill>
                  </a:rPr>
                  <a:t>1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,𝑦</a:t>
                </a:r>
                <a:r>
                  <a:rPr lang="en-US" sz="2400" spc="-1" baseline="-25000" dirty="0">
                    <a:solidFill>
                      <a:srgbClr val="000090"/>
                    </a:solidFill>
                  </a:rPr>
                  <a:t>1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) 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and 𝐵=(𝑥</a:t>
                </a:r>
                <a:r>
                  <a:rPr lang="en-US" sz="2400" spc="-1" baseline="-25000" dirty="0">
                    <a:solidFill>
                      <a:srgbClr val="000090"/>
                    </a:solidFill>
                  </a:rPr>
                  <a:t>2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,𝑦</a:t>
                </a:r>
                <a:r>
                  <a:rPr lang="en-US" sz="2400" spc="-1" baseline="-25000" dirty="0" smtClean="0">
                    <a:solidFill>
                      <a:srgbClr val="000090"/>
                    </a:solidFill>
                  </a:rPr>
                  <a:t>2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) the above formula will be :</a:t>
                </a: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i="1" spc="-1" dirty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US" sz="2400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40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US" sz="2400" i="1" spc="-1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pc="-1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 spc="-1" baseline="-2500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 spc="-1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400" i="1" spc="-1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 spc="-1" baseline="-2500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400" i="1" spc="-1" baseline="30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 spc="-1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pc="-1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 spc="-1" baseline="-2500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 spc="-1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400" i="1" spc="-1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 spc="-1" baseline="-2500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400" i="1" spc="-1" baseline="30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sz="2400" spc="-1" dirty="0" smtClean="0">
                  <a:solidFill>
                    <a:srgbClr val="000090"/>
                  </a:solidFill>
                </a:endParaRPr>
              </a:p>
            </p:txBody>
          </p:sp>
        </mc:Choice>
        <mc:Fallback xmlns="">
          <p:sp>
            <p:nvSpPr>
              <p:cNvPr id="127" name="Custom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80" y="1267560"/>
                <a:ext cx="8171912" cy="4949972"/>
              </a:xfrm>
              <a:prstGeom prst="rect">
                <a:avLst/>
              </a:prstGeom>
              <a:blipFill>
                <a:blip r:embed="rId2"/>
                <a:stretch>
                  <a:fillRect l="-2163" t="-4803" b="-9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7" dirty="0">
                <a:solidFill>
                  <a:srgbClr val="000090"/>
                </a:solidFill>
              </a:rPr>
              <a:t> </a:t>
            </a:r>
            <a:r>
              <a:rPr lang="en-US" sz="4400" spc="-7" dirty="0" smtClean="0">
                <a:solidFill>
                  <a:srgbClr val="000090"/>
                </a:solidFill>
              </a:rPr>
              <a:t>Cluster Analysis</a:t>
            </a:r>
            <a:endParaRPr lang="en-US" sz="4400" b="0" strike="noStrike" spc="-1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083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CustomShape 2"/>
              <p:cNvSpPr/>
              <p:nvPr/>
            </p:nvSpPr>
            <p:spPr>
              <a:xfrm>
                <a:off x="542880" y="1267560"/>
                <a:ext cx="8171912" cy="305201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0" tIns="12600" rIns="0" bIns="0">
                <a:spAutoFit/>
              </a:bodyPr>
              <a:lstStyle/>
              <a:p>
                <a:pPr marL="355680" indent="-34272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Symbol" charset="2"/>
                  <a:buChar char="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Similarity Measures:</a:t>
                </a: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Euclidean Distance Example: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 </a:t>
                </a:r>
                <a:endParaRPr lang="en-US" sz="2400" b="0" i="1" spc="-1" dirty="0" smtClean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i="1" spc="-1" dirty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b="0" i="1" spc="-1" dirty="0" smtClean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sz="24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4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4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b="0" i="1" spc="-1" baseline="-25000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sz="24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𝑞𝑘</m:t>
                                  </m:r>
                                </m:e>
                              </m:d>
                              <m:r>
                                <a:rPr lang="en-US" sz="2400" b="0" i="1" spc="-1" baseline="30000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en-US" sz="2400" spc="-1" dirty="0">
                  <a:solidFill>
                    <a:srgbClr val="000090"/>
                  </a:solidFill>
                </a:endParaRP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endParaRPr lang="en-US" sz="2400" spc="-1" dirty="0" smtClean="0">
                  <a:solidFill>
                    <a:srgbClr val="000090"/>
                  </a:solidFill>
                </a:endParaRP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spc="-1" dirty="0" smtClean="0">
                    <a:solidFill>
                      <a:srgbClr val="000090"/>
                    </a:solidFill>
                  </a:rPr>
                  <a:t>For 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two points 𝐴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=(1,2) 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and 𝐵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=(4,6):</a:t>
                </a:r>
                <a:endParaRPr lang="en-US" sz="2400" i="1" spc="-1" dirty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𝑑𝑖𝑠𝑡𝑎𝑛𝑐𝑒</m:t>
                      </m:r>
                      <m:d>
                        <m:dPr>
                          <m:ctrlPr>
                            <a:rPr lang="en-US" sz="20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00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US" sz="2000" i="1" spc="-1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i="1" spc="-1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0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en-US" sz="2000" i="1" spc="-1" baseline="30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000" i="1" spc="-1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 spc="-1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0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  <m:r>
                            <a:rPr lang="en-US" sz="2000" i="1" spc="-1" baseline="30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US" sz="20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0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b="0" i="1" spc="-1" baseline="30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en-US" sz="2000" b="0" i="1" spc="-1" baseline="30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US" sz="20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rad>
                      <m:r>
                        <a:rPr lang="en-US" sz="20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000" spc="-1" dirty="0" smtClean="0">
                  <a:solidFill>
                    <a:srgbClr val="000090"/>
                  </a:solidFill>
                </a:endParaRPr>
              </a:p>
            </p:txBody>
          </p:sp>
        </mc:Choice>
        <mc:Fallback xmlns="">
          <p:sp>
            <p:nvSpPr>
              <p:cNvPr id="127" name="Custom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80" y="1267560"/>
                <a:ext cx="8171912" cy="3052017"/>
              </a:xfrm>
              <a:prstGeom prst="rect">
                <a:avLst/>
              </a:prstGeom>
              <a:blipFill>
                <a:blip r:embed="rId2"/>
                <a:stretch>
                  <a:fillRect l="-2163" t="-7784" b="-249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7" dirty="0">
                <a:solidFill>
                  <a:srgbClr val="000090"/>
                </a:solidFill>
              </a:rPr>
              <a:t> </a:t>
            </a:r>
            <a:r>
              <a:rPr lang="en-US" sz="4400" spc="-7" dirty="0" smtClean="0">
                <a:solidFill>
                  <a:srgbClr val="000090"/>
                </a:solidFill>
              </a:rPr>
              <a:t>Cluster Analysis</a:t>
            </a:r>
            <a:endParaRPr lang="en-US" sz="4400" b="0" strike="noStrike" spc="-1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832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CustomShape 2"/>
              <p:cNvSpPr/>
              <p:nvPr/>
            </p:nvSpPr>
            <p:spPr>
              <a:xfrm>
                <a:off x="542880" y="1267560"/>
                <a:ext cx="8171912" cy="15259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0" tIns="12600" rIns="0" bIns="0">
                <a:spAutoFit/>
              </a:bodyPr>
              <a:lstStyle/>
              <a:p>
                <a:pPr marL="355680" indent="-34272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Symbol" charset="2"/>
                  <a:buChar char="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Similarity Measures:</a:t>
                </a: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Euclidean Distance Matrix: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 </a:t>
                </a:r>
                <a:endParaRPr lang="en-US" sz="1400" b="0" i="1" spc="-1" dirty="0" smtClean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1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US" sz="1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1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sz="14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14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14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1400" b="0" i="1" spc="-1" baseline="-25000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4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sz="14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𝑞𝑘</m:t>
                                  </m:r>
                                </m:e>
                              </m:d>
                              <m:r>
                                <a:rPr lang="en-US" sz="1400" b="0" i="1" spc="-1" baseline="30000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en-US" sz="1400" spc="-1" dirty="0">
                  <a:solidFill>
                    <a:srgbClr val="000090"/>
                  </a:solidFill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spc="-1" dirty="0" smtClean="0">
                  <a:solidFill>
                    <a:srgbClr val="000090"/>
                  </a:solidFill>
                </a:endParaRPr>
              </a:p>
            </p:txBody>
          </p:sp>
        </mc:Choice>
        <mc:Fallback xmlns="">
          <p:sp>
            <p:nvSpPr>
              <p:cNvPr id="127" name="Custom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80" y="1267560"/>
                <a:ext cx="8171912" cy="1525958"/>
              </a:xfrm>
              <a:prstGeom prst="rect">
                <a:avLst/>
              </a:prstGeom>
              <a:blipFill>
                <a:blip r:embed="rId2"/>
                <a:stretch>
                  <a:fillRect l="-2163" t="-9200" r="-597" b="-448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7" dirty="0">
                <a:solidFill>
                  <a:srgbClr val="000090"/>
                </a:solidFill>
              </a:rPr>
              <a:t> </a:t>
            </a:r>
            <a:r>
              <a:rPr lang="en-US" sz="4400" spc="-7" dirty="0" smtClean="0">
                <a:solidFill>
                  <a:srgbClr val="000090"/>
                </a:solidFill>
              </a:rPr>
              <a:t>Cluster Analysis</a:t>
            </a:r>
            <a:endParaRPr lang="en-US" sz="4400" b="0" strike="noStrike" spc="-1" dirty="0">
              <a:latin typeface="Calibri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42880" y="2030538"/>
            <a:ext cx="7787722" cy="4528883"/>
            <a:chOff x="542880" y="2030538"/>
            <a:chExt cx="7787722" cy="4528883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2880" y="2030538"/>
              <a:ext cx="3945144" cy="2410419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3364" y="2490083"/>
              <a:ext cx="3327238" cy="1575172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0662" y="4543322"/>
              <a:ext cx="7056348" cy="20160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061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CustomShape 2"/>
              <p:cNvSpPr/>
              <p:nvPr/>
            </p:nvSpPr>
            <p:spPr>
              <a:xfrm>
                <a:off x="542880" y="1267560"/>
                <a:ext cx="8171912" cy="494997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0" tIns="12600" rIns="0" bIns="0">
                <a:spAutoFit/>
              </a:bodyPr>
              <a:lstStyle/>
              <a:p>
                <a:pPr marL="355680" indent="-34272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Symbol" charset="2"/>
                  <a:buChar char="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Similarity Measures:</a:t>
                </a: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Manhattan Distance: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 </a:t>
                </a:r>
                <a:endParaRPr lang="en-US" sz="2400" b="0" i="1" spc="-1" dirty="0" smtClean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i="1" spc="-1" dirty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b="0" i="1" spc="-1" dirty="0" smtClean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400" b="0" i="1" spc="-1" baseline="-25000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4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𝑞𝑘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 spc="-1" dirty="0">
                  <a:solidFill>
                    <a:srgbClr val="000090"/>
                  </a:solidFill>
                </a:endParaRP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endParaRPr lang="en-US" sz="2400" spc="-1" dirty="0" smtClean="0">
                  <a:solidFill>
                    <a:srgbClr val="000090"/>
                  </a:solidFill>
                </a:endParaRP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spc="-1" dirty="0">
                    <a:solidFill>
                      <a:srgbClr val="000090"/>
                    </a:solidFill>
                  </a:rPr>
                  <a:t>where </a:t>
                </a:r>
                <a:r>
                  <a:rPr lang="en-US" sz="2400" b="1" spc="-1" dirty="0">
                    <a:solidFill>
                      <a:srgbClr val="000090"/>
                    </a:solidFill>
                  </a:rPr>
                  <a:t>n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 is the number of dimensions (attributes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)</a:t>
                </a: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spc="-1" dirty="0" err="1">
                    <a:solidFill>
                      <a:srgbClr val="000090"/>
                    </a:solidFill>
                  </a:rPr>
                  <a:t>p</a:t>
                </a:r>
                <a:r>
                  <a:rPr lang="en-US" sz="2400" spc="-1" baseline="-25000" dirty="0" err="1">
                    <a:solidFill>
                      <a:srgbClr val="000090"/>
                    </a:solidFill>
                  </a:rPr>
                  <a:t>k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 and </a:t>
                </a:r>
                <a:r>
                  <a:rPr lang="en-US" sz="2400" spc="-1" dirty="0" err="1">
                    <a:solidFill>
                      <a:srgbClr val="000090"/>
                    </a:solidFill>
                  </a:rPr>
                  <a:t>q</a:t>
                </a:r>
                <a:r>
                  <a:rPr lang="en-US" sz="2400" spc="-1" baseline="-25000" dirty="0" err="1">
                    <a:solidFill>
                      <a:srgbClr val="000090"/>
                    </a:solidFill>
                  </a:rPr>
                  <a:t>k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 are the k</a:t>
                </a:r>
                <a:r>
                  <a:rPr lang="en-US" sz="2400" spc="-1" baseline="30000" dirty="0">
                    <a:solidFill>
                      <a:srgbClr val="000090"/>
                    </a:solidFill>
                  </a:rPr>
                  <a:t>th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 attributes (components) or data 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objects 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p and 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q</a:t>
                </a: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spc="-1" dirty="0">
                    <a:solidFill>
                      <a:srgbClr val="000090"/>
                    </a:solidFill>
                  </a:rPr>
                  <a:t>For two points 𝐴=(𝑥</a:t>
                </a:r>
                <a:r>
                  <a:rPr lang="en-US" sz="2400" spc="-1" baseline="-25000" dirty="0">
                    <a:solidFill>
                      <a:srgbClr val="000090"/>
                    </a:solidFill>
                  </a:rPr>
                  <a:t>1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,𝑦</a:t>
                </a:r>
                <a:r>
                  <a:rPr lang="en-US" sz="2400" spc="-1" baseline="-25000" dirty="0">
                    <a:solidFill>
                      <a:srgbClr val="000090"/>
                    </a:solidFill>
                  </a:rPr>
                  <a:t>1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) 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and 𝐵=(𝑥</a:t>
                </a:r>
                <a:r>
                  <a:rPr lang="en-US" sz="2400" spc="-1" baseline="-25000" dirty="0">
                    <a:solidFill>
                      <a:srgbClr val="000090"/>
                    </a:solidFill>
                  </a:rPr>
                  <a:t>2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,𝑦</a:t>
                </a:r>
                <a:r>
                  <a:rPr lang="en-US" sz="2400" spc="-1" baseline="-25000" dirty="0" smtClean="0">
                    <a:solidFill>
                      <a:srgbClr val="000090"/>
                    </a:solidFill>
                  </a:rPr>
                  <a:t>2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) the above formula will be :</a:t>
                </a: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i="1" spc="-1" dirty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US" sz="2400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 spc="-1" baseline="-25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 spc="-1" baseline="-25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 spc="-1" baseline="-25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 spc="-1" baseline="-25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2400" spc="-1" dirty="0" smtClean="0">
                  <a:solidFill>
                    <a:srgbClr val="000090"/>
                  </a:solidFill>
                </a:endParaRPr>
              </a:p>
            </p:txBody>
          </p:sp>
        </mc:Choice>
        <mc:Fallback xmlns="">
          <p:sp>
            <p:nvSpPr>
              <p:cNvPr id="127" name="Custom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80" y="1267560"/>
                <a:ext cx="8171912" cy="4949972"/>
              </a:xfrm>
              <a:prstGeom prst="rect">
                <a:avLst/>
              </a:prstGeom>
              <a:blipFill>
                <a:blip r:embed="rId2"/>
                <a:stretch>
                  <a:fillRect l="-2163" t="-3325" b="-7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7" dirty="0">
                <a:solidFill>
                  <a:srgbClr val="000090"/>
                </a:solidFill>
              </a:rPr>
              <a:t> </a:t>
            </a:r>
            <a:r>
              <a:rPr lang="en-US" sz="4400" spc="-7" dirty="0" smtClean="0">
                <a:solidFill>
                  <a:srgbClr val="000090"/>
                </a:solidFill>
              </a:rPr>
              <a:t>Cluster Analysis</a:t>
            </a:r>
            <a:endParaRPr lang="en-US" sz="4400" b="0" strike="noStrike" spc="-1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075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CustomShape 2"/>
              <p:cNvSpPr/>
              <p:nvPr/>
            </p:nvSpPr>
            <p:spPr>
              <a:xfrm>
                <a:off x="542880" y="1267560"/>
                <a:ext cx="8171912" cy="38086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0" tIns="12600" rIns="0" bIns="0">
                <a:spAutoFit/>
              </a:bodyPr>
              <a:lstStyle/>
              <a:p>
                <a:pPr marL="355680" indent="-34272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Symbol" charset="2"/>
                  <a:buChar char="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Similarity Measures:</a:t>
                </a: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Manhattan Distance: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 </a:t>
                </a:r>
                <a:endParaRPr lang="en-US" sz="2400" b="0" i="1" spc="-1" dirty="0" smtClean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i="1" spc="-1" dirty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b="0" i="1" spc="-1" dirty="0" smtClean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400" b="0" i="1" spc="-1" baseline="-25000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4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𝑞𝑘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 spc="-1" dirty="0">
                  <a:solidFill>
                    <a:srgbClr val="000090"/>
                  </a:solidFill>
                </a:endParaRP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endParaRPr lang="en-US" sz="2400" spc="-1" dirty="0" smtClean="0">
                  <a:solidFill>
                    <a:srgbClr val="000090"/>
                  </a:solidFill>
                </a:endParaRP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spc="-1" dirty="0" smtClean="0">
                    <a:solidFill>
                      <a:srgbClr val="000090"/>
                    </a:solidFill>
                  </a:rPr>
                  <a:t>For 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two points 𝐴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=(1,2) 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and 𝐵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=(4,6) the above formula will be :</a:t>
                </a: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i="1" spc="-1" dirty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)=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400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sz="2400" spc="-1" dirty="0" smtClean="0">
                  <a:solidFill>
                    <a:srgbClr val="000090"/>
                  </a:solidFill>
                </a:endParaRPr>
              </a:p>
            </p:txBody>
          </p:sp>
        </mc:Choice>
        <mc:Fallback xmlns="">
          <p:sp>
            <p:nvSpPr>
              <p:cNvPr id="127" name="Custom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80" y="1267560"/>
                <a:ext cx="8171912" cy="3808634"/>
              </a:xfrm>
              <a:prstGeom prst="rect">
                <a:avLst/>
              </a:prstGeom>
              <a:blipFill>
                <a:blip r:embed="rId2"/>
                <a:stretch>
                  <a:fillRect l="-2163" t="-4320" r="-1342" b="-20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7" dirty="0">
                <a:solidFill>
                  <a:srgbClr val="000090"/>
                </a:solidFill>
              </a:rPr>
              <a:t> </a:t>
            </a:r>
            <a:r>
              <a:rPr lang="en-US" sz="4400" spc="-7" dirty="0" smtClean="0">
                <a:solidFill>
                  <a:srgbClr val="000090"/>
                </a:solidFill>
              </a:rPr>
              <a:t>Cluster Analysis</a:t>
            </a:r>
            <a:endParaRPr lang="en-US" sz="4400" b="0" strike="noStrike" spc="-1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340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CustomShape 2"/>
              <p:cNvSpPr/>
              <p:nvPr/>
            </p:nvSpPr>
            <p:spPr>
              <a:xfrm>
                <a:off x="542880" y="1267560"/>
                <a:ext cx="8171912" cy="11412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0" tIns="12600" rIns="0" bIns="0">
                <a:spAutoFit/>
              </a:bodyPr>
              <a:lstStyle/>
              <a:p>
                <a:pPr marL="355680" indent="-34272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Symbol" charset="2"/>
                  <a:buChar char="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Similarity Measures:</a:t>
                </a: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Manhattan Distance: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 </a:t>
                </a:r>
                <a:endParaRPr lang="en-US" sz="2400" b="0" i="1" spc="-1" dirty="0" smtClean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0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US" sz="20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0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000" b="0" i="1" spc="-1" baseline="-25000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0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𝑞𝑘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000" spc="-1" dirty="0">
                  <a:solidFill>
                    <a:srgbClr val="000090"/>
                  </a:solidFill>
                </a:endParaRPr>
              </a:p>
            </p:txBody>
          </p:sp>
        </mc:Choice>
        <mc:Fallback xmlns="">
          <p:sp>
            <p:nvSpPr>
              <p:cNvPr id="127" name="Custom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80" y="1267560"/>
                <a:ext cx="8171912" cy="1141237"/>
              </a:xfrm>
              <a:prstGeom prst="rect">
                <a:avLst/>
              </a:prstGeom>
              <a:blipFill>
                <a:blip r:embed="rId2"/>
                <a:stretch>
                  <a:fillRect l="-2163" t="-54545" r="-5369" b="-1449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7" dirty="0">
                <a:solidFill>
                  <a:srgbClr val="000090"/>
                </a:solidFill>
              </a:rPr>
              <a:t> </a:t>
            </a:r>
            <a:r>
              <a:rPr lang="en-US" sz="4400" spc="-7" dirty="0" smtClean="0">
                <a:solidFill>
                  <a:srgbClr val="000090"/>
                </a:solidFill>
              </a:rPr>
              <a:t>Cluster Analysis</a:t>
            </a:r>
            <a:endParaRPr lang="en-US" sz="4400" b="0" strike="noStrike" spc="-1" dirty="0"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80" y="2030538"/>
            <a:ext cx="3945144" cy="24104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364" y="2490083"/>
            <a:ext cx="3327238" cy="157517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662" y="4519407"/>
            <a:ext cx="6974498" cy="204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94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CustomShape 2"/>
              <p:cNvSpPr/>
              <p:nvPr/>
            </p:nvSpPr>
            <p:spPr>
              <a:xfrm>
                <a:off x="542880" y="1267560"/>
                <a:ext cx="8171912" cy="341108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0" tIns="12600" rIns="0" bIns="0">
                <a:spAutoFit/>
              </a:bodyPr>
              <a:lstStyle/>
              <a:p>
                <a:pPr marL="355680" indent="-34272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Symbol" charset="2"/>
                  <a:buChar char="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Similarity Measures for Binary Vectors: 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Common situation is that objects, p and q, have only binary attributes </a:t>
                </a:r>
                <a:endParaRPr lang="en-US" sz="2400" b="1" spc="-1" dirty="0" smtClean="0">
                  <a:solidFill>
                    <a:srgbClr val="000090"/>
                  </a:solidFill>
                </a:endParaRP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>
                    <a:solidFill>
                      <a:srgbClr val="000090"/>
                    </a:solidFill>
                  </a:rPr>
                  <a:t>Simple matching coefficient</a:t>
                </a:r>
                <a:r>
                  <a:rPr lang="en-US" sz="2400" b="1" spc="-1" dirty="0" smtClean="0">
                    <a:solidFill>
                      <a:srgbClr val="000090"/>
                    </a:solidFill>
                  </a:rPr>
                  <a:t>:</a:t>
                </a:r>
                <a:endParaRPr lang="en-US" sz="2400" i="1" spc="-1" dirty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b="0" i="1" spc="-1" dirty="0" smtClean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𝑆𝑀𝐶</m:t>
                      </m:r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𝑀𝑎𝑡𝑐h𝑒𝑠</m:t>
                          </m:r>
                        </m:num>
                        <m:den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𝐴𝑡𝑡𝑟𝑖𝑏𝑢𝑡𝑒𝑠</m:t>
                          </m:r>
                        </m:den>
                      </m:f>
                    </m:oMath>
                  </m:oMathPara>
                </a14:m>
                <a:endParaRPr lang="en-US" sz="2400" b="0" spc="-1" dirty="0" smtClean="0">
                  <a:solidFill>
                    <a:srgbClr val="000090"/>
                  </a:solidFill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spc="-1" dirty="0" smtClean="0">
                  <a:solidFill>
                    <a:srgbClr val="000090"/>
                  </a:solidFill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𝑆𝑀𝐶</m:t>
                      </m:r>
                      <m:r>
                        <a:rPr lang="en-US" sz="2400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pc="-1" baseline="-25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pc="-1" baseline="-25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</m:num>
                        <m:den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pc="-1" baseline="-25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pc="-1" baseline="-25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pc="-1" baseline="-25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pc="-1" baseline="-25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</m:den>
                      </m:f>
                    </m:oMath>
                  </m:oMathPara>
                </a14:m>
                <a:endParaRPr lang="en-US" sz="2400" spc="-1" dirty="0" smtClean="0">
                  <a:solidFill>
                    <a:srgbClr val="000090"/>
                  </a:solidFill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spc="-1" dirty="0">
                  <a:solidFill>
                    <a:srgbClr val="000090"/>
                  </a:solidFill>
                </a:endParaRPr>
              </a:p>
            </p:txBody>
          </p:sp>
        </mc:Choice>
        <mc:Fallback xmlns="">
          <p:sp>
            <p:nvSpPr>
              <p:cNvPr id="127" name="Custom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80" y="1267560"/>
                <a:ext cx="8171912" cy="3411089"/>
              </a:xfrm>
              <a:prstGeom prst="rect">
                <a:avLst/>
              </a:prstGeom>
              <a:blipFill>
                <a:blip r:embed="rId2"/>
                <a:stretch>
                  <a:fillRect l="-2163" t="-33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7" dirty="0">
                <a:solidFill>
                  <a:srgbClr val="000090"/>
                </a:solidFill>
              </a:rPr>
              <a:t> </a:t>
            </a:r>
            <a:r>
              <a:rPr lang="en-US" sz="4400" spc="-7" dirty="0" smtClean="0">
                <a:solidFill>
                  <a:srgbClr val="000090"/>
                </a:solidFill>
              </a:rPr>
              <a:t>Cluster Analysis</a:t>
            </a:r>
            <a:endParaRPr lang="en-US" sz="4400" b="0" strike="noStrike" spc="-1" dirty="0">
              <a:latin typeface="Calibri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166275"/>
              </p:ext>
            </p:extLst>
          </p:nvPr>
        </p:nvGraphicFramePr>
        <p:xfrm>
          <a:off x="1204365" y="4526394"/>
          <a:ext cx="6848941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3250">
                  <a:extLst>
                    <a:ext uri="{9D8B030D-6E8A-4147-A177-3AD203B41FA5}">
                      <a16:colId xmlns:a16="http://schemas.microsoft.com/office/drawing/2014/main" val="3903914977"/>
                    </a:ext>
                  </a:extLst>
                </a:gridCol>
                <a:gridCol w="1339972">
                  <a:extLst>
                    <a:ext uri="{9D8B030D-6E8A-4147-A177-3AD203B41FA5}">
                      <a16:colId xmlns:a16="http://schemas.microsoft.com/office/drawing/2014/main" val="791744421"/>
                    </a:ext>
                  </a:extLst>
                </a:gridCol>
                <a:gridCol w="1455125">
                  <a:extLst>
                    <a:ext uri="{9D8B030D-6E8A-4147-A177-3AD203B41FA5}">
                      <a16:colId xmlns:a16="http://schemas.microsoft.com/office/drawing/2014/main" val="4069609370"/>
                    </a:ext>
                  </a:extLst>
                </a:gridCol>
                <a:gridCol w="2870594">
                  <a:extLst>
                    <a:ext uri="{9D8B030D-6E8A-4147-A177-3AD203B41FA5}">
                      <a16:colId xmlns:a16="http://schemas.microsoft.com/office/drawing/2014/main" val="757315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Object </a:t>
                      </a:r>
                      <a:r>
                        <a:rPr lang="en-US" sz="2000" b="1" baseline="-25000" dirty="0" err="1" smtClean="0"/>
                        <a:t>i</a:t>
                      </a:r>
                      <a:endParaRPr lang="en-US" sz="2000" b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Object </a:t>
                      </a:r>
                      <a:r>
                        <a:rPr lang="en-US" sz="2000" b="1" baseline="-25000" dirty="0" smtClean="0"/>
                        <a:t>j</a:t>
                      </a:r>
                      <a:endParaRPr lang="en-US" sz="2000" b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85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Sum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605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11</a:t>
                      </a:r>
                      <a:endParaRPr lang="en-US" sz="2000" b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10</a:t>
                      </a:r>
                      <a:endParaRPr lang="en-US" sz="2000" b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11</a:t>
                      </a:r>
                      <a:r>
                        <a:rPr lang="en-US" sz="2000" b="0" baseline="0" dirty="0" smtClean="0"/>
                        <a:t>+ </a:t>
                      </a:r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9389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01</a:t>
                      </a:r>
                      <a:endParaRPr lang="en-US" sz="2000" b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00</a:t>
                      </a:r>
                      <a:endParaRPr lang="en-US" sz="2000" b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01</a:t>
                      </a:r>
                      <a:r>
                        <a:rPr lang="en-US" sz="2000" b="0" baseline="0" dirty="0" smtClean="0"/>
                        <a:t>+ </a:t>
                      </a:r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556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Sum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11</a:t>
                      </a:r>
                      <a:r>
                        <a:rPr lang="en-US" sz="2000" b="0" baseline="0" dirty="0" smtClean="0"/>
                        <a:t> + </a:t>
                      </a:r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10</a:t>
                      </a:r>
                      <a:r>
                        <a:rPr lang="en-US" sz="2000" b="0" baseline="0" dirty="0" smtClean="0"/>
                        <a:t> + </a:t>
                      </a:r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smtClean="0"/>
                        <a:t>M</a:t>
                      </a:r>
                      <a:r>
                        <a:rPr lang="en-US" sz="2000" b="0" baseline="-25000" smtClean="0"/>
                        <a:t>11</a:t>
                      </a:r>
                      <a:r>
                        <a:rPr lang="en-US" sz="2000" b="0" baseline="0" smtClean="0"/>
                        <a:t> + </a:t>
                      </a:r>
                      <a:r>
                        <a:rPr lang="en-US" sz="2000" b="0" smtClean="0"/>
                        <a:t>M</a:t>
                      </a:r>
                      <a:r>
                        <a:rPr lang="en-US" sz="2000" b="0" baseline="-25000" smtClean="0"/>
                        <a:t>01</a:t>
                      </a:r>
                      <a:r>
                        <a:rPr lang="en-US" sz="2000" b="0" baseline="0" smtClean="0"/>
                        <a:t>+</a:t>
                      </a:r>
                      <a:r>
                        <a:rPr lang="en-US" sz="2000" b="0" smtClean="0"/>
                        <a:t>M</a:t>
                      </a:r>
                      <a:r>
                        <a:rPr lang="en-US" sz="2000" b="0" baseline="-25000" smtClean="0"/>
                        <a:t>10</a:t>
                      </a:r>
                      <a:r>
                        <a:rPr lang="en-US" sz="2000" b="0" baseline="0" smtClean="0"/>
                        <a:t> + </a:t>
                      </a:r>
                      <a:r>
                        <a:rPr lang="en-US" sz="2000" b="0" smtClean="0"/>
                        <a:t>M</a:t>
                      </a:r>
                      <a:r>
                        <a:rPr lang="en-US" sz="2000" b="0" baseline="-25000" smtClean="0"/>
                        <a:t>00</a:t>
                      </a:r>
                      <a:endParaRPr lang="en-US" sz="2000" b="0" baseline="-250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601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138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CustomShape 2"/>
              <p:cNvSpPr/>
              <p:nvPr/>
            </p:nvSpPr>
            <p:spPr>
              <a:xfrm>
                <a:off x="542880" y="1267560"/>
                <a:ext cx="8171912" cy="346238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0" tIns="12600" rIns="0" bIns="0">
                <a:spAutoFit/>
              </a:bodyPr>
              <a:lstStyle/>
              <a:p>
                <a:pPr marL="355680" indent="-34272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Symbol" charset="2"/>
                  <a:buChar char="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Similarity Measures for Binary Vectors:</a:t>
                </a: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>
                    <a:solidFill>
                      <a:srgbClr val="000090"/>
                    </a:solidFill>
                  </a:rPr>
                  <a:t>Simple matching coefficient</a:t>
                </a:r>
                <a:r>
                  <a:rPr lang="en-US" sz="2400" b="1" spc="-1" dirty="0" smtClean="0">
                    <a:solidFill>
                      <a:srgbClr val="000090"/>
                    </a:solidFill>
                  </a:rPr>
                  <a:t>:</a:t>
                </a: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r>
                  <a:rPr lang="en-US" sz="2400" spc="-1" dirty="0" smtClean="0">
                    <a:solidFill>
                      <a:srgbClr val="000090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en-US" sz="2400" i="1" spc="-1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=1 0 0 0 0 0 0 0 0 0</m:t>
                    </m:r>
                  </m:oMath>
                </a14:m>
                <a:endParaRPr lang="en-US" sz="2400" spc="-1" dirty="0" smtClean="0">
                  <a:solidFill>
                    <a:srgbClr val="000090"/>
                  </a:solidFill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r>
                  <a:rPr lang="en-US" sz="2400" spc="-1" dirty="0" smtClean="0">
                    <a:solidFill>
                      <a:srgbClr val="000090"/>
                    </a:solidFill>
                  </a:rPr>
                  <a:t>q </a:t>
                </a:r>
                <a14:m>
                  <m:oMath xmlns:m="http://schemas.openxmlformats.org/officeDocument/2006/math">
                    <m:r>
                      <a:rPr lang="en-US" sz="2400" i="1" spc="-1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=0 0 0 0 0 0 1 0 0 1</m:t>
                    </m:r>
                  </m:oMath>
                </a14:m>
                <a:endParaRPr lang="en-US" spc="-1" dirty="0" smtClean="0">
                  <a:solidFill>
                    <a:srgbClr val="000090"/>
                  </a:solidFill>
                </a:endParaRPr>
              </a:p>
              <a:p>
                <a:pPr marL="1270260" lvl="2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Courier New" panose="02070309020205020404" pitchFamily="49" charset="0"/>
                  <a:buChar char="o"/>
                  <a:tabLst>
                    <a:tab pos="354960" algn="l"/>
                    <a:tab pos="355680" algn="l"/>
                  </a:tabLst>
                </a:pPr>
                <a:r>
                  <a:rPr lang="en-US" sz="2000" b="1" spc="-1" dirty="0" smtClean="0">
                    <a:solidFill>
                      <a:srgbClr val="000090"/>
                    </a:solidFill>
                  </a:rPr>
                  <a:t>M</a:t>
                </a:r>
                <a:r>
                  <a:rPr lang="en-US" sz="2000" b="1" spc="-1" baseline="-25000" dirty="0" smtClean="0">
                    <a:solidFill>
                      <a:srgbClr val="000090"/>
                    </a:solidFill>
                  </a:rPr>
                  <a:t>01</a:t>
                </a:r>
                <a:r>
                  <a:rPr lang="en-US" sz="2000" b="1" spc="-1" dirty="0" smtClean="0">
                    <a:solidFill>
                      <a:srgbClr val="000090"/>
                    </a:solidFill>
                  </a:rPr>
                  <a:t> </a:t>
                </a:r>
                <a:r>
                  <a:rPr lang="en-US" sz="2000" b="1" spc="-1" dirty="0">
                    <a:solidFill>
                      <a:srgbClr val="000090"/>
                    </a:solidFill>
                  </a:rPr>
                  <a:t>= </a:t>
                </a:r>
                <a:r>
                  <a:rPr lang="en-US" sz="2000" b="1" spc="-1" dirty="0" smtClean="0">
                    <a:solidFill>
                      <a:srgbClr val="000090"/>
                    </a:solidFill>
                  </a:rPr>
                  <a:t>2</a:t>
                </a:r>
                <a:r>
                  <a:rPr lang="en-US" sz="2000" spc="-1" dirty="0" smtClean="0">
                    <a:solidFill>
                      <a:srgbClr val="000090"/>
                    </a:solidFill>
                  </a:rPr>
                  <a:t> (the </a:t>
                </a:r>
                <a:r>
                  <a:rPr lang="en-US" sz="2000" spc="-1" dirty="0">
                    <a:solidFill>
                      <a:srgbClr val="000090"/>
                    </a:solidFill>
                  </a:rPr>
                  <a:t>number of attributes where p was 0 and q was 1)</a:t>
                </a:r>
              </a:p>
              <a:p>
                <a:pPr marL="1270260" lvl="2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Courier New" panose="02070309020205020404" pitchFamily="49" charset="0"/>
                  <a:buChar char="o"/>
                  <a:tabLst>
                    <a:tab pos="354960" algn="l"/>
                    <a:tab pos="355680" algn="l"/>
                  </a:tabLst>
                </a:pPr>
                <a:r>
                  <a:rPr lang="en-US" sz="2000" b="1" spc="-1" dirty="0" smtClean="0">
                    <a:solidFill>
                      <a:srgbClr val="000090"/>
                    </a:solidFill>
                  </a:rPr>
                  <a:t>M</a:t>
                </a:r>
                <a:r>
                  <a:rPr lang="en-US" sz="2000" b="1" spc="-1" baseline="-25000" dirty="0" smtClean="0">
                    <a:solidFill>
                      <a:srgbClr val="000090"/>
                    </a:solidFill>
                  </a:rPr>
                  <a:t>10</a:t>
                </a:r>
                <a:r>
                  <a:rPr lang="en-US" sz="2000" b="1" spc="-1" dirty="0" smtClean="0">
                    <a:solidFill>
                      <a:srgbClr val="000090"/>
                    </a:solidFill>
                  </a:rPr>
                  <a:t> </a:t>
                </a:r>
                <a:r>
                  <a:rPr lang="en-US" sz="2000" b="1" spc="-1" dirty="0">
                    <a:solidFill>
                      <a:srgbClr val="000090"/>
                    </a:solidFill>
                  </a:rPr>
                  <a:t>= 1</a:t>
                </a:r>
                <a:r>
                  <a:rPr lang="en-US" sz="2000" spc="-1" dirty="0">
                    <a:solidFill>
                      <a:srgbClr val="000090"/>
                    </a:solidFill>
                  </a:rPr>
                  <a:t> </a:t>
                </a:r>
                <a:r>
                  <a:rPr lang="en-US" sz="2000" spc="-1" dirty="0" smtClean="0">
                    <a:solidFill>
                      <a:srgbClr val="000090"/>
                    </a:solidFill>
                  </a:rPr>
                  <a:t>(</a:t>
                </a:r>
                <a:r>
                  <a:rPr lang="en-US" sz="2000" spc="-1" dirty="0">
                    <a:solidFill>
                      <a:srgbClr val="000090"/>
                    </a:solidFill>
                  </a:rPr>
                  <a:t>the number of attributes where p was 1 and q was 0)</a:t>
                </a:r>
              </a:p>
              <a:p>
                <a:pPr marL="1270260" lvl="2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Courier New" panose="02070309020205020404" pitchFamily="49" charset="0"/>
                  <a:buChar char="o"/>
                  <a:tabLst>
                    <a:tab pos="354960" algn="l"/>
                    <a:tab pos="355680" algn="l"/>
                  </a:tabLst>
                </a:pPr>
                <a:r>
                  <a:rPr lang="en-US" sz="2000" b="1" spc="-1" dirty="0" smtClean="0">
                    <a:solidFill>
                      <a:srgbClr val="000090"/>
                    </a:solidFill>
                  </a:rPr>
                  <a:t>M</a:t>
                </a:r>
                <a:r>
                  <a:rPr lang="en-US" sz="2000" b="1" spc="-1" baseline="-25000" dirty="0" smtClean="0">
                    <a:solidFill>
                      <a:srgbClr val="000090"/>
                    </a:solidFill>
                  </a:rPr>
                  <a:t>00</a:t>
                </a:r>
                <a:r>
                  <a:rPr lang="en-US" sz="2000" b="1" spc="-1" dirty="0" smtClean="0">
                    <a:solidFill>
                      <a:srgbClr val="000090"/>
                    </a:solidFill>
                  </a:rPr>
                  <a:t> </a:t>
                </a:r>
                <a:r>
                  <a:rPr lang="en-US" sz="2000" b="1" spc="-1" dirty="0">
                    <a:solidFill>
                      <a:srgbClr val="000090"/>
                    </a:solidFill>
                  </a:rPr>
                  <a:t>= 7</a:t>
                </a:r>
                <a:r>
                  <a:rPr lang="en-US" sz="2000" spc="-1" dirty="0">
                    <a:solidFill>
                      <a:srgbClr val="000090"/>
                    </a:solidFill>
                  </a:rPr>
                  <a:t> </a:t>
                </a:r>
                <a:r>
                  <a:rPr lang="en-US" sz="2000" spc="-1" dirty="0" smtClean="0">
                    <a:solidFill>
                      <a:srgbClr val="000090"/>
                    </a:solidFill>
                  </a:rPr>
                  <a:t>(</a:t>
                </a:r>
                <a:r>
                  <a:rPr lang="en-US" sz="2000" spc="-1" dirty="0">
                    <a:solidFill>
                      <a:srgbClr val="000090"/>
                    </a:solidFill>
                  </a:rPr>
                  <a:t>the number of attributes where p was 0 and q was 0)</a:t>
                </a:r>
              </a:p>
              <a:p>
                <a:pPr marL="1270260" lvl="2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Courier New" panose="02070309020205020404" pitchFamily="49" charset="0"/>
                  <a:buChar char="o"/>
                  <a:tabLst>
                    <a:tab pos="354960" algn="l"/>
                    <a:tab pos="355680" algn="l"/>
                  </a:tabLst>
                </a:pPr>
                <a:r>
                  <a:rPr lang="en-US" sz="2000" b="1" spc="-1" dirty="0" smtClean="0">
                    <a:solidFill>
                      <a:srgbClr val="000090"/>
                    </a:solidFill>
                  </a:rPr>
                  <a:t>M</a:t>
                </a:r>
                <a:r>
                  <a:rPr lang="en-US" sz="2000" b="1" spc="-1" baseline="-25000" dirty="0" smtClean="0">
                    <a:solidFill>
                      <a:srgbClr val="000090"/>
                    </a:solidFill>
                  </a:rPr>
                  <a:t>11</a:t>
                </a:r>
                <a:r>
                  <a:rPr lang="en-US" sz="2000" b="1" spc="-1" dirty="0" smtClean="0">
                    <a:solidFill>
                      <a:srgbClr val="000090"/>
                    </a:solidFill>
                  </a:rPr>
                  <a:t> </a:t>
                </a:r>
                <a:r>
                  <a:rPr lang="en-US" sz="2000" b="1" spc="-1" dirty="0">
                    <a:solidFill>
                      <a:srgbClr val="000090"/>
                    </a:solidFill>
                  </a:rPr>
                  <a:t>= 0</a:t>
                </a:r>
                <a:r>
                  <a:rPr lang="en-US" sz="2000" spc="-1" dirty="0">
                    <a:solidFill>
                      <a:srgbClr val="000090"/>
                    </a:solidFill>
                  </a:rPr>
                  <a:t> </a:t>
                </a:r>
                <a:r>
                  <a:rPr lang="en-US" sz="2000" spc="-1" dirty="0" smtClean="0">
                    <a:solidFill>
                      <a:srgbClr val="000090"/>
                    </a:solidFill>
                  </a:rPr>
                  <a:t>(</a:t>
                </a:r>
                <a:r>
                  <a:rPr lang="en-US" sz="2000" spc="-1" dirty="0">
                    <a:solidFill>
                      <a:srgbClr val="000090"/>
                    </a:solidFill>
                  </a:rPr>
                  <a:t>the number of attributes where p was 1 and q was 1</a:t>
                </a:r>
                <a:r>
                  <a:rPr lang="en-US" sz="2000" spc="-1" dirty="0" smtClean="0">
                    <a:solidFill>
                      <a:srgbClr val="000090"/>
                    </a:solidFill>
                  </a:rPr>
                  <a:t>)</a:t>
                </a:r>
              </a:p>
              <a:p>
                <a:pPr marL="1270260" lvl="2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Courier New" panose="02070309020205020404" pitchFamily="49" charset="0"/>
                  <a:buChar char="o"/>
                  <a:tabLst>
                    <a:tab pos="354960" algn="l"/>
                    <a:tab pos="355680" algn="l"/>
                  </a:tabLst>
                </a:pPr>
                <a:endParaRPr lang="en-US" sz="2000" spc="-1" dirty="0">
                  <a:solidFill>
                    <a:srgbClr val="000090"/>
                  </a:solidFill>
                </a:endParaRPr>
              </a:p>
            </p:txBody>
          </p:sp>
        </mc:Choice>
        <mc:Fallback xmlns="">
          <p:sp>
            <p:nvSpPr>
              <p:cNvPr id="127" name="Custom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80" y="1267560"/>
                <a:ext cx="8171912" cy="3462385"/>
              </a:xfrm>
              <a:prstGeom prst="rect">
                <a:avLst/>
              </a:prstGeom>
              <a:blipFill>
                <a:blip r:embed="rId2"/>
                <a:stretch>
                  <a:fillRect l="-2163" t="-3345" r="-16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7" dirty="0">
                <a:solidFill>
                  <a:srgbClr val="000090"/>
                </a:solidFill>
              </a:rPr>
              <a:t> </a:t>
            </a:r>
            <a:r>
              <a:rPr lang="en-US" sz="4400" spc="-7" dirty="0" smtClean="0">
                <a:solidFill>
                  <a:srgbClr val="000090"/>
                </a:solidFill>
              </a:rPr>
              <a:t>Cluster Analysis</a:t>
            </a:r>
            <a:endParaRPr lang="en-US" sz="4400" b="0" strike="noStrike" spc="-1" dirty="0"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-127454" y="4729945"/>
                <a:ext cx="6742857" cy="4642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𝑆𝑀𝐶</m:t>
                      </m:r>
                      <m:r>
                        <a:rPr lang="en-US" sz="240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=0.7</m:t>
                      </m:r>
                    </m:oMath>
                  </m:oMathPara>
                </a14:m>
                <a:endParaRPr lang="en-US" sz="2400" spc="-1" dirty="0">
                  <a:solidFill>
                    <a:srgbClr val="00009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454" y="4729945"/>
                <a:ext cx="6742857" cy="464230"/>
              </a:xfrm>
              <a:prstGeom prst="rect">
                <a:avLst/>
              </a:prstGeom>
              <a:blipFill>
                <a:blip r:embed="rId3"/>
                <a:stretch>
                  <a:fillRect t="-46053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231427" y="2120485"/>
                <a:ext cx="4071193" cy="4642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𝑺𝑴𝑪</m:t>
                      </m:r>
                      <m:r>
                        <a:rPr lang="en-US" sz="1600" b="1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  <m:r>
                            <a:rPr lang="en-US" sz="1600" b="1" i="1" spc="-1" baseline="-25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  <m:r>
                            <a:rPr lang="en-US" sz="16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  <m:r>
                            <a:rPr lang="en-US" sz="1600" b="1" i="1" spc="-1" baseline="-25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𝟎𝟎</m:t>
                          </m:r>
                        </m:num>
                        <m:den>
                          <m:r>
                            <a:rPr lang="en-US" sz="16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  <m:r>
                            <a:rPr lang="en-US" sz="1600" b="1" i="1" spc="-1" baseline="-25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𝟎𝟏</m:t>
                          </m:r>
                          <m:r>
                            <a:rPr lang="en-US" sz="16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  <m:r>
                            <a:rPr lang="en-US" sz="1600" b="1" i="1" spc="-1" baseline="-25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sz="16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  <m:r>
                            <a:rPr lang="en-US" sz="1600" b="1" i="1" spc="-1" baseline="-25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  <m:r>
                            <a:rPr lang="en-US" sz="16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  <m:r>
                            <a:rPr lang="en-US" sz="1600" b="1" i="1" spc="-1" baseline="-25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𝟎𝟎</m:t>
                          </m:r>
                        </m:den>
                      </m:f>
                    </m:oMath>
                  </m:oMathPara>
                </a14:m>
                <a:endParaRPr lang="en-US" sz="1600" b="1" spc="-1" dirty="0">
                  <a:solidFill>
                    <a:srgbClr val="00009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1427" y="2120485"/>
                <a:ext cx="4071193" cy="464230"/>
              </a:xfrm>
              <a:prstGeom prst="rect">
                <a:avLst/>
              </a:prstGeom>
              <a:blipFill>
                <a:blip r:embed="rId4"/>
                <a:stretch>
                  <a:fillRect t="-6579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179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CustomShape 2"/>
              <p:cNvSpPr/>
              <p:nvPr/>
            </p:nvSpPr>
            <p:spPr>
              <a:xfrm>
                <a:off x="542880" y="1267560"/>
                <a:ext cx="8171912" cy="341108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0" tIns="12600" rIns="0" bIns="0">
                <a:spAutoFit/>
              </a:bodyPr>
              <a:lstStyle/>
              <a:p>
                <a:pPr marL="355680" indent="-34272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Symbol" charset="2"/>
                  <a:buChar char="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Similarity Measures for Binary Vectors: 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Common situation is that objects, p and q, have only binary attributes </a:t>
                </a:r>
                <a:endParaRPr lang="en-US" sz="2400" b="1" spc="-1" dirty="0" smtClean="0">
                  <a:solidFill>
                    <a:srgbClr val="000090"/>
                  </a:solidFill>
                </a:endParaRP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>
                    <a:solidFill>
                      <a:srgbClr val="000090"/>
                    </a:solidFill>
                  </a:rPr>
                  <a:t> </a:t>
                </a:r>
                <a:r>
                  <a:rPr lang="en-US" sz="2400" b="1" spc="-1" dirty="0" err="1">
                    <a:solidFill>
                      <a:srgbClr val="000090"/>
                    </a:solidFill>
                  </a:rPr>
                  <a:t>Jaccard</a:t>
                </a:r>
                <a:r>
                  <a:rPr lang="en-US" sz="2400" b="1" spc="-1" dirty="0">
                    <a:solidFill>
                      <a:srgbClr val="000090"/>
                    </a:solidFill>
                  </a:rPr>
                  <a:t> </a:t>
                </a:r>
                <a:r>
                  <a:rPr lang="en-US" sz="2400" b="1" spc="-1" dirty="0" smtClean="0">
                    <a:solidFill>
                      <a:srgbClr val="000090"/>
                    </a:solidFill>
                  </a:rPr>
                  <a:t>coefficient:</a:t>
                </a:r>
                <a:endParaRPr lang="en-US" sz="2400" i="1" spc="-1" dirty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b="0" i="1" spc="-1" dirty="0" smtClean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1−1 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𝑀𝑎𝑡𝑐h𝑒𝑠</m:t>
                          </m:r>
                        </m:num>
                        <m:den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𝐵𝑜𝑡h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𝑛𝑜𝑛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𝑧𝑒𝑟𝑜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𝐴𝑡𝑡𝑟𝑖𝑏𝑢𝑡𝑒𝑠</m:t>
                          </m:r>
                        </m:den>
                      </m:f>
                    </m:oMath>
                  </m:oMathPara>
                </a14:m>
                <a:endParaRPr lang="en-US" sz="2400" b="0" spc="-1" dirty="0" smtClean="0">
                  <a:solidFill>
                    <a:srgbClr val="000090"/>
                  </a:solidFill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spc="-1" dirty="0" smtClean="0">
                  <a:solidFill>
                    <a:srgbClr val="000090"/>
                  </a:solidFill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pc="-1" baseline="-25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pc="-1" baseline="-25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pc="-1" baseline="-25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pc="-1" baseline="-25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sz="2400" spc="-1" dirty="0" smtClean="0">
                  <a:solidFill>
                    <a:srgbClr val="000090"/>
                  </a:solidFill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spc="-1" dirty="0">
                  <a:solidFill>
                    <a:srgbClr val="000090"/>
                  </a:solidFill>
                </a:endParaRPr>
              </a:p>
            </p:txBody>
          </p:sp>
        </mc:Choice>
        <mc:Fallback xmlns="">
          <p:sp>
            <p:nvSpPr>
              <p:cNvPr id="127" name="Custom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80" y="1267560"/>
                <a:ext cx="8171912" cy="3411089"/>
              </a:xfrm>
              <a:prstGeom prst="rect">
                <a:avLst/>
              </a:prstGeom>
              <a:blipFill>
                <a:blip r:embed="rId2"/>
                <a:stretch>
                  <a:fillRect l="-2163" t="-33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7" dirty="0">
                <a:solidFill>
                  <a:srgbClr val="000090"/>
                </a:solidFill>
              </a:rPr>
              <a:t> </a:t>
            </a:r>
            <a:r>
              <a:rPr lang="en-US" sz="4400" spc="-7" dirty="0" smtClean="0">
                <a:solidFill>
                  <a:srgbClr val="000090"/>
                </a:solidFill>
              </a:rPr>
              <a:t>Cluster Analysis</a:t>
            </a:r>
            <a:endParaRPr lang="en-US" sz="4400" b="0" strike="noStrike" spc="-1" dirty="0">
              <a:latin typeface="Calibri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166275"/>
              </p:ext>
            </p:extLst>
          </p:nvPr>
        </p:nvGraphicFramePr>
        <p:xfrm>
          <a:off x="1204365" y="4526394"/>
          <a:ext cx="6848941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3250">
                  <a:extLst>
                    <a:ext uri="{9D8B030D-6E8A-4147-A177-3AD203B41FA5}">
                      <a16:colId xmlns:a16="http://schemas.microsoft.com/office/drawing/2014/main" val="3903914977"/>
                    </a:ext>
                  </a:extLst>
                </a:gridCol>
                <a:gridCol w="1339972">
                  <a:extLst>
                    <a:ext uri="{9D8B030D-6E8A-4147-A177-3AD203B41FA5}">
                      <a16:colId xmlns:a16="http://schemas.microsoft.com/office/drawing/2014/main" val="791744421"/>
                    </a:ext>
                  </a:extLst>
                </a:gridCol>
                <a:gridCol w="1455125">
                  <a:extLst>
                    <a:ext uri="{9D8B030D-6E8A-4147-A177-3AD203B41FA5}">
                      <a16:colId xmlns:a16="http://schemas.microsoft.com/office/drawing/2014/main" val="4069609370"/>
                    </a:ext>
                  </a:extLst>
                </a:gridCol>
                <a:gridCol w="2870594">
                  <a:extLst>
                    <a:ext uri="{9D8B030D-6E8A-4147-A177-3AD203B41FA5}">
                      <a16:colId xmlns:a16="http://schemas.microsoft.com/office/drawing/2014/main" val="757315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Object </a:t>
                      </a:r>
                      <a:r>
                        <a:rPr lang="en-US" sz="2000" b="1" baseline="-25000" dirty="0" err="1" smtClean="0"/>
                        <a:t>i</a:t>
                      </a:r>
                      <a:endParaRPr lang="en-US" sz="2000" b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Object </a:t>
                      </a:r>
                      <a:r>
                        <a:rPr lang="en-US" sz="2000" b="1" baseline="-25000" dirty="0" smtClean="0"/>
                        <a:t>j</a:t>
                      </a:r>
                      <a:endParaRPr lang="en-US" sz="2000" b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85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Sum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605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11</a:t>
                      </a:r>
                      <a:endParaRPr lang="en-US" sz="2000" b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10</a:t>
                      </a:r>
                      <a:endParaRPr lang="en-US" sz="2000" b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11</a:t>
                      </a:r>
                      <a:r>
                        <a:rPr lang="en-US" sz="2000" b="0" baseline="0" dirty="0" smtClean="0"/>
                        <a:t>+ </a:t>
                      </a:r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9389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01</a:t>
                      </a:r>
                      <a:endParaRPr lang="en-US" sz="2000" b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00</a:t>
                      </a:r>
                      <a:endParaRPr lang="en-US" sz="2000" b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01</a:t>
                      </a:r>
                      <a:r>
                        <a:rPr lang="en-US" sz="2000" b="0" baseline="0" dirty="0" smtClean="0"/>
                        <a:t>+ </a:t>
                      </a:r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556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Sum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11</a:t>
                      </a:r>
                      <a:r>
                        <a:rPr lang="en-US" sz="2000" b="0" baseline="0" dirty="0" smtClean="0"/>
                        <a:t> + </a:t>
                      </a:r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10</a:t>
                      </a:r>
                      <a:r>
                        <a:rPr lang="en-US" sz="2000" b="0" baseline="0" dirty="0" smtClean="0"/>
                        <a:t> + </a:t>
                      </a:r>
                      <a:r>
                        <a:rPr lang="en-US" sz="2000" b="0" dirty="0" smtClean="0"/>
                        <a:t>M</a:t>
                      </a:r>
                      <a:r>
                        <a:rPr lang="en-US" sz="2000" b="0" baseline="-25000" dirty="0" smtClean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smtClean="0"/>
                        <a:t>M</a:t>
                      </a:r>
                      <a:r>
                        <a:rPr lang="en-US" sz="2000" b="0" baseline="-25000" smtClean="0"/>
                        <a:t>11</a:t>
                      </a:r>
                      <a:r>
                        <a:rPr lang="en-US" sz="2000" b="0" baseline="0" smtClean="0"/>
                        <a:t> + </a:t>
                      </a:r>
                      <a:r>
                        <a:rPr lang="en-US" sz="2000" b="0" smtClean="0"/>
                        <a:t>M</a:t>
                      </a:r>
                      <a:r>
                        <a:rPr lang="en-US" sz="2000" b="0" baseline="-25000" smtClean="0"/>
                        <a:t>01</a:t>
                      </a:r>
                      <a:r>
                        <a:rPr lang="en-US" sz="2000" b="0" baseline="0" smtClean="0"/>
                        <a:t>+</a:t>
                      </a:r>
                      <a:r>
                        <a:rPr lang="en-US" sz="2000" b="0" smtClean="0"/>
                        <a:t>M</a:t>
                      </a:r>
                      <a:r>
                        <a:rPr lang="en-US" sz="2000" b="0" baseline="-25000" smtClean="0"/>
                        <a:t>10</a:t>
                      </a:r>
                      <a:r>
                        <a:rPr lang="en-US" sz="2000" b="0" baseline="0" smtClean="0"/>
                        <a:t> + </a:t>
                      </a:r>
                      <a:r>
                        <a:rPr lang="en-US" sz="2000" b="0" smtClean="0"/>
                        <a:t>M</a:t>
                      </a:r>
                      <a:r>
                        <a:rPr lang="en-US" sz="2000" b="0" baseline="-25000" smtClean="0"/>
                        <a:t>00</a:t>
                      </a:r>
                      <a:endParaRPr lang="en-US" sz="2000" b="0" baseline="-250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601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17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CustomShape 2"/>
              <p:cNvSpPr/>
              <p:nvPr/>
            </p:nvSpPr>
            <p:spPr>
              <a:xfrm>
                <a:off x="542880" y="1267560"/>
                <a:ext cx="8171912" cy="346238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0" tIns="12600" rIns="0" bIns="0">
                <a:spAutoFit/>
              </a:bodyPr>
              <a:lstStyle/>
              <a:p>
                <a:pPr marL="355680" indent="-34272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Symbol" charset="2"/>
                  <a:buChar char="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Similarity Measures for Binary Vectors:</a:t>
                </a: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err="1" smtClean="0">
                    <a:solidFill>
                      <a:srgbClr val="000090"/>
                    </a:solidFill>
                  </a:rPr>
                  <a:t>Jaccard</a:t>
                </a:r>
                <a:r>
                  <a:rPr lang="en-US" sz="2400" b="1" spc="-1" dirty="0" smtClean="0">
                    <a:solidFill>
                      <a:srgbClr val="000090"/>
                    </a:solidFill>
                  </a:rPr>
                  <a:t> </a:t>
                </a:r>
                <a:r>
                  <a:rPr lang="en-US" sz="2400" b="1" spc="-1" dirty="0">
                    <a:solidFill>
                      <a:srgbClr val="000090"/>
                    </a:solidFill>
                  </a:rPr>
                  <a:t>coefficient</a:t>
                </a:r>
                <a:r>
                  <a:rPr lang="en-US" sz="2400" b="1" spc="-1" dirty="0" smtClean="0">
                    <a:solidFill>
                      <a:srgbClr val="000090"/>
                    </a:solidFill>
                  </a:rPr>
                  <a:t>:</a:t>
                </a: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r>
                  <a:rPr lang="en-US" sz="2400" spc="-1" dirty="0" smtClean="0">
                    <a:solidFill>
                      <a:srgbClr val="000090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en-US" sz="2400" i="1" spc="-1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=1 0 0 0 0 0 0 0 0 0</m:t>
                    </m:r>
                  </m:oMath>
                </a14:m>
                <a:endParaRPr lang="en-US" sz="2400" spc="-1" dirty="0" smtClean="0">
                  <a:solidFill>
                    <a:srgbClr val="000090"/>
                  </a:solidFill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r>
                  <a:rPr lang="en-US" sz="2400" spc="-1" dirty="0" smtClean="0">
                    <a:solidFill>
                      <a:srgbClr val="000090"/>
                    </a:solidFill>
                  </a:rPr>
                  <a:t>q </a:t>
                </a:r>
                <a14:m>
                  <m:oMath xmlns:m="http://schemas.openxmlformats.org/officeDocument/2006/math">
                    <m:r>
                      <a:rPr lang="en-US" sz="2400" i="1" spc="-1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=0 0 0 0 0 0 1 0 0 1</m:t>
                    </m:r>
                  </m:oMath>
                </a14:m>
                <a:endParaRPr lang="en-US" spc="-1" dirty="0" smtClean="0">
                  <a:solidFill>
                    <a:srgbClr val="000090"/>
                  </a:solidFill>
                </a:endParaRPr>
              </a:p>
              <a:p>
                <a:pPr marL="1270260" lvl="2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Courier New" panose="02070309020205020404" pitchFamily="49" charset="0"/>
                  <a:buChar char="o"/>
                  <a:tabLst>
                    <a:tab pos="354960" algn="l"/>
                    <a:tab pos="355680" algn="l"/>
                  </a:tabLst>
                </a:pPr>
                <a:r>
                  <a:rPr lang="en-US" sz="2000" b="1" spc="-1" dirty="0" smtClean="0">
                    <a:solidFill>
                      <a:srgbClr val="000090"/>
                    </a:solidFill>
                  </a:rPr>
                  <a:t>M</a:t>
                </a:r>
                <a:r>
                  <a:rPr lang="en-US" sz="2000" b="1" spc="-1" baseline="-25000" dirty="0" smtClean="0">
                    <a:solidFill>
                      <a:srgbClr val="000090"/>
                    </a:solidFill>
                  </a:rPr>
                  <a:t>01</a:t>
                </a:r>
                <a:r>
                  <a:rPr lang="en-US" sz="2000" b="1" spc="-1" dirty="0" smtClean="0">
                    <a:solidFill>
                      <a:srgbClr val="000090"/>
                    </a:solidFill>
                  </a:rPr>
                  <a:t> </a:t>
                </a:r>
                <a:r>
                  <a:rPr lang="en-US" sz="2000" b="1" spc="-1" dirty="0">
                    <a:solidFill>
                      <a:srgbClr val="000090"/>
                    </a:solidFill>
                  </a:rPr>
                  <a:t>= </a:t>
                </a:r>
                <a:r>
                  <a:rPr lang="en-US" sz="2000" b="1" spc="-1" dirty="0" smtClean="0">
                    <a:solidFill>
                      <a:srgbClr val="000090"/>
                    </a:solidFill>
                  </a:rPr>
                  <a:t>2</a:t>
                </a:r>
                <a:r>
                  <a:rPr lang="en-US" sz="2000" spc="-1" dirty="0" smtClean="0">
                    <a:solidFill>
                      <a:srgbClr val="000090"/>
                    </a:solidFill>
                  </a:rPr>
                  <a:t> (the </a:t>
                </a:r>
                <a:r>
                  <a:rPr lang="en-US" sz="2000" spc="-1" dirty="0">
                    <a:solidFill>
                      <a:srgbClr val="000090"/>
                    </a:solidFill>
                  </a:rPr>
                  <a:t>number of attributes where p was 0 and q was 1)</a:t>
                </a:r>
              </a:p>
              <a:p>
                <a:pPr marL="1270260" lvl="2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Courier New" panose="02070309020205020404" pitchFamily="49" charset="0"/>
                  <a:buChar char="o"/>
                  <a:tabLst>
                    <a:tab pos="354960" algn="l"/>
                    <a:tab pos="355680" algn="l"/>
                  </a:tabLst>
                </a:pPr>
                <a:r>
                  <a:rPr lang="en-US" sz="2000" b="1" spc="-1" dirty="0" smtClean="0">
                    <a:solidFill>
                      <a:srgbClr val="000090"/>
                    </a:solidFill>
                  </a:rPr>
                  <a:t>M</a:t>
                </a:r>
                <a:r>
                  <a:rPr lang="en-US" sz="2000" b="1" spc="-1" baseline="-25000" dirty="0" smtClean="0">
                    <a:solidFill>
                      <a:srgbClr val="000090"/>
                    </a:solidFill>
                  </a:rPr>
                  <a:t>10</a:t>
                </a:r>
                <a:r>
                  <a:rPr lang="en-US" sz="2000" b="1" spc="-1" dirty="0" smtClean="0">
                    <a:solidFill>
                      <a:srgbClr val="000090"/>
                    </a:solidFill>
                  </a:rPr>
                  <a:t> </a:t>
                </a:r>
                <a:r>
                  <a:rPr lang="en-US" sz="2000" b="1" spc="-1" dirty="0">
                    <a:solidFill>
                      <a:srgbClr val="000090"/>
                    </a:solidFill>
                  </a:rPr>
                  <a:t>= 1</a:t>
                </a:r>
                <a:r>
                  <a:rPr lang="en-US" sz="2000" spc="-1" dirty="0">
                    <a:solidFill>
                      <a:srgbClr val="000090"/>
                    </a:solidFill>
                  </a:rPr>
                  <a:t> </a:t>
                </a:r>
                <a:r>
                  <a:rPr lang="en-US" sz="2000" spc="-1" dirty="0" smtClean="0">
                    <a:solidFill>
                      <a:srgbClr val="000090"/>
                    </a:solidFill>
                  </a:rPr>
                  <a:t>(</a:t>
                </a:r>
                <a:r>
                  <a:rPr lang="en-US" sz="2000" spc="-1" dirty="0">
                    <a:solidFill>
                      <a:srgbClr val="000090"/>
                    </a:solidFill>
                  </a:rPr>
                  <a:t>the number of attributes where p was 1 and q was 0)</a:t>
                </a:r>
              </a:p>
              <a:p>
                <a:pPr marL="1270260" lvl="2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Courier New" panose="02070309020205020404" pitchFamily="49" charset="0"/>
                  <a:buChar char="o"/>
                  <a:tabLst>
                    <a:tab pos="354960" algn="l"/>
                    <a:tab pos="355680" algn="l"/>
                  </a:tabLst>
                </a:pPr>
                <a:r>
                  <a:rPr lang="en-US" sz="2000" b="1" spc="-1" dirty="0" smtClean="0">
                    <a:solidFill>
                      <a:srgbClr val="000090"/>
                    </a:solidFill>
                  </a:rPr>
                  <a:t>M</a:t>
                </a:r>
                <a:r>
                  <a:rPr lang="en-US" sz="2000" b="1" spc="-1" baseline="-25000" dirty="0" smtClean="0">
                    <a:solidFill>
                      <a:srgbClr val="000090"/>
                    </a:solidFill>
                  </a:rPr>
                  <a:t>00</a:t>
                </a:r>
                <a:r>
                  <a:rPr lang="en-US" sz="2000" b="1" spc="-1" dirty="0" smtClean="0">
                    <a:solidFill>
                      <a:srgbClr val="000090"/>
                    </a:solidFill>
                  </a:rPr>
                  <a:t> </a:t>
                </a:r>
                <a:r>
                  <a:rPr lang="en-US" sz="2000" b="1" spc="-1" dirty="0">
                    <a:solidFill>
                      <a:srgbClr val="000090"/>
                    </a:solidFill>
                  </a:rPr>
                  <a:t>= 7</a:t>
                </a:r>
                <a:r>
                  <a:rPr lang="en-US" sz="2000" spc="-1" dirty="0">
                    <a:solidFill>
                      <a:srgbClr val="000090"/>
                    </a:solidFill>
                  </a:rPr>
                  <a:t> </a:t>
                </a:r>
                <a:r>
                  <a:rPr lang="en-US" sz="2000" spc="-1" dirty="0" smtClean="0">
                    <a:solidFill>
                      <a:srgbClr val="000090"/>
                    </a:solidFill>
                  </a:rPr>
                  <a:t>(</a:t>
                </a:r>
                <a:r>
                  <a:rPr lang="en-US" sz="2000" spc="-1" dirty="0">
                    <a:solidFill>
                      <a:srgbClr val="000090"/>
                    </a:solidFill>
                  </a:rPr>
                  <a:t>the number of attributes where p was 0 and q was 0)</a:t>
                </a:r>
              </a:p>
              <a:p>
                <a:pPr marL="1270260" lvl="2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Courier New" panose="02070309020205020404" pitchFamily="49" charset="0"/>
                  <a:buChar char="o"/>
                  <a:tabLst>
                    <a:tab pos="354960" algn="l"/>
                    <a:tab pos="355680" algn="l"/>
                  </a:tabLst>
                </a:pPr>
                <a:r>
                  <a:rPr lang="en-US" sz="2000" b="1" spc="-1" dirty="0" smtClean="0">
                    <a:solidFill>
                      <a:srgbClr val="000090"/>
                    </a:solidFill>
                  </a:rPr>
                  <a:t>M</a:t>
                </a:r>
                <a:r>
                  <a:rPr lang="en-US" sz="2000" b="1" spc="-1" baseline="-25000" dirty="0" smtClean="0">
                    <a:solidFill>
                      <a:srgbClr val="000090"/>
                    </a:solidFill>
                  </a:rPr>
                  <a:t>11</a:t>
                </a:r>
                <a:r>
                  <a:rPr lang="en-US" sz="2000" b="1" spc="-1" dirty="0" smtClean="0">
                    <a:solidFill>
                      <a:srgbClr val="000090"/>
                    </a:solidFill>
                  </a:rPr>
                  <a:t> </a:t>
                </a:r>
                <a:r>
                  <a:rPr lang="en-US" sz="2000" b="1" spc="-1" dirty="0">
                    <a:solidFill>
                      <a:srgbClr val="000090"/>
                    </a:solidFill>
                  </a:rPr>
                  <a:t>= 0</a:t>
                </a:r>
                <a:r>
                  <a:rPr lang="en-US" sz="2000" spc="-1" dirty="0">
                    <a:solidFill>
                      <a:srgbClr val="000090"/>
                    </a:solidFill>
                  </a:rPr>
                  <a:t> </a:t>
                </a:r>
                <a:r>
                  <a:rPr lang="en-US" sz="2000" spc="-1" dirty="0" smtClean="0">
                    <a:solidFill>
                      <a:srgbClr val="000090"/>
                    </a:solidFill>
                  </a:rPr>
                  <a:t>(</a:t>
                </a:r>
                <a:r>
                  <a:rPr lang="en-US" sz="2000" spc="-1" dirty="0">
                    <a:solidFill>
                      <a:srgbClr val="000090"/>
                    </a:solidFill>
                  </a:rPr>
                  <a:t>the number of attributes where p was 1 and q was 1</a:t>
                </a:r>
                <a:r>
                  <a:rPr lang="en-US" sz="2000" spc="-1" dirty="0" smtClean="0">
                    <a:solidFill>
                      <a:srgbClr val="000090"/>
                    </a:solidFill>
                  </a:rPr>
                  <a:t>)</a:t>
                </a:r>
              </a:p>
              <a:p>
                <a:pPr marL="1270260" lvl="2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Courier New" panose="02070309020205020404" pitchFamily="49" charset="0"/>
                  <a:buChar char="o"/>
                  <a:tabLst>
                    <a:tab pos="354960" algn="l"/>
                    <a:tab pos="355680" algn="l"/>
                  </a:tabLst>
                </a:pPr>
                <a:endParaRPr lang="en-US" sz="2000" spc="-1" dirty="0">
                  <a:solidFill>
                    <a:srgbClr val="000090"/>
                  </a:solidFill>
                </a:endParaRPr>
              </a:p>
            </p:txBody>
          </p:sp>
        </mc:Choice>
        <mc:Fallback xmlns="">
          <p:sp>
            <p:nvSpPr>
              <p:cNvPr id="127" name="Custom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80" y="1267560"/>
                <a:ext cx="8171912" cy="3462385"/>
              </a:xfrm>
              <a:prstGeom prst="rect">
                <a:avLst/>
              </a:prstGeom>
              <a:blipFill>
                <a:blip r:embed="rId2"/>
                <a:stretch>
                  <a:fillRect l="-2163" t="-3345" r="-16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7" dirty="0">
                <a:solidFill>
                  <a:srgbClr val="000090"/>
                </a:solidFill>
              </a:rPr>
              <a:t> </a:t>
            </a:r>
            <a:r>
              <a:rPr lang="en-US" sz="4400" spc="-7" dirty="0" smtClean="0">
                <a:solidFill>
                  <a:srgbClr val="000090"/>
                </a:solidFill>
              </a:rPr>
              <a:t>Cluster Analysis</a:t>
            </a:r>
            <a:endParaRPr lang="en-US" sz="4400" b="0" strike="noStrike" spc="-1" dirty="0"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-864573" y="4729945"/>
                <a:ext cx="6742857" cy="4642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spc="-1" dirty="0">
                  <a:solidFill>
                    <a:srgbClr val="00009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64573" y="4729945"/>
                <a:ext cx="6742857" cy="464230"/>
              </a:xfrm>
              <a:prstGeom prst="rect">
                <a:avLst/>
              </a:prstGeom>
              <a:blipFill>
                <a:blip r:embed="rId3"/>
                <a:stretch>
                  <a:fillRect t="-46053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878284" y="2111154"/>
                <a:ext cx="4071193" cy="4642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1600" b="1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  <m:r>
                            <a:rPr lang="en-US" sz="1600" b="1" i="1" spc="-1" baseline="-25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num>
                        <m:den>
                          <m:r>
                            <a:rPr lang="en-US" sz="16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  <m:r>
                            <a:rPr lang="en-US" sz="1600" b="1" i="1" spc="-1" baseline="-25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𝟎𝟏</m:t>
                          </m:r>
                          <m:r>
                            <a:rPr lang="en-US" sz="16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  <m:r>
                            <a:rPr lang="en-US" sz="1600" b="1" i="1" spc="-1" baseline="-25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sz="16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  <m:r>
                            <a:rPr lang="en-US" sz="1600" b="1" i="1" spc="-1" baseline="-25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den>
                      </m:f>
                    </m:oMath>
                  </m:oMathPara>
                </a14:m>
                <a:endParaRPr lang="en-US" sz="1600" b="1" spc="-1" dirty="0">
                  <a:solidFill>
                    <a:srgbClr val="00009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84" y="2111154"/>
                <a:ext cx="4071193" cy="464230"/>
              </a:xfrm>
              <a:prstGeom prst="rect">
                <a:avLst/>
              </a:prstGeom>
              <a:blipFill>
                <a:blip r:embed="rId4"/>
                <a:stretch>
                  <a:fillRect t="-5263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947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CustomShape 2"/>
              <p:cNvSpPr/>
              <p:nvPr/>
            </p:nvSpPr>
            <p:spPr>
              <a:xfrm>
                <a:off x="542880" y="1267560"/>
                <a:ext cx="8171912" cy="52732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0" tIns="12600" rIns="0" bIns="0">
                <a:spAutoFit/>
              </a:bodyPr>
              <a:lstStyle/>
              <a:p>
                <a:pPr marL="355680" indent="-34272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Symbol" charset="2"/>
                  <a:buChar char="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Similarity Measures for Vectors: </a:t>
                </a:r>
                <a:r>
                  <a:rPr lang="en-US" sz="2400" spc="-1" dirty="0">
                    <a:solidFill>
                      <a:srgbClr val="000090"/>
                    </a:solidFill>
                  </a:rPr>
                  <a:t>Common situation is that objects, p and q, </a:t>
                </a:r>
                <a:r>
                  <a:rPr lang="en-US" sz="2400" spc="-1" dirty="0" smtClean="0">
                    <a:solidFill>
                      <a:srgbClr val="000090"/>
                    </a:solidFill>
                  </a:rPr>
                  <a:t>are vectors</a:t>
                </a:r>
                <a:endParaRPr lang="en-US" sz="2400" b="1" spc="-1" dirty="0" smtClean="0">
                  <a:solidFill>
                    <a:srgbClr val="000090"/>
                  </a:solidFill>
                </a:endParaRPr>
              </a:p>
              <a:p>
                <a:pPr marL="813060" lvl="1" indent="-342900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Cosine Similarity:</a:t>
                </a:r>
                <a:r>
                  <a:rPr lang="en-US" sz="2400" i="1" spc="-1" dirty="0" smtClean="0">
                    <a:solidFill>
                      <a:srgbClr val="000090"/>
                    </a:solidFill>
                    <a:latin typeface="Cambria Math" panose="02040503050406030204" pitchFamily="18" charset="0"/>
                  </a:rPr>
                  <a:t/>
                </a:r>
                <a:br>
                  <a:rPr lang="en-US" sz="2400" i="1" spc="-1" dirty="0" smtClean="0">
                    <a:solidFill>
                      <a:srgbClr val="000090"/>
                    </a:solidFill>
                    <a:latin typeface="Cambria Math" panose="02040503050406030204" pitchFamily="18" charset="0"/>
                  </a:rPr>
                </a:br>
                <a:endParaRPr lang="en-US" sz="2400" b="0" i="1" spc="-1" dirty="0" smtClean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𝐶𝑜𝑠</m:t>
                      </m:r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) =</m:t>
                      </m:r>
                      <m:f>
                        <m:fPr>
                          <m:ctrlP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sz="24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d>
                            <m:dPr>
                              <m:begChr m:val="‖"/>
                              <m:endChr m:val="‖"/>
                              <m:ctrlPr>
                                <a:rPr lang="en-US" sz="2400" i="1" spc="-1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r>
                  <a:rPr lang="en-US" sz="2400" spc="-1" dirty="0" smtClean="0">
                    <a:solidFill>
                      <a:srgbClr val="000090"/>
                    </a:solidFill>
                  </a:rPr>
                  <a:t/>
                </a:r>
                <a:br>
                  <a:rPr lang="en-US" sz="2400" spc="-1" dirty="0" smtClean="0">
                    <a:solidFill>
                      <a:srgbClr val="000090"/>
                    </a:solidFill>
                  </a:rPr>
                </a:br>
                <a:r>
                  <a:rPr lang="en-US" sz="2400" spc="-1" dirty="0" smtClean="0">
                    <a:solidFill>
                      <a:srgbClr val="000090"/>
                    </a:solidFill>
                  </a:rPr>
                  <a:t>Where ‘.’ represents dot product and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400" i="1" spc="-1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pc="-1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sz="2400" i="1" spc="-1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pc="-1" smtClean="0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2400" spc="-1" dirty="0" smtClean="0">
                    <a:solidFill>
                      <a:srgbClr val="000090"/>
                    </a:solidFill>
                  </a:rPr>
                  <a:t> are lengths of vectors</a:t>
                </a: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r>
                  <a:rPr lang="en-US" sz="2400" b="1" spc="-1" dirty="0" smtClean="0">
                    <a:solidFill>
                      <a:srgbClr val="000090"/>
                    </a:solidFill>
                  </a:rPr>
                  <a:t>Example:</a:t>
                </a:r>
                <a14:m>
                  <m:oMath xmlns:m="http://schemas.openxmlformats.org/officeDocument/2006/math">
                    <m:r>
                      <a:rPr lang="en-US" b="1" i="0" spc="-1" smtClean="0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pc="-1" smtClean="0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1" spc="-1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pc="-1" smtClean="0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pc="-1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3 2 0 5 0 0 0 2 0 0</m:t>
                        </m:r>
                      </m:e>
                    </m:d>
                    <m:r>
                      <a:rPr lang="en-US" b="0" i="1" spc="-1" smtClean="0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spc="-1" smtClean="0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b="0" i="0" spc="-1" smtClean="0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i="1" spc="-1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pc="-1" smtClean="0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spc="-1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1 0 0 0 0 0 0 1 0 2</m:t>
                    </m:r>
                    <m:r>
                      <a:rPr lang="en-US" b="0" i="1" spc="-1" smtClean="0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pc="-1" dirty="0" smtClean="0">
                  <a:solidFill>
                    <a:srgbClr val="000090"/>
                  </a:solidFill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r>
                  <a:rPr lang="en-US" b="0" spc="-1" dirty="0" err="1" smtClean="0">
                    <a:solidFill>
                      <a:srgbClr val="000090"/>
                    </a:solidFill>
                  </a:rPr>
                  <a:t>p.q</a:t>
                </a:r>
                <a:r>
                  <a:rPr lang="en-US" b="0" spc="-1" dirty="0" smtClean="0">
                    <a:solidFill>
                      <a:srgbClr val="00009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pc="-1" smtClean="0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b="0" i="1" spc="-1" smtClean="0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pc="-1" smtClean="0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3∗</m:t>
                        </m:r>
                        <m:r>
                          <a:rPr lang="en-US" i="1" spc="-1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pc="-1" smtClean="0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pc="-1" smtClean="0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pc="-1" smtClean="0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i="1" spc="-1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pc="-1" smtClean="0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pc="-1" smtClean="0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pc="-1" smtClean="0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0∗</m:t>
                        </m:r>
                        <m:r>
                          <a:rPr lang="en-US" i="1" spc="-1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pc="-1" smtClean="0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pc="-1" smtClean="0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pc="-1" smtClean="0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5∗</m:t>
                        </m:r>
                        <m:r>
                          <a:rPr lang="en-US" i="1" spc="-1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pc="-1" smtClean="0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pc="-1" smtClean="0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pc="-1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0∗0</m:t>
                        </m:r>
                      </m:e>
                    </m:d>
                    <m:r>
                      <a:rPr lang="en-US" b="0" i="1" spc="-1" smtClean="0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pc="-1" smtClean="0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pc="-1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0∗0</m:t>
                        </m:r>
                      </m:e>
                    </m:d>
                    <m:r>
                      <a:rPr lang="en-US" b="0" i="1" spc="-1" smtClean="0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pc="-1" smtClean="0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pc="-1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0∗0</m:t>
                        </m:r>
                      </m:e>
                    </m:d>
                    <m:r>
                      <a:rPr lang="en-US" i="1" spc="-1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pc="-1" smtClean="0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pc="-1" smtClean="0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spc="-1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pc="-1" smtClean="0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 spc="-1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pc="-1" smtClean="0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pc="-1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0∗0</m:t>
                        </m:r>
                      </m:e>
                    </m:d>
                    <m:r>
                      <a:rPr lang="en-US" b="0" i="1" spc="-1" smtClean="0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 spc="-1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pc="-1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0∗</m:t>
                        </m:r>
                        <m:r>
                          <a:rPr lang="en-US" b="0" i="1" spc="-1" smtClean="0">
                            <a:solidFill>
                              <a:srgbClr val="00009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pc="-1" smtClean="0">
                        <a:solidFill>
                          <a:srgbClr val="00009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sz="2400" spc="-1" dirty="0" smtClean="0">
                  <a:solidFill>
                    <a:srgbClr val="000090"/>
                  </a:solidFill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 spc="-1" baseline="30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spc="-1" baseline="30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+ 0</m:t>
                          </m:r>
                          <m:r>
                            <a:rPr lang="en-US" i="1" spc="-1" baseline="30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i="1" spc="-1" baseline="30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+ 0</m:t>
                          </m:r>
                          <m:r>
                            <a:rPr lang="en-US" i="1" spc="-1" baseline="30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+ 0</m:t>
                          </m:r>
                          <m:r>
                            <a:rPr lang="en-US" i="1" spc="-1" baseline="30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+ 0</m:t>
                          </m:r>
                          <m:r>
                            <a:rPr lang="en-US" i="1" spc="-1" baseline="30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spc="-1" baseline="30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+ 0</m:t>
                          </m:r>
                          <m:r>
                            <a:rPr lang="en-US" i="1" spc="-1" baseline="30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 spc="-1" baseline="3000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US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=6.481</m:t>
                      </m:r>
                    </m:oMath>
                  </m:oMathPara>
                </a14:m>
                <a:endParaRPr lang="en-US" i="1" spc="-1" dirty="0" smtClean="0">
                  <a:solidFill>
                    <a:srgbClr val="000090"/>
                  </a:solidFill>
                  <a:latin typeface="Cambria Math" panose="02040503050406030204" pitchFamily="18" charset="0"/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pc="-1" baseline="30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0</m:t>
                          </m:r>
                          <m:r>
                            <a:rPr lang="en-US" b="0" i="1" spc="-1" baseline="30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0</m:t>
                          </m:r>
                          <m:r>
                            <a:rPr lang="en-US" b="0" i="1" spc="-1" baseline="30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0</m:t>
                          </m:r>
                          <m:r>
                            <a:rPr lang="en-US" b="0" i="1" spc="-1" baseline="30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0</m:t>
                          </m:r>
                          <m:r>
                            <a:rPr lang="en-US" b="0" i="1" spc="-1" baseline="30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0</m:t>
                          </m:r>
                          <m:r>
                            <a:rPr lang="en-US" b="0" i="1" spc="-1" baseline="30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0</m:t>
                          </m:r>
                          <m:r>
                            <a:rPr lang="en-US" b="0" i="1" spc="-1" baseline="30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1</m:t>
                          </m:r>
                          <m:r>
                            <a:rPr lang="en-US" b="0" i="1" spc="-1" baseline="30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0</m:t>
                          </m:r>
                          <m:r>
                            <a:rPr lang="en-US" b="0" i="1" spc="-1" baseline="30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 2</m:t>
                          </m:r>
                          <m:r>
                            <a:rPr lang="en-US" b="0" i="1" spc="-1" baseline="30000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US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=2.245</m:t>
                      </m:r>
                    </m:oMath>
                  </m:oMathPara>
                </a14:m>
                <a:endParaRPr lang="en-US" spc="-1" dirty="0">
                  <a:solidFill>
                    <a:srgbClr val="000090"/>
                  </a:solidFill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:endParaRPr lang="en-US" sz="2400" spc="-1" dirty="0" smtClean="0">
                  <a:solidFill>
                    <a:srgbClr val="000090"/>
                  </a:solidFill>
                </a:endParaRPr>
              </a:p>
              <a:p>
                <a:pPr marL="470160" lvl="1">
                  <a:lnSpc>
                    <a:spcPts val="2880"/>
                  </a:lnSpc>
                  <a:spcBef>
                    <a:spcPts val="99"/>
                  </a:spcBef>
                  <a:buClr>
                    <a:srgbClr val="000090"/>
                  </a:buClr>
                  <a:tabLst>
                    <a:tab pos="354960" algn="l"/>
                    <a:tab pos="3556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𝐶𝑜𝑠</m:t>
                      </m:r>
                      <m:d>
                        <m:dPr>
                          <m:ctrlP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6.481 ∗2.245</m:t>
                          </m:r>
                        </m:den>
                      </m:f>
                      <m:r>
                        <a:rPr lang="en-US" sz="24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=0.3150</m:t>
                      </m:r>
                    </m:oMath>
                  </m:oMathPara>
                </a14:m>
                <a:endParaRPr lang="en-US" sz="2400" spc="-1" dirty="0">
                  <a:solidFill>
                    <a:srgbClr val="000090"/>
                  </a:solidFill>
                </a:endParaRPr>
              </a:p>
            </p:txBody>
          </p:sp>
        </mc:Choice>
        <mc:Fallback xmlns="">
          <p:sp>
            <p:nvSpPr>
              <p:cNvPr id="127" name="Custom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80" y="1267560"/>
                <a:ext cx="8171912" cy="5273266"/>
              </a:xfrm>
              <a:prstGeom prst="rect">
                <a:avLst/>
              </a:prstGeom>
              <a:blipFill>
                <a:blip r:embed="rId2"/>
                <a:stretch>
                  <a:fillRect l="-2163" t="-2197" r="-1864" b="-27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Shape 1"/>
          <p:cNvSpPr txBox="1"/>
          <p:nvPr/>
        </p:nvSpPr>
        <p:spPr>
          <a:xfrm>
            <a:off x="542880" y="310842"/>
            <a:ext cx="8171912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7" dirty="0">
                <a:solidFill>
                  <a:srgbClr val="000090"/>
                </a:solidFill>
              </a:rPr>
              <a:t> </a:t>
            </a:r>
            <a:r>
              <a:rPr lang="en-US" sz="4400" spc="-7" dirty="0" smtClean="0">
                <a:solidFill>
                  <a:srgbClr val="000090"/>
                </a:solidFill>
              </a:rPr>
              <a:t>Cluster Analysis</a:t>
            </a:r>
            <a:endParaRPr lang="en-US" sz="4400" b="0" strike="noStrike" spc="-1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969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Shape 1"/>
          <p:cNvSpPr txBox="1"/>
          <p:nvPr/>
        </p:nvSpPr>
        <p:spPr>
          <a:xfrm>
            <a:off x="3450600" y="299880"/>
            <a:ext cx="226152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1">
                <a:solidFill>
                  <a:srgbClr val="000090"/>
                </a:solidFill>
                <a:latin typeface="Arial"/>
              </a:rPr>
              <a:t>K-Means</a:t>
            </a:r>
            <a:endParaRPr lang="en-US" sz="4400" b="0" strike="noStrike" spc="-1">
              <a:latin typeface="Calibri"/>
            </a:endParaRPr>
          </a:p>
        </p:txBody>
      </p:sp>
      <p:sp>
        <p:nvSpPr>
          <p:cNvPr id="256" name="CustomShape 2"/>
          <p:cNvSpPr/>
          <p:nvPr/>
        </p:nvSpPr>
        <p:spPr>
          <a:xfrm>
            <a:off x="85680" y="822960"/>
            <a:ext cx="8265218" cy="57376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04040" rIns="0" bIns="0">
            <a:spAutoFit/>
          </a:bodyPr>
          <a:lstStyle/>
          <a:p>
            <a:pPr marL="12960">
              <a:lnSpc>
                <a:spcPts val="3101"/>
              </a:lnSpc>
              <a:spcBef>
                <a:spcPts val="819"/>
              </a:spcBef>
              <a:buClr>
                <a:srgbClr val="000090"/>
              </a:buClr>
              <a:tabLst>
                <a:tab pos="354960" algn="l"/>
                <a:tab pos="355680" algn="l"/>
              </a:tabLst>
            </a:pPr>
            <a:r>
              <a:rPr lang="en-US" sz="3200" b="0" strike="noStrike" spc="-1" dirty="0">
                <a:solidFill>
                  <a:srgbClr val="000090"/>
                </a:solidFill>
                <a:latin typeface="Arial"/>
              </a:rPr>
              <a:t>An </a:t>
            </a:r>
            <a:r>
              <a:rPr lang="en-US" sz="3200" b="0" strike="noStrike" spc="-7" dirty="0">
                <a:solidFill>
                  <a:srgbClr val="000090"/>
                </a:solidFill>
                <a:latin typeface="Arial"/>
              </a:rPr>
              <a:t>iterative clustering </a:t>
            </a:r>
            <a:r>
              <a:rPr lang="en-US" sz="3200" b="0" strike="noStrike" spc="-7" dirty="0" smtClean="0">
                <a:solidFill>
                  <a:srgbClr val="000090"/>
                </a:solidFill>
                <a:latin typeface="Arial"/>
              </a:rPr>
              <a:t>algorithm</a:t>
            </a:r>
            <a:endParaRPr lang="en-US" sz="3200" b="0" strike="noStrike" spc="-1" dirty="0">
              <a:latin typeface="Arial"/>
            </a:endParaRPr>
          </a:p>
          <a:p>
            <a:pPr marL="762120" lvl="1" indent="-2916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Symbol" charset="2"/>
              <a:buChar char=""/>
              <a:tabLst>
                <a:tab pos="755640" algn="l"/>
              </a:tabLst>
            </a:pPr>
            <a:r>
              <a:rPr lang="en-US" sz="2800" spc="-7" dirty="0" smtClean="0">
                <a:solidFill>
                  <a:srgbClr val="000090"/>
                </a:solidFill>
              </a:rPr>
              <a:t>Each </a:t>
            </a:r>
            <a:r>
              <a:rPr lang="en-US" sz="2800" spc="-7" dirty="0">
                <a:solidFill>
                  <a:srgbClr val="000090"/>
                </a:solidFill>
              </a:rPr>
              <a:t>cluster is associated with a centroid</a:t>
            </a:r>
            <a:r>
              <a:rPr lang="en-US" sz="2800" b="1" spc="-7" dirty="0">
                <a:solidFill>
                  <a:srgbClr val="000090"/>
                </a:solidFill>
              </a:rPr>
              <a:t>(center point)</a:t>
            </a:r>
            <a:r>
              <a:rPr lang="en-US" sz="2800" spc="-7" dirty="0">
                <a:solidFill>
                  <a:srgbClr val="000090"/>
                </a:solidFill>
              </a:rPr>
              <a:t> </a:t>
            </a:r>
          </a:p>
          <a:p>
            <a:pPr marL="762120" lvl="1" indent="-2916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Symbol" charset="2"/>
              <a:buChar char="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Each point is assigned to the cluster with the closest </a:t>
            </a:r>
            <a:r>
              <a:rPr lang="en-US" sz="2800" b="1" spc="-7" dirty="0">
                <a:solidFill>
                  <a:srgbClr val="000090"/>
                </a:solidFill>
              </a:rPr>
              <a:t>centroid</a:t>
            </a:r>
          </a:p>
          <a:p>
            <a:pPr marL="762120" lvl="1" indent="-2916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Symbol" charset="2"/>
              <a:buChar char=""/>
              <a:tabLst>
                <a:tab pos="755640" algn="l"/>
              </a:tabLst>
            </a:pPr>
            <a:r>
              <a:rPr lang="en-US" sz="2800" spc="-7" dirty="0" smtClean="0">
                <a:solidFill>
                  <a:srgbClr val="000090"/>
                </a:solidFill>
              </a:rPr>
              <a:t>Number </a:t>
            </a:r>
            <a:r>
              <a:rPr lang="en-US" sz="2800" spc="-7" dirty="0">
                <a:solidFill>
                  <a:srgbClr val="000090"/>
                </a:solidFill>
              </a:rPr>
              <a:t>of clusters, </a:t>
            </a:r>
            <a:r>
              <a:rPr lang="en-US" sz="2800" b="1" spc="-7" dirty="0">
                <a:solidFill>
                  <a:srgbClr val="000090"/>
                </a:solidFill>
              </a:rPr>
              <a:t>K</a:t>
            </a:r>
            <a:r>
              <a:rPr lang="en-US" sz="2800" spc="-7" dirty="0">
                <a:solidFill>
                  <a:srgbClr val="000090"/>
                </a:solidFill>
              </a:rPr>
              <a:t>, must be </a:t>
            </a:r>
            <a:r>
              <a:rPr lang="en-US" sz="2800" spc="-7" dirty="0" smtClean="0">
                <a:solidFill>
                  <a:srgbClr val="000090"/>
                </a:solidFill>
              </a:rPr>
              <a:t>specified</a:t>
            </a:r>
            <a:endParaRPr lang="en-US" sz="2800" b="1" spc="-7" dirty="0">
              <a:solidFill>
                <a:srgbClr val="000090"/>
              </a:solidFill>
            </a:endParaRPr>
          </a:p>
          <a:p>
            <a:pPr marL="1332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endParaRPr lang="en-US" sz="2800" b="1" spc="-7" dirty="0" smtClean="0">
              <a:solidFill>
                <a:srgbClr val="000090"/>
              </a:solidFill>
            </a:endParaRPr>
          </a:p>
          <a:p>
            <a:pPr marL="1332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r>
              <a:rPr lang="en-US" sz="2800" b="1" spc="-7" dirty="0" smtClean="0">
                <a:solidFill>
                  <a:srgbClr val="000090"/>
                </a:solidFill>
              </a:rPr>
              <a:t>Algorithm</a:t>
            </a:r>
          </a:p>
          <a:p>
            <a:pPr marL="1332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endParaRPr lang="en-US" sz="2800" spc="-7" dirty="0" smtClean="0">
              <a:solidFill>
                <a:srgbClr val="000090"/>
              </a:solidFill>
            </a:endParaRPr>
          </a:p>
          <a:p>
            <a:pPr marL="470520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 Initialize: Pick K random points as cluster </a:t>
            </a:r>
            <a:r>
              <a:rPr lang="en-US" sz="2800" spc="-7" dirty="0" smtClean="0">
                <a:solidFill>
                  <a:srgbClr val="000090"/>
                </a:solidFill>
              </a:rPr>
              <a:t>centers</a:t>
            </a:r>
            <a:endParaRPr lang="en-US" sz="2800" spc="-7" dirty="0">
              <a:solidFill>
                <a:srgbClr val="000090"/>
              </a:solidFill>
            </a:endParaRPr>
          </a:p>
          <a:p>
            <a:pPr marL="470520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 Repeat:</a:t>
            </a:r>
          </a:p>
          <a:p>
            <a:pPr marL="927720" lvl="1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§"/>
              <a:tabLst>
                <a:tab pos="755640" algn="l"/>
              </a:tabLst>
            </a:pPr>
            <a:r>
              <a:rPr lang="en-US" sz="2800" spc="-7" dirty="0" smtClean="0">
                <a:solidFill>
                  <a:srgbClr val="000090"/>
                </a:solidFill>
              </a:rPr>
              <a:t>Assign </a:t>
            </a:r>
            <a:r>
              <a:rPr lang="en-US" sz="2800" spc="-7" dirty="0">
                <a:solidFill>
                  <a:srgbClr val="000090"/>
                </a:solidFill>
              </a:rPr>
              <a:t>data points to closest </a:t>
            </a:r>
            <a:r>
              <a:rPr lang="en-US" sz="2800" spc="-7" dirty="0" smtClean="0">
                <a:solidFill>
                  <a:srgbClr val="000090"/>
                </a:solidFill>
              </a:rPr>
              <a:t>cluster </a:t>
            </a:r>
            <a:r>
              <a:rPr lang="en-US" sz="2800" spc="-7" dirty="0">
                <a:solidFill>
                  <a:srgbClr val="000090"/>
                </a:solidFill>
              </a:rPr>
              <a:t>center</a:t>
            </a:r>
          </a:p>
          <a:p>
            <a:pPr marL="927720" lvl="1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§"/>
              <a:tabLst>
                <a:tab pos="755640" algn="l"/>
              </a:tabLst>
            </a:pPr>
            <a:r>
              <a:rPr lang="en-US" sz="2800" spc="-7" dirty="0" smtClean="0">
                <a:solidFill>
                  <a:srgbClr val="000090"/>
                </a:solidFill>
              </a:rPr>
              <a:t>Change </a:t>
            </a:r>
            <a:r>
              <a:rPr lang="en-US" sz="2800" spc="-7" dirty="0">
                <a:solidFill>
                  <a:srgbClr val="000090"/>
                </a:solidFill>
              </a:rPr>
              <a:t>the cluster center to the </a:t>
            </a:r>
            <a:r>
              <a:rPr lang="en-US" sz="2800" spc="-7" dirty="0" smtClean="0">
                <a:solidFill>
                  <a:srgbClr val="000090"/>
                </a:solidFill>
              </a:rPr>
              <a:t>average </a:t>
            </a:r>
            <a:r>
              <a:rPr lang="en-US" sz="2800" spc="-7" dirty="0">
                <a:solidFill>
                  <a:srgbClr val="000090"/>
                </a:solidFill>
              </a:rPr>
              <a:t>of its assigned points</a:t>
            </a:r>
          </a:p>
          <a:p>
            <a:pPr marL="470520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 Until The centroids don’t change</a:t>
            </a:r>
          </a:p>
          <a:p>
            <a:pPr marL="470520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endParaRPr lang="en-US" sz="2800" spc="-7" dirty="0" smtClean="0">
              <a:solidFill>
                <a:srgbClr val="00009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Shape 1"/>
          <p:cNvSpPr txBox="1"/>
          <p:nvPr/>
        </p:nvSpPr>
        <p:spPr>
          <a:xfrm>
            <a:off x="3450600" y="299880"/>
            <a:ext cx="226152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1">
                <a:solidFill>
                  <a:srgbClr val="000090"/>
                </a:solidFill>
                <a:latin typeface="Arial"/>
              </a:rPr>
              <a:t>K-Means</a:t>
            </a:r>
            <a:endParaRPr lang="en-US" sz="4400" b="0" strike="noStrike" spc="-1">
              <a:latin typeface="Calibri"/>
            </a:endParaRPr>
          </a:p>
        </p:txBody>
      </p:sp>
      <p:sp>
        <p:nvSpPr>
          <p:cNvPr id="256" name="CustomShape 2"/>
          <p:cNvSpPr/>
          <p:nvPr/>
        </p:nvSpPr>
        <p:spPr>
          <a:xfrm>
            <a:off x="85679" y="822960"/>
            <a:ext cx="4532401" cy="61892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04040" rIns="0" bIns="0">
            <a:spAutoFit/>
          </a:bodyPr>
          <a:lstStyle/>
          <a:p>
            <a:pPr marL="1332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r>
              <a:rPr lang="en-US" sz="2800" b="1" spc="-7" dirty="0">
                <a:solidFill>
                  <a:srgbClr val="000090"/>
                </a:solidFill>
              </a:rPr>
              <a:t>Algorithm</a:t>
            </a:r>
          </a:p>
          <a:p>
            <a:pPr marL="1332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endParaRPr lang="en-US" sz="2800" spc="-7" dirty="0">
              <a:solidFill>
                <a:srgbClr val="000090"/>
              </a:solidFill>
            </a:endParaRPr>
          </a:p>
          <a:p>
            <a:pPr marL="470520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 Initialize: Pick K random points as cluster </a:t>
            </a:r>
            <a:r>
              <a:rPr lang="en-US" sz="2800" spc="-7" dirty="0" smtClean="0">
                <a:solidFill>
                  <a:srgbClr val="000090"/>
                </a:solidFill>
              </a:rPr>
              <a:t>centers</a:t>
            </a:r>
          </a:p>
          <a:p>
            <a:pPr marL="1332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endParaRPr lang="en-US" sz="2800" spc="-7" dirty="0" smtClean="0">
              <a:solidFill>
                <a:srgbClr val="000090"/>
              </a:solidFill>
            </a:endParaRPr>
          </a:p>
          <a:p>
            <a:pPr marL="1332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endParaRPr lang="en-US" sz="2800" spc="-7" dirty="0">
              <a:solidFill>
                <a:srgbClr val="000090"/>
              </a:solidFill>
            </a:endParaRPr>
          </a:p>
          <a:p>
            <a:pPr marL="470520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 Repeat:</a:t>
            </a:r>
          </a:p>
          <a:p>
            <a:pPr marL="927720" lvl="1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§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Assign data points to closest cluster center</a:t>
            </a:r>
          </a:p>
          <a:p>
            <a:pPr marL="927720" lvl="1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§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Change the cluster center to the average of its assigned </a:t>
            </a:r>
            <a:r>
              <a:rPr lang="en-US" sz="2800" spc="-7" dirty="0" smtClean="0">
                <a:solidFill>
                  <a:srgbClr val="000090"/>
                </a:solidFill>
              </a:rPr>
              <a:t>points</a:t>
            </a:r>
          </a:p>
          <a:p>
            <a:pPr marL="927720" lvl="1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§"/>
              <a:tabLst>
                <a:tab pos="755640" algn="l"/>
              </a:tabLst>
            </a:pPr>
            <a:endParaRPr lang="en-US" sz="2800" spc="-7" dirty="0">
              <a:solidFill>
                <a:srgbClr val="000090"/>
              </a:solidFill>
            </a:endParaRPr>
          </a:p>
          <a:p>
            <a:pPr marL="470520" lvl="1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endParaRPr lang="en-US" sz="2800" spc="-7" dirty="0">
              <a:solidFill>
                <a:srgbClr val="000090"/>
              </a:solidFill>
            </a:endParaRPr>
          </a:p>
          <a:p>
            <a:pPr marL="470520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 Until The centroids don’t change</a:t>
            </a:r>
          </a:p>
          <a:p>
            <a:pPr marL="12960">
              <a:lnSpc>
                <a:spcPts val="3101"/>
              </a:lnSpc>
              <a:spcBef>
                <a:spcPts val="819"/>
              </a:spcBef>
              <a:buClr>
                <a:srgbClr val="000090"/>
              </a:buClr>
              <a:tabLst>
                <a:tab pos="354960" algn="l"/>
                <a:tab pos="355680" algn="l"/>
              </a:tabLst>
            </a:pPr>
            <a:endParaRPr lang="en-US" sz="2800" b="0" strike="noStrike" spc="-1" dirty="0">
              <a:latin typeface="Arial"/>
            </a:endParaRPr>
          </a:p>
        </p:txBody>
      </p:sp>
      <p:sp>
        <p:nvSpPr>
          <p:cNvPr id="257" name="CustomShape 3"/>
          <p:cNvSpPr/>
          <p:nvPr/>
        </p:nvSpPr>
        <p:spPr>
          <a:xfrm>
            <a:off x="4618080" y="914400"/>
            <a:ext cx="4343040" cy="434304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427409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Shape 1"/>
          <p:cNvSpPr txBox="1"/>
          <p:nvPr/>
        </p:nvSpPr>
        <p:spPr>
          <a:xfrm>
            <a:off x="3450600" y="299880"/>
            <a:ext cx="226152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1">
                <a:solidFill>
                  <a:srgbClr val="000090"/>
                </a:solidFill>
                <a:latin typeface="Arial"/>
              </a:rPr>
              <a:t>K-Means</a:t>
            </a:r>
            <a:endParaRPr lang="en-US" sz="4400" b="0" strike="noStrike" spc="-1">
              <a:latin typeface="Calibri"/>
            </a:endParaRPr>
          </a:p>
        </p:txBody>
      </p:sp>
      <p:sp>
        <p:nvSpPr>
          <p:cNvPr id="256" name="CustomShape 2"/>
          <p:cNvSpPr/>
          <p:nvPr/>
        </p:nvSpPr>
        <p:spPr>
          <a:xfrm>
            <a:off x="85680" y="822960"/>
            <a:ext cx="4648322" cy="61892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04040" rIns="0" bIns="0">
            <a:spAutoFit/>
          </a:bodyPr>
          <a:lstStyle/>
          <a:p>
            <a:pPr marL="1332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r>
              <a:rPr lang="en-US" sz="2800" b="1" spc="-7" dirty="0">
                <a:solidFill>
                  <a:srgbClr val="000090"/>
                </a:solidFill>
              </a:rPr>
              <a:t>Algorithm</a:t>
            </a:r>
          </a:p>
          <a:p>
            <a:pPr marL="1332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endParaRPr lang="en-US" sz="2800" spc="-7" dirty="0">
              <a:solidFill>
                <a:srgbClr val="000090"/>
              </a:solidFill>
            </a:endParaRPr>
          </a:p>
          <a:p>
            <a:pPr marL="470520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 Initialize: Pick K random points as cluster </a:t>
            </a:r>
            <a:r>
              <a:rPr lang="en-US" sz="2800" spc="-7" dirty="0" smtClean="0">
                <a:solidFill>
                  <a:srgbClr val="000090"/>
                </a:solidFill>
              </a:rPr>
              <a:t>centers</a:t>
            </a:r>
          </a:p>
          <a:p>
            <a:pPr marL="1332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endParaRPr lang="en-US" sz="2800" spc="-7" dirty="0" smtClean="0">
              <a:solidFill>
                <a:srgbClr val="000090"/>
              </a:solidFill>
            </a:endParaRPr>
          </a:p>
          <a:p>
            <a:pPr marL="1332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endParaRPr lang="en-US" sz="2800" spc="-7" dirty="0">
              <a:solidFill>
                <a:srgbClr val="000090"/>
              </a:solidFill>
            </a:endParaRPr>
          </a:p>
          <a:p>
            <a:pPr marL="470520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 Repeat:</a:t>
            </a:r>
          </a:p>
          <a:p>
            <a:pPr marL="927720" lvl="1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§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Assign data points to closest cluster center</a:t>
            </a:r>
          </a:p>
          <a:p>
            <a:pPr marL="927720" lvl="1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§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Change the cluster center to the average of its assigned </a:t>
            </a:r>
            <a:r>
              <a:rPr lang="en-US" sz="2800" spc="-7" dirty="0" smtClean="0">
                <a:solidFill>
                  <a:srgbClr val="000090"/>
                </a:solidFill>
              </a:rPr>
              <a:t>points</a:t>
            </a:r>
          </a:p>
          <a:p>
            <a:pPr marL="927720" lvl="1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§"/>
              <a:tabLst>
                <a:tab pos="755640" algn="l"/>
              </a:tabLst>
            </a:pPr>
            <a:endParaRPr lang="en-US" sz="2800" spc="-7" dirty="0">
              <a:solidFill>
                <a:srgbClr val="000090"/>
              </a:solidFill>
            </a:endParaRPr>
          </a:p>
          <a:p>
            <a:pPr marL="470520" lvl="1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endParaRPr lang="en-US" sz="2800" spc="-7" dirty="0">
              <a:solidFill>
                <a:srgbClr val="000090"/>
              </a:solidFill>
            </a:endParaRPr>
          </a:p>
          <a:p>
            <a:pPr marL="470520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 Until The centroids don’t change</a:t>
            </a:r>
          </a:p>
          <a:p>
            <a:pPr marL="12960">
              <a:lnSpc>
                <a:spcPts val="3101"/>
              </a:lnSpc>
              <a:spcBef>
                <a:spcPts val="819"/>
              </a:spcBef>
              <a:buClr>
                <a:srgbClr val="000090"/>
              </a:buClr>
              <a:tabLst>
                <a:tab pos="354960" algn="l"/>
                <a:tab pos="355680" algn="l"/>
              </a:tabLst>
            </a:pPr>
            <a:endParaRPr lang="en-US" sz="2800" b="0" strike="noStrike" spc="-1" dirty="0">
              <a:latin typeface="Arial"/>
            </a:endParaRPr>
          </a:p>
        </p:txBody>
      </p:sp>
      <p:grpSp>
        <p:nvGrpSpPr>
          <p:cNvPr id="5" name="Group 2"/>
          <p:cNvGrpSpPr/>
          <p:nvPr/>
        </p:nvGrpSpPr>
        <p:grpSpPr>
          <a:xfrm>
            <a:off x="4734001" y="1457640"/>
            <a:ext cx="4343040" cy="4401720"/>
            <a:chOff x="4655160" y="1676520"/>
            <a:chExt cx="4343040" cy="4401720"/>
          </a:xfrm>
        </p:grpSpPr>
        <p:sp>
          <p:nvSpPr>
            <p:cNvPr id="6" name="CustomShape 3"/>
            <p:cNvSpPr/>
            <p:nvPr/>
          </p:nvSpPr>
          <p:spPr>
            <a:xfrm>
              <a:off x="4655160" y="1676520"/>
              <a:ext cx="4343040" cy="43430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" name="CustomShape 4"/>
            <p:cNvSpPr/>
            <p:nvPr/>
          </p:nvSpPr>
          <p:spPr>
            <a:xfrm>
              <a:off x="6398280" y="5388120"/>
              <a:ext cx="88560" cy="88560"/>
            </a:xfrm>
            <a:prstGeom prst="rect">
              <a:avLst/>
            </a:prstGeom>
            <a:blipFill rotWithShape="0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" name="CustomShape 5"/>
            <p:cNvSpPr/>
            <p:nvPr/>
          </p:nvSpPr>
          <p:spPr>
            <a:xfrm>
              <a:off x="6702840" y="5499000"/>
              <a:ext cx="90000" cy="8856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" name="CustomShape 6"/>
            <p:cNvSpPr/>
            <p:nvPr/>
          </p:nvSpPr>
          <p:spPr>
            <a:xfrm>
              <a:off x="7244280" y="4799160"/>
              <a:ext cx="88560" cy="88560"/>
            </a:xfrm>
            <a:prstGeom prst="rect">
              <a:avLst/>
            </a:prstGeom>
            <a:blipFill rotWithShape="0"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" name="CustomShape 7"/>
            <p:cNvSpPr/>
            <p:nvPr/>
          </p:nvSpPr>
          <p:spPr>
            <a:xfrm>
              <a:off x="6498360" y="4964040"/>
              <a:ext cx="90000" cy="88560"/>
            </a:xfrm>
            <a:prstGeom prst="rect">
              <a:avLst/>
            </a:prstGeom>
            <a:blipFill rotWithShape="0"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" name="CustomShape 8"/>
            <p:cNvSpPr/>
            <p:nvPr/>
          </p:nvSpPr>
          <p:spPr>
            <a:xfrm>
              <a:off x="6204600" y="2952720"/>
              <a:ext cx="88560" cy="87120"/>
            </a:xfrm>
            <a:prstGeom prst="rect">
              <a:avLst/>
            </a:prstGeom>
            <a:blipFill rotWithShape="0">
              <a:blip r:embed="rId7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" name="CustomShape 9"/>
            <p:cNvSpPr/>
            <p:nvPr/>
          </p:nvSpPr>
          <p:spPr>
            <a:xfrm>
              <a:off x="4712400" y="2349360"/>
              <a:ext cx="4118400" cy="3728880"/>
            </a:xfrm>
            <a:custGeom>
              <a:avLst/>
              <a:gdLst/>
              <a:ahLst/>
              <a:cxnLst/>
              <a:rect l="l" t="t" r="r" b="b"/>
              <a:pathLst>
                <a:path w="4118609" h="3729354">
                  <a:moveTo>
                    <a:pt x="4117982" y="0"/>
                  </a:moveTo>
                  <a:lnTo>
                    <a:pt x="2039941" y="1684340"/>
                  </a:lnTo>
                  <a:moveTo>
                    <a:pt x="2039941" y="1684340"/>
                  </a:moveTo>
                  <a:lnTo>
                    <a:pt x="2195511" y="2768601"/>
                  </a:lnTo>
                  <a:moveTo>
                    <a:pt x="2195511" y="2768601"/>
                  </a:moveTo>
                  <a:lnTo>
                    <a:pt x="2873381" y="3244851"/>
                  </a:lnTo>
                  <a:moveTo>
                    <a:pt x="2195511" y="2768601"/>
                  </a:moveTo>
                  <a:lnTo>
                    <a:pt x="1873251" y="2900361"/>
                  </a:lnTo>
                  <a:moveTo>
                    <a:pt x="1884361" y="2900361"/>
                  </a:moveTo>
                  <a:lnTo>
                    <a:pt x="0" y="2444751"/>
                  </a:lnTo>
                  <a:moveTo>
                    <a:pt x="1884361" y="2900361"/>
                  </a:moveTo>
                  <a:lnTo>
                    <a:pt x="1844671" y="3729042"/>
                  </a:lnTo>
                  <a:moveTo>
                    <a:pt x="2049461" y="1684340"/>
                  </a:moveTo>
                  <a:lnTo>
                    <a:pt x="19050" y="1863731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" name="CustomShape 10"/>
            <p:cNvSpPr/>
            <p:nvPr/>
          </p:nvSpPr>
          <p:spPr>
            <a:xfrm>
              <a:off x="6728400" y="2800440"/>
              <a:ext cx="110880" cy="105840"/>
            </a:xfrm>
            <a:prstGeom prst="rect">
              <a:avLst/>
            </a:prstGeom>
            <a:blipFill rotWithShape="0"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" name="CustomShape 11"/>
            <p:cNvSpPr/>
            <p:nvPr/>
          </p:nvSpPr>
          <p:spPr>
            <a:xfrm>
              <a:off x="6858720" y="5535720"/>
              <a:ext cx="110880" cy="107640"/>
            </a:xfrm>
            <a:prstGeom prst="rect">
              <a:avLst/>
            </a:prstGeom>
            <a:blipFill rotWithShape="0"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" name="CustomShape 12"/>
            <p:cNvSpPr/>
            <p:nvPr/>
          </p:nvSpPr>
          <p:spPr>
            <a:xfrm>
              <a:off x="5620320" y="5275440"/>
              <a:ext cx="110880" cy="107640"/>
            </a:xfrm>
            <a:prstGeom prst="rect">
              <a:avLst/>
            </a:prstGeom>
            <a:blipFill rotWithShape="0">
              <a:blip r:embed="rId10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" name="CustomShape 13"/>
            <p:cNvSpPr/>
            <p:nvPr/>
          </p:nvSpPr>
          <p:spPr>
            <a:xfrm>
              <a:off x="5815440" y="4689360"/>
              <a:ext cx="110880" cy="105840"/>
            </a:xfrm>
            <a:prstGeom prst="rect">
              <a:avLst/>
            </a:prstGeom>
            <a:blipFill rotWithShape="0">
              <a:blip r:embed="rId11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" name="CustomShape 14"/>
            <p:cNvSpPr/>
            <p:nvPr/>
          </p:nvSpPr>
          <p:spPr>
            <a:xfrm>
              <a:off x="7704720" y="4038480"/>
              <a:ext cx="110880" cy="105840"/>
            </a:xfrm>
            <a:prstGeom prst="rect">
              <a:avLst/>
            </a:prstGeom>
            <a:blipFill rotWithShape="0">
              <a:blip r:embed="rId1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" name="CustomShape 15"/>
            <p:cNvSpPr/>
            <p:nvPr/>
          </p:nvSpPr>
          <p:spPr>
            <a:xfrm>
              <a:off x="6258600" y="2773440"/>
              <a:ext cx="388800" cy="125280"/>
            </a:xfrm>
            <a:custGeom>
              <a:avLst/>
              <a:gdLst/>
              <a:ahLst/>
              <a:cxnLst/>
              <a:rect l="l" t="t" r="r" b="b"/>
              <a:pathLst>
                <a:path w="389254" h="125730">
                  <a:moveTo>
                    <a:pt x="0" y="125420"/>
                  </a:moveTo>
                  <a:lnTo>
                    <a:pt x="26980" y="69060"/>
                  </a:lnTo>
                  <a:lnTo>
                    <a:pt x="71430" y="37310"/>
                  </a:lnTo>
                  <a:lnTo>
                    <a:pt x="127000" y="18260"/>
                  </a:lnTo>
                  <a:lnTo>
                    <a:pt x="187320" y="0"/>
                  </a:lnTo>
                  <a:lnTo>
                    <a:pt x="301620" y="11110"/>
                  </a:lnTo>
                  <a:lnTo>
                    <a:pt x="338930" y="14290"/>
                  </a:lnTo>
                  <a:lnTo>
                    <a:pt x="380200" y="17460"/>
                  </a:lnTo>
                  <a:lnTo>
                    <a:pt x="389020" y="18060"/>
                  </a:lnTo>
                </a:path>
              </a:pathLst>
            </a:custGeom>
            <a:noFill/>
            <a:ln w="38160">
              <a:solidFill>
                <a:srgbClr val="D81E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9" name="CustomShape 16"/>
            <p:cNvSpPr/>
            <p:nvPr/>
          </p:nvSpPr>
          <p:spPr>
            <a:xfrm>
              <a:off x="6567480" y="2729160"/>
              <a:ext cx="117720" cy="114120"/>
            </a:xfrm>
            <a:custGeom>
              <a:avLst/>
              <a:gdLst/>
              <a:ahLst/>
              <a:cxnLst/>
              <a:rect l="l" t="t" r="r" b="b"/>
              <a:pathLst>
                <a:path w="118109" h="114300">
                  <a:moveTo>
                    <a:pt x="7734" y="0"/>
                  </a:moveTo>
                  <a:lnTo>
                    <a:pt x="0" y="114033"/>
                  </a:lnTo>
                  <a:lnTo>
                    <a:pt x="117906" y="64744"/>
                  </a:lnTo>
                  <a:lnTo>
                    <a:pt x="7734" y="0"/>
                  </a:lnTo>
                  <a:close/>
                </a:path>
              </a:pathLst>
            </a:custGeom>
            <a:solidFill>
              <a:srgbClr val="D81E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" name="CustomShape 17"/>
            <p:cNvSpPr/>
            <p:nvPr/>
          </p:nvSpPr>
          <p:spPr>
            <a:xfrm>
              <a:off x="7395120" y="4302000"/>
              <a:ext cx="359640" cy="514800"/>
            </a:xfrm>
            <a:custGeom>
              <a:avLst/>
              <a:gdLst/>
              <a:ahLst/>
              <a:cxnLst/>
              <a:rect l="l" t="t" r="r" b="b"/>
              <a:pathLst>
                <a:path w="360045" h="514985">
                  <a:moveTo>
                    <a:pt x="0" y="514540"/>
                  </a:moveTo>
                  <a:lnTo>
                    <a:pt x="86510" y="462150"/>
                  </a:lnTo>
                  <a:lnTo>
                    <a:pt x="127790" y="434370"/>
                  </a:lnTo>
                  <a:lnTo>
                    <a:pt x="166680" y="400240"/>
                  </a:lnTo>
                  <a:lnTo>
                    <a:pt x="218280" y="347850"/>
                  </a:lnTo>
                  <a:lnTo>
                    <a:pt x="246060" y="309750"/>
                  </a:lnTo>
                  <a:lnTo>
                    <a:pt x="278600" y="241490"/>
                  </a:lnTo>
                  <a:lnTo>
                    <a:pt x="301620" y="201000"/>
                  </a:lnTo>
                  <a:lnTo>
                    <a:pt x="324640" y="161320"/>
                  </a:lnTo>
                  <a:lnTo>
                    <a:pt x="342900" y="118450"/>
                  </a:lnTo>
                  <a:lnTo>
                    <a:pt x="348450" y="82740"/>
                  </a:lnTo>
                  <a:lnTo>
                    <a:pt x="355600" y="41460"/>
                  </a:lnTo>
                  <a:lnTo>
                    <a:pt x="359740" y="0"/>
                  </a:lnTo>
                </a:path>
              </a:pathLst>
            </a:custGeom>
            <a:noFill/>
            <a:ln w="38160">
              <a:solidFill>
                <a:srgbClr val="D81E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1" name="CustomShape 18"/>
            <p:cNvSpPr/>
            <p:nvPr/>
          </p:nvSpPr>
          <p:spPr>
            <a:xfrm>
              <a:off x="7690320" y="4264200"/>
              <a:ext cx="114120" cy="119520"/>
            </a:xfrm>
            <a:custGeom>
              <a:avLst/>
              <a:gdLst/>
              <a:ahLst/>
              <a:cxnLst/>
              <a:rect l="l" t="t" r="r" b="b"/>
              <a:pathLst>
                <a:path w="114300" h="120014">
                  <a:moveTo>
                    <a:pt x="68237" y="0"/>
                  </a:moveTo>
                  <a:lnTo>
                    <a:pt x="0" y="108051"/>
                  </a:lnTo>
                  <a:lnTo>
                    <a:pt x="113728" y="119418"/>
                  </a:lnTo>
                  <a:lnTo>
                    <a:pt x="68237" y="0"/>
                  </a:lnTo>
                  <a:close/>
                </a:path>
              </a:pathLst>
            </a:custGeom>
            <a:solidFill>
              <a:srgbClr val="D81E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2" name="CustomShape 19"/>
            <p:cNvSpPr/>
            <p:nvPr/>
          </p:nvSpPr>
          <p:spPr>
            <a:xfrm>
              <a:off x="6045120" y="4816440"/>
              <a:ext cx="464400" cy="114120"/>
            </a:xfrm>
            <a:custGeom>
              <a:avLst/>
              <a:gdLst/>
              <a:ahLst/>
              <a:cxnLst/>
              <a:rect l="l" t="t" r="r" b="b"/>
              <a:pathLst>
                <a:path w="464820" h="114300">
                  <a:moveTo>
                    <a:pt x="464340" y="114300"/>
                  </a:moveTo>
                  <a:lnTo>
                    <a:pt x="427030" y="72230"/>
                  </a:lnTo>
                  <a:lnTo>
                    <a:pt x="381790" y="43650"/>
                  </a:lnTo>
                  <a:lnTo>
                    <a:pt x="330200" y="26190"/>
                  </a:lnTo>
                  <a:lnTo>
                    <a:pt x="274630" y="16660"/>
                  </a:lnTo>
                  <a:lnTo>
                    <a:pt x="215900" y="12700"/>
                  </a:lnTo>
                  <a:lnTo>
                    <a:pt x="157950" y="11900"/>
                  </a:lnTo>
                  <a:lnTo>
                    <a:pt x="100800" y="12700"/>
                  </a:lnTo>
                  <a:lnTo>
                    <a:pt x="46830" y="11110"/>
                  </a:lnTo>
                  <a:lnTo>
                    <a:pt x="36510" y="7140"/>
                  </a:lnTo>
                  <a:lnTo>
                    <a:pt x="15870" y="0"/>
                  </a:lnTo>
                  <a:lnTo>
                    <a:pt x="0" y="0"/>
                  </a:lnTo>
                </a:path>
              </a:pathLst>
            </a:custGeom>
            <a:noFill/>
            <a:ln w="38160">
              <a:solidFill>
                <a:srgbClr val="D81E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3" name="CustomShape 20"/>
            <p:cNvSpPr/>
            <p:nvPr/>
          </p:nvSpPr>
          <p:spPr>
            <a:xfrm>
              <a:off x="6006960" y="4759200"/>
              <a:ext cx="114120" cy="11412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D81E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4" name="CustomShape 21"/>
            <p:cNvSpPr/>
            <p:nvPr/>
          </p:nvSpPr>
          <p:spPr>
            <a:xfrm>
              <a:off x="5873760" y="5399280"/>
              <a:ext cx="510120" cy="167760"/>
            </a:xfrm>
            <a:custGeom>
              <a:avLst/>
              <a:gdLst/>
              <a:ahLst/>
              <a:cxnLst/>
              <a:rect l="l" t="t" r="r" b="b"/>
              <a:pathLst>
                <a:path w="510539" h="168275">
                  <a:moveTo>
                    <a:pt x="510000" y="126080"/>
                  </a:moveTo>
                  <a:lnTo>
                    <a:pt x="485390" y="141960"/>
                  </a:lnTo>
                  <a:lnTo>
                    <a:pt x="460790" y="153070"/>
                  </a:lnTo>
                  <a:lnTo>
                    <a:pt x="435390" y="161010"/>
                  </a:lnTo>
                  <a:lnTo>
                    <a:pt x="405220" y="168150"/>
                  </a:lnTo>
                  <a:lnTo>
                    <a:pt x="321880" y="165770"/>
                  </a:lnTo>
                  <a:lnTo>
                    <a:pt x="238540" y="158630"/>
                  </a:lnTo>
                  <a:lnTo>
                    <a:pt x="188530" y="135610"/>
                  </a:lnTo>
                  <a:lnTo>
                    <a:pt x="136140" y="92750"/>
                  </a:lnTo>
                  <a:lnTo>
                    <a:pt x="80580" y="45120"/>
                  </a:lnTo>
                  <a:lnTo>
                    <a:pt x="51210" y="26070"/>
                  </a:lnTo>
                  <a:lnTo>
                    <a:pt x="20250" y="11780"/>
                  </a:lnTo>
                  <a:lnTo>
                    <a:pt x="0" y="0"/>
                  </a:lnTo>
                </a:path>
              </a:pathLst>
            </a:custGeom>
            <a:noFill/>
            <a:ln w="38160">
              <a:solidFill>
                <a:srgbClr val="D81E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5" name="CustomShape 22"/>
            <p:cNvSpPr/>
            <p:nvPr/>
          </p:nvSpPr>
          <p:spPr>
            <a:xfrm>
              <a:off x="5841000" y="5380200"/>
              <a:ext cx="127440" cy="106920"/>
            </a:xfrm>
            <a:custGeom>
              <a:avLst/>
              <a:gdLst/>
              <a:ahLst/>
              <a:cxnLst/>
              <a:rect l="l" t="t" r="r" b="b"/>
              <a:pathLst>
                <a:path w="127635" h="107314">
                  <a:moveTo>
                    <a:pt x="0" y="0"/>
                  </a:moveTo>
                  <a:lnTo>
                    <a:pt x="70027" y="106895"/>
                  </a:lnTo>
                  <a:lnTo>
                    <a:pt x="127533" y="8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1E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" name="CustomShape 23"/>
            <p:cNvSpPr/>
            <p:nvPr/>
          </p:nvSpPr>
          <p:spPr>
            <a:xfrm>
              <a:off x="6667920" y="5640480"/>
              <a:ext cx="223200" cy="228240"/>
            </a:xfrm>
            <a:custGeom>
              <a:avLst/>
              <a:gdLst/>
              <a:ahLst/>
              <a:cxnLst/>
              <a:rect l="l" t="t" r="r" b="b"/>
              <a:pathLst>
                <a:path w="223520" h="228600">
                  <a:moveTo>
                    <a:pt x="38890" y="0"/>
                  </a:moveTo>
                  <a:lnTo>
                    <a:pt x="14290" y="55560"/>
                  </a:lnTo>
                  <a:lnTo>
                    <a:pt x="5560" y="85720"/>
                  </a:lnTo>
                  <a:lnTo>
                    <a:pt x="790" y="116680"/>
                  </a:lnTo>
                  <a:lnTo>
                    <a:pt x="0" y="146840"/>
                  </a:lnTo>
                  <a:lnTo>
                    <a:pt x="5560" y="175420"/>
                  </a:lnTo>
                  <a:lnTo>
                    <a:pt x="18260" y="203200"/>
                  </a:lnTo>
                  <a:lnTo>
                    <a:pt x="38890" y="228600"/>
                  </a:lnTo>
                  <a:lnTo>
                    <a:pt x="96840" y="224630"/>
                  </a:lnTo>
                  <a:lnTo>
                    <a:pt x="153190" y="217490"/>
                  </a:lnTo>
                  <a:lnTo>
                    <a:pt x="188120" y="171450"/>
                  </a:lnTo>
                  <a:lnTo>
                    <a:pt x="200820" y="138900"/>
                  </a:lnTo>
                  <a:lnTo>
                    <a:pt x="207170" y="124620"/>
                  </a:lnTo>
                  <a:lnTo>
                    <a:pt x="215110" y="113500"/>
                  </a:lnTo>
                  <a:lnTo>
                    <a:pt x="219870" y="100800"/>
                  </a:lnTo>
                  <a:lnTo>
                    <a:pt x="223040" y="92870"/>
                  </a:lnTo>
                  <a:lnTo>
                    <a:pt x="223300" y="89580"/>
                  </a:lnTo>
                </a:path>
              </a:pathLst>
            </a:custGeom>
            <a:noFill/>
            <a:ln w="38160">
              <a:solidFill>
                <a:srgbClr val="D81E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7" name="CustomShape 24"/>
            <p:cNvSpPr/>
            <p:nvPr/>
          </p:nvSpPr>
          <p:spPr>
            <a:xfrm>
              <a:off x="6828480" y="5691960"/>
              <a:ext cx="114120" cy="118440"/>
            </a:xfrm>
            <a:custGeom>
              <a:avLst/>
              <a:gdLst/>
              <a:ahLst/>
              <a:cxnLst/>
              <a:rect l="l" t="t" r="r" b="b"/>
              <a:pathLst>
                <a:path w="114300" h="118745">
                  <a:moveTo>
                    <a:pt x="65760" y="0"/>
                  </a:moveTo>
                  <a:lnTo>
                    <a:pt x="0" y="109575"/>
                  </a:lnTo>
                  <a:lnTo>
                    <a:pt x="113969" y="118338"/>
                  </a:lnTo>
                  <a:lnTo>
                    <a:pt x="65760" y="0"/>
                  </a:lnTo>
                  <a:close/>
                </a:path>
              </a:pathLst>
            </a:custGeom>
            <a:solidFill>
              <a:srgbClr val="D81E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  <p:extLst>
      <p:ext uri="{BB962C8B-B14F-4D97-AF65-F5344CB8AC3E}">
        <p14:creationId xmlns:p14="http://schemas.microsoft.com/office/powerpoint/2010/main" val="3492893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Shape 1"/>
          <p:cNvSpPr txBox="1"/>
          <p:nvPr/>
        </p:nvSpPr>
        <p:spPr>
          <a:xfrm>
            <a:off x="3450600" y="299880"/>
            <a:ext cx="226152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1">
                <a:solidFill>
                  <a:srgbClr val="000090"/>
                </a:solidFill>
                <a:latin typeface="Arial"/>
              </a:rPr>
              <a:t>K-Means</a:t>
            </a:r>
            <a:endParaRPr lang="en-US" sz="4400" b="0" strike="noStrike" spc="-1">
              <a:latin typeface="Calibri"/>
            </a:endParaRPr>
          </a:p>
        </p:txBody>
      </p:sp>
      <p:sp>
        <p:nvSpPr>
          <p:cNvPr id="256" name="CustomShape 2"/>
          <p:cNvSpPr/>
          <p:nvPr/>
        </p:nvSpPr>
        <p:spPr>
          <a:xfrm>
            <a:off x="85680" y="822960"/>
            <a:ext cx="4648322" cy="4540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04040" rIns="0" bIns="0">
            <a:spAutoFit/>
          </a:bodyPr>
          <a:lstStyle/>
          <a:p>
            <a:pPr marL="1332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r>
              <a:rPr lang="en-US" sz="2800" b="1" spc="-7" dirty="0" smtClean="0">
                <a:solidFill>
                  <a:srgbClr val="000090"/>
                </a:solidFill>
              </a:rPr>
              <a:t>Example</a:t>
            </a:r>
            <a:endParaRPr lang="en-US" sz="2800" b="1" spc="-7" dirty="0">
              <a:solidFill>
                <a:srgbClr val="00009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413" y="1649576"/>
            <a:ext cx="6149873" cy="35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536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Shape 1"/>
          <p:cNvSpPr txBox="1"/>
          <p:nvPr/>
        </p:nvSpPr>
        <p:spPr>
          <a:xfrm>
            <a:off x="3450600" y="299880"/>
            <a:ext cx="226152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1">
                <a:solidFill>
                  <a:srgbClr val="000090"/>
                </a:solidFill>
                <a:latin typeface="Arial"/>
              </a:rPr>
              <a:t>K-Means</a:t>
            </a:r>
            <a:endParaRPr lang="en-US" sz="4400" b="0" strike="noStrike" spc="-1">
              <a:latin typeface="Calibri"/>
            </a:endParaRPr>
          </a:p>
        </p:txBody>
      </p:sp>
      <p:sp>
        <p:nvSpPr>
          <p:cNvPr id="256" name="CustomShape 2"/>
          <p:cNvSpPr/>
          <p:nvPr/>
        </p:nvSpPr>
        <p:spPr>
          <a:xfrm>
            <a:off x="85680" y="822960"/>
            <a:ext cx="4648322" cy="4540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04040" rIns="0" bIns="0">
            <a:spAutoFit/>
          </a:bodyPr>
          <a:lstStyle/>
          <a:p>
            <a:pPr marL="1332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r>
              <a:rPr lang="en-US" sz="2800" b="1" spc="-7" dirty="0" smtClean="0">
                <a:solidFill>
                  <a:srgbClr val="000090"/>
                </a:solidFill>
              </a:rPr>
              <a:t>Example</a:t>
            </a:r>
            <a:endParaRPr lang="en-US" sz="2800" b="1" spc="-7" dirty="0">
              <a:solidFill>
                <a:srgbClr val="00009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86" y="1277022"/>
            <a:ext cx="8390347" cy="486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67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Shape 1"/>
          <p:cNvSpPr txBox="1"/>
          <p:nvPr/>
        </p:nvSpPr>
        <p:spPr>
          <a:xfrm>
            <a:off x="3450600" y="299880"/>
            <a:ext cx="226152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1">
                <a:solidFill>
                  <a:srgbClr val="000090"/>
                </a:solidFill>
                <a:latin typeface="Arial"/>
              </a:rPr>
              <a:t>K-Means</a:t>
            </a:r>
            <a:endParaRPr lang="en-US" sz="4400" b="0" strike="noStrike" spc="-1">
              <a:latin typeface="Calibri"/>
            </a:endParaRPr>
          </a:p>
        </p:txBody>
      </p:sp>
      <p:sp>
        <p:nvSpPr>
          <p:cNvPr id="256" name="CustomShape 2"/>
          <p:cNvSpPr/>
          <p:nvPr/>
        </p:nvSpPr>
        <p:spPr>
          <a:xfrm>
            <a:off x="85680" y="822960"/>
            <a:ext cx="4648322" cy="4540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04040" rIns="0" bIns="0">
            <a:spAutoFit/>
          </a:bodyPr>
          <a:lstStyle/>
          <a:p>
            <a:pPr marL="1332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r>
              <a:rPr lang="en-US" sz="2800" b="1" spc="-7" dirty="0" smtClean="0">
                <a:solidFill>
                  <a:srgbClr val="000090"/>
                </a:solidFill>
              </a:rPr>
              <a:t>Example</a:t>
            </a:r>
            <a:endParaRPr lang="en-US" sz="2800" b="1" spc="-7" dirty="0">
              <a:solidFill>
                <a:srgbClr val="00009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84" y="1360247"/>
            <a:ext cx="7468247" cy="53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83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Shape 1"/>
          <p:cNvSpPr txBox="1"/>
          <p:nvPr/>
        </p:nvSpPr>
        <p:spPr>
          <a:xfrm>
            <a:off x="3450600" y="299880"/>
            <a:ext cx="226152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1">
                <a:solidFill>
                  <a:srgbClr val="000090"/>
                </a:solidFill>
                <a:latin typeface="Arial"/>
              </a:rPr>
              <a:t>K-Means</a:t>
            </a:r>
            <a:endParaRPr lang="en-US" sz="4400" b="0" strike="noStrike" spc="-1">
              <a:latin typeface="Calibri"/>
            </a:endParaRPr>
          </a:p>
        </p:txBody>
      </p:sp>
      <p:sp>
        <p:nvSpPr>
          <p:cNvPr id="256" name="CustomShape 2"/>
          <p:cNvSpPr/>
          <p:nvPr/>
        </p:nvSpPr>
        <p:spPr>
          <a:xfrm>
            <a:off x="85680" y="822960"/>
            <a:ext cx="4648322" cy="4540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04040" rIns="0" bIns="0">
            <a:spAutoFit/>
          </a:bodyPr>
          <a:lstStyle/>
          <a:p>
            <a:pPr marL="1332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r>
              <a:rPr lang="en-US" sz="2800" b="1" spc="-7" dirty="0" smtClean="0">
                <a:solidFill>
                  <a:srgbClr val="000090"/>
                </a:solidFill>
              </a:rPr>
              <a:t>Example</a:t>
            </a:r>
            <a:endParaRPr lang="en-US" sz="2800" b="1" spc="-7" dirty="0">
              <a:solidFill>
                <a:srgbClr val="00009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02" y="1316975"/>
            <a:ext cx="7567316" cy="54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59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Shape 1"/>
          <p:cNvSpPr txBox="1"/>
          <p:nvPr/>
        </p:nvSpPr>
        <p:spPr>
          <a:xfrm>
            <a:off x="2177261" y="244080"/>
            <a:ext cx="4881638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1" dirty="0" smtClean="0">
                <a:solidFill>
                  <a:srgbClr val="000090"/>
                </a:solidFill>
                <a:latin typeface="Arial"/>
              </a:rPr>
              <a:t>K-Means –Details</a:t>
            </a:r>
            <a:endParaRPr lang="en-US" sz="4400" b="0" strike="noStrike" spc="-1" dirty="0">
              <a:latin typeface="Calibri"/>
            </a:endParaRPr>
          </a:p>
        </p:txBody>
      </p:sp>
      <p:sp>
        <p:nvSpPr>
          <p:cNvPr id="256" name="CustomShape 2"/>
          <p:cNvSpPr/>
          <p:nvPr/>
        </p:nvSpPr>
        <p:spPr>
          <a:xfrm>
            <a:off x="85679" y="822960"/>
            <a:ext cx="8339864" cy="499113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04040" rIns="0" bIns="0">
            <a:spAutoFit/>
          </a:bodyPr>
          <a:lstStyle/>
          <a:p>
            <a:pPr marL="1332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endParaRPr lang="en-US" sz="2800" spc="-7" dirty="0">
              <a:solidFill>
                <a:srgbClr val="000090"/>
              </a:solidFill>
            </a:endParaRPr>
          </a:p>
          <a:p>
            <a:pPr marL="470520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r>
              <a:rPr lang="en-US" sz="2800" spc="-7" dirty="0" smtClean="0">
                <a:solidFill>
                  <a:srgbClr val="000090"/>
                </a:solidFill>
              </a:rPr>
              <a:t>The </a:t>
            </a:r>
            <a:r>
              <a:rPr lang="en-US" sz="2800" spc="-7" dirty="0">
                <a:solidFill>
                  <a:srgbClr val="000090"/>
                </a:solidFill>
              </a:rPr>
              <a:t>centroid is (typically) the mean of the points in the cluster</a:t>
            </a:r>
            <a:r>
              <a:rPr lang="en-US" sz="2800" spc="-7" dirty="0" smtClean="0">
                <a:solidFill>
                  <a:srgbClr val="000090"/>
                </a:solidFill>
              </a:rPr>
              <a:t>.</a:t>
            </a:r>
          </a:p>
          <a:p>
            <a:pPr marL="470520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Normally, </a:t>
            </a:r>
            <a:r>
              <a:rPr lang="en-US" sz="2800" spc="-7" dirty="0" smtClean="0">
                <a:solidFill>
                  <a:srgbClr val="000090"/>
                </a:solidFill>
              </a:rPr>
              <a:t>initial </a:t>
            </a:r>
            <a:r>
              <a:rPr lang="en-US" sz="2800" spc="-7" dirty="0">
                <a:solidFill>
                  <a:srgbClr val="000090"/>
                </a:solidFill>
              </a:rPr>
              <a:t>centroids are often chosen randomly</a:t>
            </a:r>
            <a:r>
              <a:rPr lang="en-US" sz="2800" spc="-7" dirty="0" smtClean="0">
                <a:solidFill>
                  <a:srgbClr val="000090"/>
                </a:solidFill>
              </a:rPr>
              <a:t>.</a:t>
            </a:r>
          </a:p>
          <a:p>
            <a:pPr marL="470520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Clusters produced vary from one run to another</a:t>
            </a:r>
            <a:r>
              <a:rPr lang="en-US" sz="2800" spc="-7" dirty="0" smtClean="0">
                <a:solidFill>
                  <a:srgbClr val="000090"/>
                </a:solidFill>
              </a:rPr>
              <a:t>.</a:t>
            </a:r>
          </a:p>
          <a:p>
            <a:pPr marL="470520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r>
              <a:rPr lang="en-US" sz="2800" spc="-7" dirty="0" smtClean="0">
                <a:solidFill>
                  <a:srgbClr val="000090"/>
                </a:solidFill>
              </a:rPr>
              <a:t>‘</a:t>
            </a:r>
            <a:r>
              <a:rPr lang="en-US" sz="2800" b="1" spc="-7" dirty="0" smtClean="0">
                <a:solidFill>
                  <a:srgbClr val="000090"/>
                </a:solidFill>
              </a:rPr>
              <a:t>Similarity</a:t>
            </a:r>
            <a:r>
              <a:rPr lang="en-US" sz="2800" spc="-7" dirty="0" smtClean="0">
                <a:solidFill>
                  <a:srgbClr val="000090"/>
                </a:solidFill>
              </a:rPr>
              <a:t>’ </a:t>
            </a:r>
            <a:r>
              <a:rPr lang="en-US" sz="2800" spc="-7" dirty="0">
                <a:solidFill>
                  <a:srgbClr val="000090"/>
                </a:solidFill>
              </a:rPr>
              <a:t>is measured by Euclidean distance, cosine </a:t>
            </a:r>
            <a:r>
              <a:rPr lang="en-US" sz="2800" spc="-7" dirty="0" smtClean="0">
                <a:solidFill>
                  <a:srgbClr val="000090"/>
                </a:solidFill>
              </a:rPr>
              <a:t>similarity, correlation</a:t>
            </a:r>
            <a:r>
              <a:rPr lang="en-US" sz="2800" spc="-7" dirty="0">
                <a:solidFill>
                  <a:srgbClr val="000090"/>
                </a:solidFill>
              </a:rPr>
              <a:t>, </a:t>
            </a:r>
            <a:r>
              <a:rPr lang="en-US" sz="2800" spc="-7" dirty="0" err="1" smtClean="0">
                <a:solidFill>
                  <a:srgbClr val="000090"/>
                </a:solidFill>
              </a:rPr>
              <a:t>etc</a:t>
            </a:r>
            <a:endParaRPr lang="en-US" sz="2800" spc="-7" dirty="0" smtClean="0">
              <a:solidFill>
                <a:srgbClr val="000090"/>
              </a:solidFill>
            </a:endParaRPr>
          </a:p>
          <a:p>
            <a:pPr marL="470520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Most of the convergence happens in the first few iterations.</a:t>
            </a:r>
          </a:p>
          <a:p>
            <a:pPr marL="927720" lvl="1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§"/>
              <a:tabLst>
                <a:tab pos="755640" algn="l"/>
              </a:tabLst>
            </a:pPr>
            <a:r>
              <a:rPr lang="en-US" sz="2800" spc="-7" dirty="0" smtClean="0">
                <a:solidFill>
                  <a:srgbClr val="000090"/>
                </a:solidFill>
              </a:rPr>
              <a:t>Often </a:t>
            </a:r>
            <a:r>
              <a:rPr lang="en-US" sz="2800" spc="-7" dirty="0">
                <a:solidFill>
                  <a:srgbClr val="000090"/>
                </a:solidFill>
              </a:rPr>
              <a:t>the stopping condition is changed to ‘Until relatively few points change </a:t>
            </a:r>
            <a:r>
              <a:rPr lang="en-US" sz="2800" spc="-7" dirty="0" smtClean="0">
                <a:solidFill>
                  <a:srgbClr val="000090"/>
                </a:solidFill>
              </a:rPr>
              <a:t>clusters’</a:t>
            </a:r>
          </a:p>
          <a:p>
            <a:pPr marL="927720" lvl="1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§"/>
              <a:tabLst>
                <a:tab pos="755640" algn="l"/>
              </a:tabLst>
            </a:pPr>
            <a:r>
              <a:rPr lang="en-US" sz="2800" spc="-7" dirty="0" smtClean="0">
                <a:solidFill>
                  <a:srgbClr val="000090"/>
                </a:solidFill>
              </a:rPr>
              <a:t>Some people prefer running it for ‘n’ number of iterations</a:t>
            </a:r>
          </a:p>
        </p:txBody>
      </p:sp>
    </p:spTree>
    <p:extLst>
      <p:ext uri="{BB962C8B-B14F-4D97-AF65-F5344CB8AC3E}">
        <p14:creationId xmlns:p14="http://schemas.microsoft.com/office/powerpoint/2010/main" val="495132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Shape 1"/>
          <p:cNvSpPr txBox="1"/>
          <p:nvPr/>
        </p:nvSpPr>
        <p:spPr>
          <a:xfrm>
            <a:off x="1318680" y="83880"/>
            <a:ext cx="7368120" cy="1524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marL="1908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505">
                <a:solidFill>
                  <a:srgbClr val="000000"/>
                </a:solidFill>
                <a:latin typeface="Trebuchet MS"/>
              </a:rPr>
              <a:t>K-­‐means </a:t>
            </a:r>
            <a:r>
              <a:rPr lang="en-US" sz="4400" b="0" strike="noStrike" spc="-225">
                <a:solidFill>
                  <a:srgbClr val="000000"/>
                </a:solidFill>
                <a:latin typeface="Trebuchet MS"/>
              </a:rPr>
              <a:t>clustering:</a:t>
            </a:r>
            <a:r>
              <a:rPr lang="en-US" sz="4400" b="0" strike="noStrike" spc="-205">
                <a:solidFill>
                  <a:srgbClr val="000000"/>
                </a:solidFill>
                <a:latin typeface="Trebuchet MS"/>
              </a:rPr>
              <a:t> </a:t>
            </a:r>
            <a:r>
              <a:rPr lang="en-US" sz="4400" b="0" strike="noStrike" spc="-225">
                <a:solidFill>
                  <a:srgbClr val="000000"/>
                </a:solidFill>
                <a:latin typeface="Trebuchet MS"/>
              </a:rPr>
              <a:t>Example</a:t>
            </a:r>
            <a:endParaRPr lang="en-US" sz="4400" b="0" strike="noStrike" spc="-1">
              <a:latin typeface="Calibri"/>
            </a:endParaRPr>
          </a:p>
        </p:txBody>
      </p:sp>
      <p:pic>
        <p:nvPicPr>
          <p:cNvPr id="309" name="Picture 308"/>
          <p:cNvPicPr/>
          <p:nvPr/>
        </p:nvPicPr>
        <p:blipFill>
          <a:blip r:embed="rId2"/>
          <a:stretch/>
        </p:blipFill>
        <p:spPr>
          <a:xfrm>
            <a:off x="1280160" y="1665000"/>
            <a:ext cx="5886360" cy="3729960"/>
          </a:xfrm>
          <a:prstGeom prst="rect">
            <a:avLst/>
          </a:prstGeom>
          <a:ln>
            <a:noFill/>
          </a:ln>
        </p:spPr>
      </p:pic>
      <p:sp>
        <p:nvSpPr>
          <p:cNvPr id="310" name="TextShape 2"/>
          <p:cNvSpPr txBox="1"/>
          <p:nvPr/>
        </p:nvSpPr>
        <p:spPr>
          <a:xfrm>
            <a:off x="404640" y="5486400"/>
            <a:ext cx="8190720" cy="457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1" strike="noStrike" spc="-1">
                <a:latin typeface="Arial"/>
              </a:rPr>
              <a:t>Assume A(2, 2) and C(1, 1) are centers of the two clusters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Shape 1"/>
          <p:cNvSpPr txBox="1"/>
          <p:nvPr/>
        </p:nvSpPr>
        <p:spPr>
          <a:xfrm>
            <a:off x="1318680" y="83880"/>
            <a:ext cx="7368120" cy="1524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marL="1908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505">
                <a:solidFill>
                  <a:srgbClr val="000000"/>
                </a:solidFill>
                <a:latin typeface="Trebuchet MS"/>
              </a:rPr>
              <a:t>K-­‐means </a:t>
            </a:r>
            <a:r>
              <a:rPr lang="en-US" sz="4400" b="0" strike="noStrike" spc="-225">
                <a:solidFill>
                  <a:srgbClr val="000000"/>
                </a:solidFill>
                <a:latin typeface="Trebuchet MS"/>
              </a:rPr>
              <a:t>clustering:</a:t>
            </a:r>
            <a:r>
              <a:rPr lang="en-US" sz="4400" b="0" strike="noStrike" spc="-205">
                <a:solidFill>
                  <a:srgbClr val="000000"/>
                </a:solidFill>
                <a:latin typeface="Trebuchet MS"/>
              </a:rPr>
              <a:t> </a:t>
            </a:r>
            <a:r>
              <a:rPr lang="en-US" sz="4400" b="0" strike="noStrike" spc="-225">
                <a:solidFill>
                  <a:srgbClr val="000000"/>
                </a:solidFill>
                <a:latin typeface="Trebuchet MS"/>
              </a:rPr>
              <a:t>Example</a:t>
            </a:r>
            <a:endParaRPr lang="en-US" sz="4400" b="0" strike="noStrike" spc="-1">
              <a:latin typeface="Calibri"/>
            </a:endParaRPr>
          </a:p>
        </p:txBody>
      </p:sp>
      <p:graphicFrame>
        <p:nvGraphicFramePr>
          <p:cNvPr id="312" name="Table 2"/>
          <p:cNvGraphicFramePr/>
          <p:nvPr/>
        </p:nvGraphicFramePr>
        <p:xfrm>
          <a:off x="354960" y="1645920"/>
          <a:ext cx="8240400" cy="2468880"/>
        </p:xfrm>
        <a:graphic>
          <a:graphicData uri="http://schemas.openxmlformats.org/drawingml/2006/table">
            <a:tbl>
              <a:tblPr/>
              <a:tblGrid>
                <a:gridCol w="205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9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GIVEN POINTS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DISTANCE FROM</a:t>
                      </a:r>
                      <a:r>
                        <a:t/>
                      </a:r>
                      <a:br/>
                      <a:r>
                        <a:rPr lang="en-US" sz="1800" b="0" strike="noStrike" spc="-1">
                          <a:latin typeface="Arial"/>
                        </a:rPr>
                        <a:t>C(2,2) - C1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DISTANCE FROM C(1,1) - C2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POINTS BELONG TO CLUSTER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A(2,2)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B(3,2)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C(1,1)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D(3,1)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E(1.5,0.5)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3" name="TextShape 3"/>
          <p:cNvSpPr txBox="1"/>
          <p:nvPr/>
        </p:nvSpPr>
        <p:spPr>
          <a:xfrm>
            <a:off x="354960" y="4152240"/>
            <a:ext cx="8190720" cy="933061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strike="noStrike" spc="-1" dirty="0">
                <a:latin typeface="Arial"/>
              </a:rPr>
              <a:t>Assume A(2, 2) and C(1, 1) are centers of the two </a:t>
            </a:r>
            <a:r>
              <a:rPr lang="en-US" sz="1800" b="1" strike="noStrike" spc="-1" dirty="0" smtClean="0">
                <a:latin typeface="Arial"/>
              </a:rPr>
              <a:t>clusters.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pc="-1" dirty="0" smtClean="0">
                <a:latin typeface="Arial"/>
              </a:rPr>
              <a:t>Similarity measure for the above example is </a:t>
            </a:r>
            <a:r>
              <a:rPr lang="en-US" b="1" spc="-1" dirty="0" smtClean="0">
                <a:solidFill>
                  <a:srgbClr val="000090"/>
                </a:solidFill>
              </a:rPr>
              <a:t>Euclidean Distance</a:t>
            </a:r>
            <a:r>
              <a:rPr lang="en-US" b="1" spc="-1" dirty="0" smtClean="0">
                <a:latin typeface="Arial"/>
              </a:rPr>
              <a:t> </a:t>
            </a:r>
            <a:endParaRPr lang="en-US" sz="1800" b="1" strike="noStrike" spc="-1" dirty="0" smtClean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/>
          <p:cNvSpPr txBox="1"/>
          <p:nvPr/>
        </p:nvSpPr>
        <p:spPr>
          <a:xfrm>
            <a:off x="1318680" y="83880"/>
            <a:ext cx="7368120" cy="1524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marL="1908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505">
                <a:solidFill>
                  <a:srgbClr val="000000"/>
                </a:solidFill>
                <a:latin typeface="Trebuchet MS"/>
              </a:rPr>
              <a:t>K-­‐means </a:t>
            </a:r>
            <a:r>
              <a:rPr lang="en-US" sz="4400" b="0" strike="noStrike" spc="-225">
                <a:solidFill>
                  <a:srgbClr val="000000"/>
                </a:solidFill>
                <a:latin typeface="Trebuchet MS"/>
              </a:rPr>
              <a:t>clustering:</a:t>
            </a:r>
            <a:r>
              <a:rPr lang="en-US" sz="4400" b="0" strike="noStrike" spc="-205">
                <a:solidFill>
                  <a:srgbClr val="000000"/>
                </a:solidFill>
                <a:latin typeface="Trebuchet MS"/>
              </a:rPr>
              <a:t> </a:t>
            </a:r>
            <a:r>
              <a:rPr lang="en-US" sz="4400" b="0" strike="noStrike" spc="-225">
                <a:solidFill>
                  <a:srgbClr val="000000"/>
                </a:solidFill>
                <a:latin typeface="Trebuchet MS"/>
              </a:rPr>
              <a:t>Example</a:t>
            </a:r>
            <a:endParaRPr lang="en-US" sz="4400" b="0" strike="noStrike" spc="-1">
              <a:latin typeface="Calibri"/>
            </a:endParaRPr>
          </a:p>
        </p:txBody>
      </p:sp>
      <p:graphicFrame>
        <p:nvGraphicFramePr>
          <p:cNvPr id="315" name="Table 2"/>
          <p:cNvGraphicFramePr/>
          <p:nvPr/>
        </p:nvGraphicFramePr>
        <p:xfrm>
          <a:off x="354960" y="1645920"/>
          <a:ext cx="8240400" cy="2468880"/>
        </p:xfrm>
        <a:graphic>
          <a:graphicData uri="http://schemas.openxmlformats.org/drawingml/2006/table">
            <a:tbl>
              <a:tblPr/>
              <a:tblGrid>
                <a:gridCol w="205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9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GIVEN POINTS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DISTANCE FROM</a:t>
                      </a:r>
                      <a:r>
                        <a:t/>
                      </a:r>
                      <a:br/>
                      <a:r>
                        <a:rPr lang="en-US" sz="1800" b="0" strike="noStrike" spc="-1">
                          <a:latin typeface="Arial"/>
                        </a:rPr>
                        <a:t>C(2,2) - C1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DISTANCE FROM C(1,1) - C2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POINTS BELONG TO CLUSTER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A(2,2)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1.41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C1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B(3,2)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2.24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C1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C(1,1)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1.41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C2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D(3,1)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1.41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C1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E(1.5,0.5)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1.58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0.71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C2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6" name="TextShape 3"/>
          <p:cNvSpPr txBox="1"/>
          <p:nvPr/>
        </p:nvSpPr>
        <p:spPr>
          <a:xfrm>
            <a:off x="404640" y="5486400"/>
            <a:ext cx="8190720" cy="457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1" strike="noStrike" spc="-1">
                <a:latin typeface="Arial"/>
              </a:rPr>
              <a:t>Assume A(2, 2) and C(1, 1) are centers of the two clusters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Shape 1"/>
          <p:cNvSpPr txBox="1"/>
          <p:nvPr/>
        </p:nvSpPr>
        <p:spPr>
          <a:xfrm>
            <a:off x="457200" y="498240"/>
            <a:ext cx="8503920" cy="135360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185">
                <a:solidFill>
                  <a:srgbClr val="000000"/>
                </a:solidFill>
                <a:latin typeface="Trebuchet MS"/>
              </a:rPr>
              <a:t>Center of CLUSTER 01</a:t>
            </a:r>
            <a:endParaRPr lang="en-US" sz="4400" b="0" strike="noStrike" spc="-1">
              <a:latin typeface="Calibri"/>
            </a:endParaRPr>
          </a:p>
        </p:txBody>
      </p:sp>
      <p:sp>
        <p:nvSpPr>
          <p:cNvPr id="318" name="CustomShape 2"/>
          <p:cNvSpPr/>
          <p:nvPr/>
        </p:nvSpPr>
        <p:spPr>
          <a:xfrm>
            <a:off x="542880" y="1592640"/>
            <a:ext cx="7812720" cy="406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360" rIns="0" bIns="0">
            <a:spAutoFit/>
          </a:bodyPr>
          <a:lstStyle/>
          <a:p>
            <a:pPr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1" u="sng" strike="noStrike" spc="-7">
                <a:solidFill>
                  <a:srgbClr val="FF0000"/>
                </a:solidFill>
                <a:uFillTx/>
                <a:latin typeface="Trebuchet MS"/>
              </a:rPr>
              <a:t>POINTS IN CLUSTER 01:</a:t>
            </a:r>
            <a:endParaRPr lang="en-US" sz="1800" b="0" strike="noStrike" spc="-1">
              <a:latin typeface="Arial"/>
            </a:endParaRP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0" strike="noStrike" spc="-7">
                <a:solidFill>
                  <a:srgbClr val="FF0000"/>
                </a:solidFill>
                <a:latin typeface="Trebuchet MS"/>
              </a:rPr>
              <a:t>A(2, 2)</a:t>
            </a:r>
            <a:endParaRPr lang="en-US" sz="1800" b="0" strike="noStrike" spc="-1">
              <a:latin typeface="Arial"/>
              <a:ea typeface="Noto Sans CJK SC"/>
            </a:endParaRP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0" strike="noStrike" spc="-7">
                <a:solidFill>
                  <a:srgbClr val="FF0000"/>
                </a:solidFill>
                <a:latin typeface="Trebuchet MS"/>
              </a:rPr>
              <a:t>B(3, 2)</a:t>
            </a:r>
            <a:endParaRPr lang="en-US" sz="1800" b="0" strike="noStrike" spc="-1">
              <a:latin typeface="Arial"/>
              <a:ea typeface="Noto Sans CJK SC"/>
            </a:endParaRP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0" strike="noStrike" spc="-7">
                <a:solidFill>
                  <a:srgbClr val="FF0000"/>
                </a:solidFill>
                <a:latin typeface="Trebuchet MS"/>
              </a:rPr>
              <a:t>D(3, 1)</a:t>
            </a:r>
            <a:endParaRPr lang="en-US" sz="1800" b="0" strike="noStrike" spc="-1">
              <a:latin typeface="Arial"/>
              <a:ea typeface="Noto Sans CJK SC"/>
            </a:endParaRPr>
          </a:p>
          <a:p>
            <a:pPr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1" u="sng" strike="noStrike" spc="-7">
                <a:solidFill>
                  <a:srgbClr val="FF0000"/>
                </a:solidFill>
                <a:uFillTx/>
                <a:latin typeface="Trebuchet MS"/>
              </a:rPr>
              <a:t>Center of Cluster-01</a:t>
            </a:r>
            <a:endParaRPr lang="en-US" sz="1800" b="0" strike="noStrike" spc="-1">
              <a:latin typeface="Arial"/>
            </a:endParaRP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0" strike="noStrike" spc="-7">
                <a:solidFill>
                  <a:srgbClr val="FF0000"/>
                </a:solidFill>
                <a:latin typeface="Trebuchet MS"/>
              </a:rPr>
              <a:t>= ((2 + 3 + 3)/3, (2 + 2 + 1)/3)</a:t>
            </a:r>
            <a:endParaRPr lang="en-US" sz="1800" b="0" strike="noStrike" spc="-1">
              <a:latin typeface="Arial"/>
              <a:ea typeface="Noto Sans CJK SC"/>
            </a:endParaRP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0" strike="noStrike" spc="-7">
                <a:solidFill>
                  <a:srgbClr val="FF0000"/>
                </a:solidFill>
                <a:latin typeface="Trebuchet MS"/>
              </a:rPr>
              <a:t>= (2.67, 1.67)</a:t>
            </a:r>
            <a:endParaRPr lang="en-US" sz="1800" b="0" strike="noStrike" spc="-1">
              <a:latin typeface="Arial"/>
              <a:ea typeface="Noto Sans CJK S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Shape 1"/>
          <p:cNvSpPr txBox="1"/>
          <p:nvPr/>
        </p:nvSpPr>
        <p:spPr>
          <a:xfrm>
            <a:off x="457200" y="498240"/>
            <a:ext cx="8503920" cy="135360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185">
                <a:solidFill>
                  <a:srgbClr val="000000"/>
                </a:solidFill>
                <a:latin typeface="Trebuchet MS"/>
              </a:rPr>
              <a:t>Center of CLUSTER 02</a:t>
            </a:r>
            <a:endParaRPr lang="en-US" sz="4400" b="0" strike="noStrike" spc="-1">
              <a:latin typeface="Calibri"/>
            </a:endParaRPr>
          </a:p>
        </p:txBody>
      </p:sp>
      <p:sp>
        <p:nvSpPr>
          <p:cNvPr id="320" name="CustomShape 2"/>
          <p:cNvSpPr/>
          <p:nvPr/>
        </p:nvSpPr>
        <p:spPr>
          <a:xfrm>
            <a:off x="542880" y="1592640"/>
            <a:ext cx="7812720" cy="355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360" rIns="0" bIns="0">
            <a:spAutoFit/>
          </a:bodyPr>
          <a:lstStyle/>
          <a:p>
            <a:pPr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1" u="sng" strike="noStrike" spc="-7">
                <a:solidFill>
                  <a:srgbClr val="FF0000"/>
                </a:solidFill>
                <a:uFillTx/>
                <a:latin typeface="Trebuchet MS"/>
              </a:rPr>
              <a:t>POINTS IN CLUSTER 02:</a:t>
            </a:r>
            <a:endParaRPr lang="en-US" sz="1800" b="0" strike="noStrike" spc="-1">
              <a:latin typeface="Arial"/>
            </a:endParaRP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0" strike="noStrike" spc="-7">
                <a:solidFill>
                  <a:srgbClr val="FF0000"/>
                </a:solidFill>
                <a:latin typeface="Trebuchet MS"/>
              </a:rPr>
              <a:t>C(1, 1)</a:t>
            </a:r>
            <a:endParaRPr lang="en-US" sz="1800" b="0" strike="noStrike" spc="-1">
              <a:latin typeface="Arial"/>
              <a:ea typeface="Noto Sans CJK SC"/>
            </a:endParaRP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0" strike="noStrike" spc="-7">
                <a:solidFill>
                  <a:srgbClr val="FF0000"/>
                </a:solidFill>
                <a:latin typeface="Trebuchet MS"/>
              </a:rPr>
              <a:t>E(1.5, 0.5)</a:t>
            </a:r>
            <a:endParaRPr lang="en-US" sz="1800" b="0" strike="noStrike" spc="-1">
              <a:latin typeface="Arial"/>
              <a:ea typeface="Noto Sans CJK SC"/>
            </a:endParaRPr>
          </a:p>
          <a:p>
            <a:pPr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1" u="sng" strike="noStrike" spc="-7">
                <a:solidFill>
                  <a:srgbClr val="FF0000"/>
                </a:solidFill>
                <a:uFillTx/>
                <a:latin typeface="Trebuchet MS"/>
              </a:rPr>
              <a:t>Center of Cluster-01</a:t>
            </a:r>
            <a:endParaRPr lang="en-US" sz="1800" b="0" strike="noStrike" spc="-1">
              <a:latin typeface="Arial"/>
            </a:endParaRP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0" strike="noStrike" spc="-7">
                <a:solidFill>
                  <a:srgbClr val="FF0000"/>
                </a:solidFill>
                <a:latin typeface="Trebuchet MS"/>
              </a:rPr>
              <a:t>= ((1 + 1.5)/2, (1 + 0.5)/2)</a:t>
            </a:r>
            <a:endParaRPr lang="en-US" sz="1800" b="0" strike="noStrike" spc="-1">
              <a:latin typeface="Arial"/>
              <a:ea typeface="Noto Sans CJK SC"/>
            </a:endParaRP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0" strike="noStrike" spc="-7">
                <a:solidFill>
                  <a:srgbClr val="FF0000"/>
                </a:solidFill>
                <a:latin typeface="Trebuchet MS"/>
              </a:rPr>
              <a:t>= (1.25, 0.75)</a:t>
            </a:r>
            <a:endParaRPr lang="en-US" sz="1800" b="0" strike="noStrike" spc="-1">
              <a:latin typeface="Arial"/>
              <a:ea typeface="Noto Sans CJK S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extShape 1"/>
          <p:cNvSpPr txBox="1"/>
          <p:nvPr/>
        </p:nvSpPr>
        <p:spPr>
          <a:xfrm>
            <a:off x="1318680" y="83880"/>
            <a:ext cx="7368120" cy="1524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marL="1908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505">
                <a:solidFill>
                  <a:srgbClr val="000000"/>
                </a:solidFill>
                <a:latin typeface="Trebuchet MS"/>
              </a:rPr>
              <a:t>K-­‐means </a:t>
            </a:r>
            <a:r>
              <a:rPr lang="en-US" sz="4400" b="0" strike="noStrike" spc="-225">
                <a:solidFill>
                  <a:srgbClr val="000000"/>
                </a:solidFill>
                <a:latin typeface="Trebuchet MS"/>
              </a:rPr>
              <a:t>clustering:</a:t>
            </a:r>
            <a:r>
              <a:rPr lang="en-US" sz="4400" b="0" strike="noStrike" spc="-205">
                <a:solidFill>
                  <a:srgbClr val="000000"/>
                </a:solidFill>
                <a:latin typeface="Trebuchet MS"/>
              </a:rPr>
              <a:t> </a:t>
            </a:r>
            <a:r>
              <a:rPr lang="en-US" sz="4400" b="0" strike="noStrike" spc="-225">
                <a:solidFill>
                  <a:srgbClr val="000000"/>
                </a:solidFill>
                <a:latin typeface="Trebuchet MS"/>
              </a:rPr>
              <a:t>Example</a:t>
            </a:r>
            <a:endParaRPr lang="en-US" sz="4400" b="0" strike="noStrike" spc="-1">
              <a:latin typeface="Calibri"/>
            </a:endParaRPr>
          </a:p>
        </p:txBody>
      </p:sp>
      <p:graphicFrame>
        <p:nvGraphicFramePr>
          <p:cNvPr id="322" name="Table 2"/>
          <p:cNvGraphicFramePr/>
          <p:nvPr/>
        </p:nvGraphicFramePr>
        <p:xfrm>
          <a:off x="354960" y="1645920"/>
          <a:ext cx="8240400" cy="2468880"/>
        </p:xfrm>
        <a:graphic>
          <a:graphicData uri="http://schemas.openxmlformats.org/drawingml/2006/table">
            <a:tbl>
              <a:tblPr/>
              <a:tblGrid>
                <a:gridCol w="205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9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GIVEN POINTS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DISTANCE FROM</a:t>
                      </a:r>
                      <a:r>
                        <a:t/>
                      </a:r>
                      <a:br/>
                      <a:r>
                        <a:rPr lang="en-US" sz="1800" b="0" strike="noStrike" spc="-1">
                          <a:latin typeface="Arial"/>
                        </a:rPr>
                        <a:t>C(2.67,1.67) - C1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DISTANCE FROM C(1.25,0.75) - C2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POINTS BELONG TO CLUSTER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A(2,2)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B(3,2)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C(1,1)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D(3,1)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E(1.5,0.5)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3" name="TextShape 3"/>
          <p:cNvSpPr txBox="1"/>
          <p:nvPr/>
        </p:nvSpPr>
        <p:spPr>
          <a:xfrm>
            <a:off x="404640" y="5486400"/>
            <a:ext cx="8190720" cy="457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1" strike="noStrike" spc="-1">
                <a:latin typeface="Arial"/>
              </a:rPr>
              <a:t>Assume A(2.67, 1.67) and C(1.25, 0.75) are centers of the two clusters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Shape 1"/>
          <p:cNvSpPr txBox="1"/>
          <p:nvPr/>
        </p:nvSpPr>
        <p:spPr>
          <a:xfrm>
            <a:off x="1318680" y="83880"/>
            <a:ext cx="7368120" cy="1524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marL="1908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505">
                <a:solidFill>
                  <a:srgbClr val="000000"/>
                </a:solidFill>
                <a:latin typeface="Trebuchet MS"/>
              </a:rPr>
              <a:t>K-­‐means </a:t>
            </a:r>
            <a:r>
              <a:rPr lang="en-US" sz="4400" b="0" strike="noStrike" spc="-225">
                <a:solidFill>
                  <a:srgbClr val="000000"/>
                </a:solidFill>
                <a:latin typeface="Trebuchet MS"/>
              </a:rPr>
              <a:t>clustering:</a:t>
            </a:r>
            <a:r>
              <a:rPr lang="en-US" sz="4400" b="0" strike="noStrike" spc="-205">
                <a:solidFill>
                  <a:srgbClr val="000000"/>
                </a:solidFill>
                <a:latin typeface="Trebuchet MS"/>
              </a:rPr>
              <a:t> </a:t>
            </a:r>
            <a:r>
              <a:rPr lang="en-US" sz="4400" b="0" strike="noStrike" spc="-225">
                <a:solidFill>
                  <a:srgbClr val="000000"/>
                </a:solidFill>
                <a:latin typeface="Trebuchet MS"/>
              </a:rPr>
              <a:t>Example</a:t>
            </a:r>
            <a:endParaRPr lang="en-US" sz="4400" b="0" strike="noStrike" spc="-1">
              <a:latin typeface="Calibri"/>
            </a:endParaRPr>
          </a:p>
        </p:txBody>
      </p:sp>
      <p:graphicFrame>
        <p:nvGraphicFramePr>
          <p:cNvPr id="325" name="Table 2"/>
          <p:cNvGraphicFramePr/>
          <p:nvPr/>
        </p:nvGraphicFramePr>
        <p:xfrm>
          <a:off x="354960" y="1645920"/>
          <a:ext cx="8240400" cy="2468880"/>
        </p:xfrm>
        <a:graphic>
          <a:graphicData uri="http://schemas.openxmlformats.org/drawingml/2006/table">
            <a:tbl>
              <a:tblPr/>
              <a:tblGrid>
                <a:gridCol w="205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9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GIVEN POINTS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DISTANCE FROM</a:t>
                      </a:r>
                      <a:r>
                        <a:t/>
                      </a:r>
                      <a:br/>
                      <a:r>
                        <a:rPr lang="en-US" sz="1800" b="0" strike="noStrike" spc="-1">
                          <a:latin typeface="Arial"/>
                        </a:rPr>
                        <a:t>C(2.67,1.67) - C1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DISTANCE FROM C(1.25,0.75) - C2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POINTS BELONG TO CLUSTER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A(2,2)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0.75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1.46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C1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B(3,2)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0.47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2.15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C1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C(1,1)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1.80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0.35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C2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D(3,1)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0.75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1.76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C1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E(1.5,0.5)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1.65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0.35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C2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6" name="TextShape 3"/>
          <p:cNvSpPr txBox="1"/>
          <p:nvPr/>
        </p:nvSpPr>
        <p:spPr>
          <a:xfrm>
            <a:off x="404640" y="5486400"/>
            <a:ext cx="8190720" cy="457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1" strike="noStrike" spc="-1">
                <a:latin typeface="Arial"/>
              </a:rPr>
              <a:t>Assume A(2.67, 1.67) and C(1.25, 0.75) are centers of the two clusters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Shape 1"/>
          <p:cNvSpPr txBox="1"/>
          <p:nvPr/>
        </p:nvSpPr>
        <p:spPr>
          <a:xfrm>
            <a:off x="457200" y="498240"/>
            <a:ext cx="8503920" cy="135360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185">
                <a:solidFill>
                  <a:srgbClr val="000000"/>
                </a:solidFill>
                <a:latin typeface="Trebuchet MS"/>
              </a:rPr>
              <a:t>Center of CLUSTER 01</a:t>
            </a:r>
            <a:endParaRPr lang="en-US" sz="4400" b="0" strike="noStrike" spc="-1">
              <a:latin typeface="Calibri"/>
            </a:endParaRPr>
          </a:p>
        </p:txBody>
      </p:sp>
      <p:sp>
        <p:nvSpPr>
          <p:cNvPr id="328" name="CustomShape 2"/>
          <p:cNvSpPr/>
          <p:nvPr/>
        </p:nvSpPr>
        <p:spPr>
          <a:xfrm>
            <a:off x="542880" y="1592640"/>
            <a:ext cx="7812720" cy="41035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360" rIns="0" bIns="0">
            <a:spAutoFit/>
          </a:bodyPr>
          <a:lstStyle/>
          <a:p>
            <a:pPr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1" u="sng" strike="noStrike" spc="-7" dirty="0">
                <a:solidFill>
                  <a:srgbClr val="FF0000"/>
                </a:solidFill>
                <a:uFillTx/>
                <a:latin typeface="Trebuchet MS"/>
              </a:rPr>
              <a:t>POINTS IN CLUSTER 01:</a:t>
            </a:r>
            <a:endParaRPr lang="en-US" sz="1800" b="0" strike="noStrike" spc="-1" dirty="0">
              <a:latin typeface="Arial"/>
            </a:endParaRP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0" strike="noStrike" spc="-7" dirty="0">
                <a:solidFill>
                  <a:srgbClr val="FF0000"/>
                </a:solidFill>
                <a:latin typeface="Trebuchet MS"/>
              </a:rPr>
              <a:t>A(2, 2)</a:t>
            </a:r>
            <a:endParaRPr lang="en-US" sz="1800" b="0" strike="noStrike" spc="-1" dirty="0">
              <a:latin typeface="Arial"/>
              <a:ea typeface="Noto Sans CJK SC"/>
            </a:endParaRP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0" strike="noStrike" spc="-7" dirty="0">
                <a:solidFill>
                  <a:srgbClr val="FF0000"/>
                </a:solidFill>
                <a:latin typeface="Trebuchet MS"/>
              </a:rPr>
              <a:t>B(3, 2)</a:t>
            </a:r>
            <a:endParaRPr lang="en-US" sz="1800" b="0" strike="noStrike" spc="-1" dirty="0">
              <a:latin typeface="Arial"/>
              <a:ea typeface="Noto Sans CJK SC"/>
            </a:endParaRP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0" strike="noStrike" spc="-7" dirty="0">
                <a:solidFill>
                  <a:srgbClr val="FF0000"/>
                </a:solidFill>
                <a:latin typeface="Trebuchet MS"/>
              </a:rPr>
              <a:t>D(3, 1)</a:t>
            </a:r>
            <a:endParaRPr lang="en-US" sz="1800" b="0" strike="noStrike" spc="-1" dirty="0">
              <a:latin typeface="Arial"/>
              <a:ea typeface="Noto Sans CJK SC"/>
            </a:endParaRPr>
          </a:p>
          <a:p>
            <a:pPr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1" u="sng" strike="noStrike" spc="-7" dirty="0">
                <a:solidFill>
                  <a:srgbClr val="FF0000"/>
                </a:solidFill>
                <a:uFillTx/>
                <a:latin typeface="Trebuchet MS"/>
              </a:rPr>
              <a:t>Center of Cluster-01</a:t>
            </a:r>
            <a:endParaRPr lang="en-US" sz="1800" b="0" strike="noStrike" spc="-1" dirty="0">
              <a:latin typeface="Arial"/>
            </a:endParaRP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0" strike="noStrike" spc="-7" dirty="0">
                <a:solidFill>
                  <a:srgbClr val="FF0000"/>
                </a:solidFill>
                <a:latin typeface="Trebuchet MS"/>
              </a:rPr>
              <a:t>= ((2 + 3 + 3)/3, (2 + 2 + 1)/3)</a:t>
            </a:r>
            <a:endParaRPr lang="en-US" sz="1800" b="0" strike="noStrike" spc="-1" dirty="0">
              <a:latin typeface="Arial"/>
              <a:ea typeface="Noto Sans CJK SC"/>
            </a:endParaRP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0" strike="noStrike" spc="-7" dirty="0">
                <a:solidFill>
                  <a:srgbClr val="FF0000"/>
                </a:solidFill>
                <a:latin typeface="Trebuchet MS"/>
              </a:rPr>
              <a:t>= (2.67, 1.67</a:t>
            </a:r>
            <a:r>
              <a:rPr lang="en-US" sz="1800" b="0" strike="noStrike" spc="-7" dirty="0" smtClean="0">
                <a:solidFill>
                  <a:srgbClr val="FF0000"/>
                </a:solidFill>
                <a:latin typeface="Trebuchet MS"/>
              </a:rPr>
              <a:t>)</a:t>
            </a:r>
            <a:endParaRPr lang="en-US" sz="1800" b="0" strike="noStrike" spc="-1" dirty="0">
              <a:latin typeface="Arial"/>
              <a:ea typeface="Noto Sans CJK S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Shape 1"/>
          <p:cNvSpPr txBox="1"/>
          <p:nvPr/>
        </p:nvSpPr>
        <p:spPr>
          <a:xfrm>
            <a:off x="457200" y="498240"/>
            <a:ext cx="8503920" cy="135360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185">
                <a:solidFill>
                  <a:srgbClr val="000000"/>
                </a:solidFill>
                <a:latin typeface="Trebuchet MS"/>
              </a:rPr>
              <a:t>Center of CLUSTER 02</a:t>
            </a:r>
            <a:endParaRPr lang="en-US" sz="4400" b="0" strike="noStrike" spc="-1">
              <a:latin typeface="Calibri"/>
            </a:endParaRPr>
          </a:p>
        </p:txBody>
      </p:sp>
      <p:sp>
        <p:nvSpPr>
          <p:cNvPr id="330" name="CustomShape 2"/>
          <p:cNvSpPr/>
          <p:nvPr/>
        </p:nvSpPr>
        <p:spPr>
          <a:xfrm>
            <a:off x="542880" y="1592640"/>
            <a:ext cx="7812720" cy="41035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360" rIns="0" bIns="0">
            <a:spAutoFit/>
          </a:bodyPr>
          <a:lstStyle/>
          <a:p>
            <a:pPr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1" u="sng" strike="noStrike" spc="-7" dirty="0">
                <a:solidFill>
                  <a:srgbClr val="FF0000"/>
                </a:solidFill>
                <a:uFillTx/>
                <a:latin typeface="Trebuchet MS"/>
              </a:rPr>
              <a:t>POINTS IN CLUSTER 02:</a:t>
            </a:r>
            <a:endParaRPr lang="en-US" sz="1800" b="0" strike="noStrike" spc="-1" dirty="0">
              <a:latin typeface="Arial"/>
            </a:endParaRP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0" strike="noStrike" spc="-7" dirty="0">
                <a:solidFill>
                  <a:srgbClr val="FF0000"/>
                </a:solidFill>
                <a:latin typeface="Trebuchet MS"/>
              </a:rPr>
              <a:t>C(1, 1)</a:t>
            </a:r>
            <a:endParaRPr lang="en-US" sz="1800" b="0" strike="noStrike" spc="-1" dirty="0">
              <a:latin typeface="Arial"/>
              <a:ea typeface="Noto Sans CJK SC"/>
            </a:endParaRP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0" strike="noStrike" spc="-7" dirty="0">
                <a:solidFill>
                  <a:srgbClr val="FF0000"/>
                </a:solidFill>
                <a:latin typeface="Trebuchet MS"/>
              </a:rPr>
              <a:t>E(1.5, 0.5)</a:t>
            </a:r>
            <a:endParaRPr lang="en-US" sz="1800" b="0" strike="noStrike" spc="-1" dirty="0">
              <a:latin typeface="Arial"/>
              <a:ea typeface="Noto Sans CJK SC"/>
            </a:endParaRPr>
          </a:p>
          <a:p>
            <a:pPr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1" u="sng" strike="noStrike" spc="-7" dirty="0">
                <a:solidFill>
                  <a:srgbClr val="FF0000"/>
                </a:solidFill>
                <a:uFillTx/>
                <a:latin typeface="Trebuchet MS"/>
              </a:rPr>
              <a:t>Center of </a:t>
            </a:r>
            <a:r>
              <a:rPr lang="en-US" sz="1800" b="1" u="sng" strike="noStrike" spc="-7" dirty="0" smtClean="0">
                <a:solidFill>
                  <a:srgbClr val="FF0000"/>
                </a:solidFill>
                <a:uFillTx/>
                <a:latin typeface="Trebuchet MS"/>
              </a:rPr>
              <a:t>Cluster-02</a:t>
            </a:r>
            <a:endParaRPr lang="en-US" sz="1800" b="0" strike="noStrike" spc="-1" dirty="0">
              <a:latin typeface="Arial"/>
            </a:endParaRP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0" strike="noStrike" spc="-7" dirty="0">
                <a:solidFill>
                  <a:srgbClr val="FF0000"/>
                </a:solidFill>
                <a:latin typeface="Trebuchet MS"/>
              </a:rPr>
              <a:t>= ((1 + 1.5)/2, </a:t>
            </a:r>
            <a:r>
              <a:rPr lang="en-US" sz="1800" b="0" strike="noStrike" spc="-7" dirty="0" smtClean="0">
                <a:solidFill>
                  <a:srgbClr val="FF0000"/>
                </a:solidFill>
                <a:latin typeface="Trebuchet MS"/>
              </a:rPr>
              <a:t>(</a:t>
            </a:r>
            <a:r>
              <a:rPr lang="en-US" sz="1800" b="0" strike="noStrike" spc="-7" dirty="0">
                <a:solidFill>
                  <a:srgbClr val="FF0000"/>
                </a:solidFill>
                <a:latin typeface="Trebuchet MS"/>
              </a:rPr>
              <a:t>1 + 0.5)/2)</a:t>
            </a:r>
            <a:endParaRPr lang="en-US" sz="1800" b="0" strike="noStrike" spc="-1" dirty="0">
              <a:latin typeface="Arial"/>
              <a:ea typeface="Noto Sans CJK SC"/>
            </a:endParaRP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sz="1800" b="0" strike="noStrike" spc="-7" dirty="0">
                <a:solidFill>
                  <a:srgbClr val="FF0000"/>
                </a:solidFill>
                <a:latin typeface="Trebuchet MS"/>
              </a:rPr>
              <a:t>= (1.25, 0.75</a:t>
            </a:r>
            <a:r>
              <a:rPr lang="en-US" sz="1800" b="0" strike="noStrike" spc="-7" dirty="0" smtClean="0">
                <a:solidFill>
                  <a:srgbClr val="FF0000"/>
                </a:solidFill>
                <a:latin typeface="Trebuchet MS"/>
              </a:rPr>
              <a:t>)</a:t>
            </a:r>
          </a:p>
          <a:p>
            <a:pPr marL="360000">
              <a:lnSpc>
                <a:spcPts val="3501"/>
              </a:lnSpc>
              <a:spcBef>
                <a:spcPts val="499"/>
              </a:spcBef>
              <a:tabLst>
                <a:tab pos="354960" algn="l"/>
                <a:tab pos="355680" algn="l"/>
              </a:tabLst>
            </a:pPr>
            <a:r>
              <a:rPr lang="en-US" b="1" u="sng" spc="-7" dirty="0">
                <a:solidFill>
                  <a:srgbClr val="FF0000"/>
                </a:solidFill>
                <a:latin typeface="Trebuchet MS"/>
              </a:rPr>
              <a:t>DO WE NEED ANOTHER ITERATION</a:t>
            </a:r>
            <a:r>
              <a:rPr lang="en-US" b="1" u="sng" spc="-7" dirty="0" smtClean="0">
                <a:solidFill>
                  <a:srgbClr val="FF0000"/>
                </a:solidFill>
                <a:latin typeface="Trebuchet MS"/>
              </a:rPr>
              <a:t>????</a:t>
            </a:r>
            <a:endParaRPr lang="en-US" spc="-1" dirty="0">
              <a:ea typeface="Noto Sans CJK SC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805" y="1592640"/>
            <a:ext cx="5552895" cy="36045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Shape 1"/>
          <p:cNvSpPr txBox="1"/>
          <p:nvPr/>
        </p:nvSpPr>
        <p:spPr>
          <a:xfrm>
            <a:off x="457200" y="498240"/>
            <a:ext cx="8503920" cy="135360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185">
                <a:solidFill>
                  <a:srgbClr val="000000"/>
                </a:solidFill>
                <a:latin typeface="Trebuchet MS"/>
              </a:rPr>
              <a:t>Properties </a:t>
            </a:r>
            <a:r>
              <a:rPr lang="en-US" sz="4400" b="0" strike="noStrike" spc="-165">
                <a:solidFill>
                  <a:srgbClr val="000000"/>
                </a:solidFill>
                <a:latin typeface="Trebuchet MS"/>
              </a:rPr>
              <a:t>of </a:t>
            </a:r>
            <a:r>
              <a:rPr lang="en-US" sz="4400" b="0" strike="noStrike" spc="-505">
                <a:solidFill>
                  <a:srgbClr val="000000"/>
                </a:solidFill>
                <a:latin typeface="Trebuchet MS"/>
              </a:rPr>
              <a:t>K-­‐means</a:t>
            </a:r>
            <a:r>
              <a:rPr lang="en-US" sz="4400" b="0" strike="noStrike" spc="-681">
                <a:solidFill>
                  <a:srgbClr val="000000"/>
                </a:solidFill>
                <a:latin typeface="Trebuchet MS"/>
              </a:rPr>
              <a:t> </a:t>
            </a:r>
            <a:r>
              <a:rPr lang="en-US" sz="4400" b="1" strike="noStrike" spc="-216">
                <a:solidFill>
                  <a:srgbClr val="000000"/>
                </a:solidFill>
                <a:latin typeface="Trebuchet MS"/>
              </a:rPr>
              <a:t>algorithm</a:t>
            </a:r>
            <a:endParaRPr lang="en-US" sz="4400" b="0" strike="noStrike" spc="-1">
              <a:latin typeface="Calibri"/>
            </a:endParaRPr>
          </a:p>
        </p:txBody>
      </p:sp>
      <p:sp>
        <p:nvSpPr>
          <p:cNvPr id="332" name="CustomShape 2"/>
          <p:cNvSpPr/>
          <p:nvPr/>
        </p:nvSpPr>
        <p:spPr>
          <a:xfrm>
            <a:off x="542880" y="1592640"/>
            <a:ext cx="7812720" cy="424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360" rIns="0" bIns="0">
            <a:spAutoFit/>
          </a:bodyPr>
          <a:lstStyle/>
          <a:p>
            <a:pPr marL="355680" indent="-342720">
              <a:lnSpc>
                <a:spcPts val="3501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354960" algn="l"/>
                <a:tab pos="355680" algn="l"/>
              </a:tabLst>
            </a:pPr>
            <a:r>
              <a:rPr lang="en-US" sz="3200" b="0" strike="noStrike" spc="-145">
                <a:latin typeface="Trebuchet MS"/>
              </a:rPr>
              <a:t>Guaranteed</a:t>
            </a:r>
            <a:r>
              <a:rPr lang="en-US" sz="3200" b="0" strike="noStrike" spc="-256">
                <a:latin typeface="Trebuchet MS"/>
              </a:rPr>
              <a:t> </a:t>
            </a:r>
            <a:r>
              <a:rPr lang="en-US" sz="3200" b="0" strike="noStrike" spc="-137">
                <a:latin typeface="Trebuchet MS"/>
              </a:rPr>
              <a:t>to</a:t>
            </a:r>
            <a:r>
              <a:rPr lang="en-US" sz="3200" b="0" strike="noStrike" spc="-250">
                <a:latin typeface="Trebuchet MS"/>
              </a:rPr>
              <a:t> </a:t>
            </a:r>
            <a:r>
              <a:rPr lang="en-US" sz="3200" b="0" strike="noStrike" spc="-151">
                <a:latin typeface="Trebuchet MS"/>
              </a:rPr>
              <a:t>converge</a:t>
            </a:r>
            <a:r>
              <a:rPr lang="en-US" sz="3200" b="0" strike="noStrike" spc="-250">
                <a:latin typeface="Trebuchet MS"/>
              </a:rPr>
              <a:t> </a:t>
            </a:r>
            <a:r>
              <a:rPr lang="en-US" sz="3200" b="0" strike="noStrike" spc="-126">
                <a:latin typeface="Trebuchet MS"/>
              </a:rPr>
              <a:t>in</a:t>
            </a:r>
            <a:r>
              <a:rPr lang="en-US" sz="3200" b="0" strike="noStrike" spc="-250">
                <a:latin typeface="Trebuchet MS"/>
              </a:rPr>
              <a:t> </a:t>
            </a:r>
            <a:r>
              <a:rPr lang="en-US" sz="3200" b="0" strike="noStrike" spc="-151">
                <a:latin typeface="Trebuchet MS"/>
              </a:rPr>
              <a:t>a</a:t>
            </a:r>
            <a:r>
              <a:rPr lang="en-US" sz="3200" b="0" strike="noStrike" spc="-250">
                <a:latin typeface="Trebuchet MS"/>
              </a:rPr>
              <a:t> </a:t>
            </a:r>
            <a:r>
              <a:rPr lang="en-US" sz="3200" b="0" strike="noStrike" spc="-160">
                <a:latin typeface="Trebuchet MS"/>
              </a:rPr>
              <a:t>ﬁnite</a:t>
            </a:r>
            <a:r>
              <a:rPr lang="en-US" sz="3200" b="0" strike="noStrike" spc="-250">
                <a:latin typeface="Trebuchet MS"/>
              </a:rPr>
              <a:t> </a:t>
            </a:r>
            <a:r>
              <a:rPr lang="en-US" sz="3200" b="0" strike="noStrike" spc="-106">
                <a:latin typeface="Trebuchet MS"/>
              </a:rPr>
              <a:t>number</a:t>
            </a:r>
            <a:r>
              <a:rPr lang="en-US" sz="3200" b="0" strike="noStrike" spc="-250">
                <a:latin typeface="Trebuchet MS"/>
              </a:rPr>
              <a:t> </a:t>
            </a:r>
            <a:r>
              <a:rPr lang="en-US" sz="3200" b="0" strike="noStrike" spc="-126">
                <a:latin typeface="Trebuchet MS"/>
              </a:rPr>
              <a:t>of  </a:t>
            </a:r>
            <a:r>
              <a:rPr lang="en-US" sz="3200" b="0" strike="noStrike" spc="-151">
                <a:latin typeface="Trebuchet MS"/>
              </a:rPr>
              <a:t>iterations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4"/>
              </a:spcBef>
              <a:tabLst>
                <a:tab pos="354960" algn="l"/>
                <a:tab pos="355680" algn="l"/>
              </a:tabLst>
            </a:pPr>
            <a:endParaRPr lang="en-US" sz="3200" b="0" strike="noStrike" spc="-1">
              <a:latin typeface="Arial"/>
            </a:endParaRPr>
          </a:p>
          <a:p>
            <a:pPr marL="355680" indent="-342720">
              <a:lnSpc>
                <a:spcPts val="3776"/>
              </a:lnSpc>
              <a:buClr>
                <a:srgbClr val="000000"/>
              </a:buClr>
              <a:buFont typeface="Arial"/>
              <a:buChar char="•"/>
              <a:tabLst>
                <a:tab pos="354960" algn="l"/>
                <a:tab pos="355680" algn="l"/>
              </a:tabLst>
            </a:pPr>
            <a:r>
              <a:rPr lang="en-US" sz="3200" b="0" strike="noStrike" spc="-100">
                <a:latin typeface="Trebuchet MS"/>
              </a:rPr>
              <a:t>Running </a:t>
            </a:r>
            <a:r>
              <a:rPr lang="en-US" sz="3200" b="0" strike="noStrike" spc="-171">
                <a:latin typeface="Trebuchet MS"/>
              </a:rPr>
              <a:t>time </a:t>
            </a:r>
            <a:r>
              <a:rPr lang="en-US" sz="3200" b="0" strike="noStrike" spc="-131">
                <a:latin typeface="Trebuchet MS"/>
              </a:rPr>
              <a:t>per</a:t>
            </a:r>
            <a:r>
              <a:rPr lang="en-US" sz="3200" b="0" strike="noStrike" spc="-471">
                <a:latin typeface="Trebuchet MS"/>
              </a:rPr>
              <a:t> </a:t>
            </a:r>
            <a:r>
              <a:rPr lang="en-US" sz="3200" b="0" strike="noStrike" spc="-177">
                <a:latin typeface="Trebuchet MS"/>
              </a:rPr>
              <a:t>iteration:</a:t>
            </a:r>
            <a:endParaRPr lang="en-US" sz="3200" b="0" strike="noStrike" spc="-1">
              <a:latin typeface="Arial"/>
            </a:endParaRPr>
          </a:p>
          <a:p>
            <a:pPr marL="1384200" lvl="1" indent="-457560">
              <a:lnSpc>
                <a:spcPts val="2815"/>
              </a:lnSpc>
              <a:buClr>
                <a:srgbClr val="000000"/>
              </a:buClr>
              <a:buFont typeface="StarSymbol"/>
              <a:buAutoNum type="arabicPeriod"/>
              <a:tabLst>
                <a:tab pos="1383840" algn="l"/>
                <a:tab pos="1384200" algn="l"/>
              </a:tabLst>
            </a:pPr>
            <a:r>
              <a:rPr lang="en-US" sz="2400" b="0" strike="noStrike" spc="-1">
                <a:latin typeface="Arial"/>
              </a:rPr>
              <a:t>Assign </a:t>
            </a:r>
            <a:r>
              <a:rPr lang="en-US" sz="2400" b="0" strike="noStrike" spc="-7">
                <a:latin typeface="Arial"/>
              </a:rPr>
              <a:t>data points to </a:t>
            </a:r>
            <a:r>
              <a:rPr lang="en-US" sz="2400" b="0" strike="noStrike" spc="-1">
                <a:latin typeface="Arial"/>
              </a:rPr>
              <a:t>closest </a:t>
            </a:r>
            <a:r>
              <a:rPr lang="en-US" sz="2400" b="0" strike="noStrike" spc="-7">
                <a:latin typeface="Arial"/>
              </a:rPr>
              <a:t>cluster</a:t>
            </a:r>
            <a:r>
              <a:rPr lang="en-US" sz="2400" b="0" strike="noStrike" spc="-1">
                <a:latin typeface="Arial"/>
              </a:rPr>
              <a:t> </a:t>
            </a:r>
            <a:r>
              <a:rPr lang="en-US" sz="2400" b="0" strike="noStrike" spc="-7">
                <a:latin typeface="Arial"/>
              </a:rPr>
              <a:t>center</a:t>
            </a:r>
            <a:endParaRPr lang="en-US" sz="2400" b="0" strike="noStrike" spc="-1">
              <a:latin typeface="Arial"/>
            </a:endParaRPr>
          </a:p>
          <a:p>
            <a:pPr marL="1383840">
              <a:lnSpc>
                <a:spcPct val="100000"/>
              </a:lnSpc>
              <a:spcBef>
                <a:spcPts val="1145"/>
              </a:spcBef>
              <a:tabLst>
                <a:tab pos="1383840" algn="l"/>
                <a:tab pos="1384200" algn="l"/>
              </a:tabLst>
            </a:pPr>
            <a:r>
              <a:rPr lang="en-US" sz="2400" b="0" strike="noStrike" spc="-7">
                <a:solidFill>
                  <a:srgbClr val="FF0000"/>
                </a:solidFill>
                <a:latin typeface="Arial"/>
              </a:rPr>
              <a:t>O(KN)</a:t>
            </a:r>
            <a:r>
              <a:rPr lang="en-US" sz="2400" b="0" strike="noStrike" spc="-12">
                <a:solidFill>
                  <a:srgbClr val="FF0000"/>
                </a:solidFill>
                <a:latin typeface="Arial"/>
              </a:rPr>
              <a:t> </a:t>
            </a:r>
            <a:r>
              <a:rPr lang="en-US" sz="2400" b="0" strike="noStrike" spc="-7">
                <a:solidFill>
                  <a:srgbClr val="FF0000"/>
                </a:solidFill>
                <a:latin typeface="Arial"/>
              </a:rPr>
              <a:t>time</a:t>
            </a:r>
            <a:endParaRPr lang="en-US" sz="2400" b="0" strike="noStrike" spc="-1">
              <a:latin typeface="Arial"/>
            </a:endParaRPr>
          </a:p>
          <a:p>
            <a:pPr marL="1383840">
              <a:lnSpc>
                <a:spcPct val="100000"/>
              </a:lnSpc>
              <a:spcBef>
                <a:spcPts val="20"/>
              </a:spcBef>
              <a:tabLst>
                <a:tab pos="1383840" algn="l"/>
                <a:tab pos="1384200" algn="l"/>
              </a:tabLst>
            </a:pPr>
            <a:endParaRPr lang="en-US" sz="2400" b="0" strike="noStrike" spc="-1">
              <a:latin typeface="Arial"/>
            </a:endParaRPr>
          </a:p>
          <a:p>
            <a:pPr marL="1383840" lvl="1" indent="-456840">
              <a:lnSpc>
                <a:spcPct val="70000"/>
              </a:lnSpc>
              <a:buClr>
                <a:srgbClr val="000000"/>
              </a:buClr>
              <a:buFont typeface="StarSymbol"/>
              <a:buAutoNum type="arabicPeriod" startAt="2"/>
              <a:tabLst>
                <a:tab pos="1383840" algn="l"/>
                <a:tab pos="1384200" algn="l"/>
              </a:tabLst>
            </a:pPr>
            <a:r>
              <a:rPr lang="en-US" sz="2400" b="0" strike="noStrike" spc="-1">
                <a:solidFill>
                  <a:srgbClr val="FF0000"/>
                </a:solidFill>
                <a:latin typeface="Arial"/>
              </a:rPr>
              <a:t>Change </a:t>
            </a:r>
            <a:r>
              <a:rPr lang="en-US" sz="2400" b="0" strike="noStrike" spc="-7">
                <a:solidFill>
                  <a:srgbClr val="FF0000"/>
                </a:solidFill>
                <a:latin typeface="Arial"/>
              </a:rPr>
              <a:t>the cluster center to the </a:t>
            </a:r>
            <a:r>
              <a:rPr lang="en-US" sz="2400" b="0" strike="noStrike" spc="-1">
                <a:solidFill>
                  <a:srgbClr val="FF0000"/>
                </a:solidFill>
                <a:latin typeface="Arial"/>
              </a:rPr>
              <a:t>average of </a:t>
            </a:r>
            <a:r>
              <a:rPr lang="en-US" sz="2400" b="0" strike="noStrike" spc="-7">
                <a:solidFill>
                  <a:srgbClr val="FF0000"/>
                </a:solidFill>
                <a:latin typeface="Arial"/>
              </a:rPr>
              <a:t>its  </a:t>
            </a:r>
            <a:r>
              <a:rPr lang="en-US" sz="2400" b="0" strike="noStrike" spc="-1">
                <a:solidFill>
                  <a:srgbClr val="FF0000"/>
                </a:solidFill>
                <a:latin typeface="Arial"/>
              </a:rPr>
              <a:t>assigned</a:t>
            </a:r>
            <a:r>
              <a:rPr lang="en-US" sz="2400" b="0" strike="noStrike" spc="-7">
                <a:solidFill>
                  <a:srgbClr val="FF0000"/>
                </a:solidFill>
                <a:latin typeface="Arial"/>
              </a:rPr>
              <a:t> points</a:t>
            </a:r>
            <a:endParaRPr lang="en-US" sz="2400" b="0" strike="noStrike" spc="-1">
              <a:latin typeface="Arial"/>
            </a:endParaRPr>
          </a:p>
          <a:p>
            <a:pPr marL="1383840">
              <a:lnSpc>
                <a:spcPct val="100000"/>
              </a:lnSpc>
              <a:spcBef>
                <a:spcPts val="1120"/>
              </a:spcBef>
              <a:tabLst>
                <a:tab pos="1383840" algn="l"/>
                <a:tab pos="1384200" algn="l"/>
              </a:tabLst>
            </a:pPr>
            <a:r>
              <a:rPr lang="en-US" sz="2400" b="0" strike="noStrike" spc="-7">
                <a:solidFill>
                  <a:srgbClr val="FF0000"/>
                </a:solidFill>
                <a:latin typeface="Arial"/>
              </a:rPr>
              <a:t>O(N)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Shape 1"/>
          <p:cNvSpPr txBox="1"/>
          <p:nvPr/>
        </p:nvSpPr>
        <p:spPr>
          <a:xfrm>
            <a:off x="420729" y="244080"/>
            <a:ext cx="7669763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1" dirty="0">
                <a:solidFill>
                  <a:srgbClr val="000090"/>
                </a:solidFill>
              </a:rPr>
              <a:t>Evaluating K-means </a:t>
            </a:r>
            <a:r>
              <a:rPr lang="en-US" sz="4400" spc="-1" dirty="0" smtClean="0">
                <a:solidFill>
                  <a:srgbClr val="000090"/>
                </a:solidFill>
              </a:rPr>
              <a:t>Clusters</a:t>
            </a:r>
            <a:endParaRPr lang="en-US" sz="4400" b="0" strike="noStrike" spc="-1" dirty="0"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CustomShape 2"/>
              <p:cNvSpPr/>
              <p:nvPr/>
            </p:nvSpPr>
            <p:spPr>
              <a:xfrm>
                <a:off x="85679" y="822960"/>
                <a:ext cx="8339864" cy="492586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0" tIns="104040" rIns="0" bIns="0">
                <a:spAutoFit/>
              </a:bodyPr>
              <a:lstStyle/>
              <a:p>
                <a:pPr marL="1332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tabLst>
                    <a:tab pos="755640" algn="l"/>
                  </a:tabLst>
                </a:pPr>
                <a:endParaRPr lang="en-US" sz="2800" spc="-7" dirty="0" smtClean="0">
                  <a:solidFill>
                    <a:srgbClr val="000090"/>
                  </a:solidFill>
                </a:endParaRPr>
              </a:p>
              <a:p>
                <a:pPr marL="470520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tabLst>
                    <a:tab pos="755640" algn="l"/>
                  </a:tabLst>
                </a:pPr>
                <a:r>
                  <a:rPr lang="en-US" sz="2800" spc="-7" dirty="0">
                    <a:solidFill>
                      <a:srgbClr val="000090"/>
                    </a:solidFill>
                  </a:rPr>
                  <a:t>Most common measure is Sum of Squared Error (SSE</a:t>
                </a:r>
                <a:r>
                  <a:rPr lang="en-US" sz="2800" spc="-7" dirty="0" smtClean="0">
                    <a:solidFill>
                      <a:srgbClr val="000090"/>
                    </a:solidFill>
                  </a:rPr>
                  <a:t>).</a:t>
                </a:r>
              </a:p>
              <a:p>
                <a:pPr marL="1384920" lvl="2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755640" algn="l"/>
                  </a:tabLst>
                </a:pPr>
                <a:r>
                  <a:rPr lang="en-US" sz="2800" spc="-7" dirty="0">
                    <a:solidFill>
                      <a:srgbClr val="000090"/>
                    </a:solidFill>
                  </a:rPr>
                  <a:t>For each point, the error is the distance to the nearest </a:t>
                </a:r>
                <a:r>
                  <a:rPr lang="en-US" sz="2800" spc="-7" dirty="0" smtClean="0">
                    <a:solidFill>
                      <a:srgbClr val="000090"/>
                    </a:solidFill>
                  </a:rPr>
                  <a:t>cluster</a:t>
                </a:r>
              </a:p>
              <a:p>
                <a:pPr marL="1384920" lvl="2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755640" algn="l"/>
                  </a:tabLst>
                </a:pPr>
                <a:r>
                  <a:rPr lang="en-US" sz="2800" spc="-7" dirty="0">
                    <a:solidFill>
                      <a:srgbClr val="000090"/>
                    </a:solidFill>
                  </a:rPr>
                  <a:t>To get SSE, we square these errors and sum them</a:t>
                </a:r>
                <a:r>
                  <a:rPr lang="en-US" sz="2800" spc="-7" dirty="0" smtClean="0">
                    <a:solidFill>
                      <a:srgbClr val="000090"/>
                    </a:solidFill>
                  </a:rPr>
                  <a:t>.</a:t>
                </a:r>
                <a:br>
                  <a:rPr lang="en-US" sz="2800" spc="-7" dirty="0" smtClean="0">
                    <a:solidFill>
                      <a:srgbClr val="000090"/>
                    </a:solidFill>
                  </a:rPr>
                </a:br>
                <a:endParaRPr lang="en-US" sz="2800" spc="-7" dirty="0" smtClean="0">
                  <a:solidFill>
                    <a:srgbClr val="000090"/>
                  </a:solidFill>
                </a:endParaRPr>
              </a:p>
              <a:p>
                <a:pPr marL="927720" lvl="2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tabLst>
                    <a:tab pos="75564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sz="2800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80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8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8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𝐶𝑖</m:t>
                              </m:r>
                            </m:sub>
                            <m:sup/>
                            <m:e>
                              <m:r>
                                <a:rPr lang="en-US" sz="28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𝑑𝑖𝑠𝑡𝑎𝑛𝑐𝑒</m:t>
                              </m:r>
                              <m:d>
                                <m:dPr>
                                  <m:ctrlPr>
                                    <a:rPr lang="en-US" sz="28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800" b="0" i="1" spc="-1" baseline="-25000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800" b="0" i="1" spc="-1" baseline="30000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800" spc="-7" dirty="0" smtClean="0">
                  <a:solidFill>
                    <a:srgbClr val="000090"/>
                  </a:solidFill>
                </a:endParaRPr>
              </a:p>
              <a:p>
                <a:pPr marL="470520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755640" algn="l"/>
                  </a:tabLst>
                </a:pPr>
                <a:endParaRPr lang="en-US" sz="2800" spc="-7" dirty="0" smtClean="0">
                  <a:solidFill>
                    <a:srgbClr val="000090"/>
                  </a:solidFill>
                </a:endParaRPr>
              </a:p>
              <a:p>
                <a:pPr marL="470520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755640" algn="l"/>
                  </a:tabLst>
                </a:pPr>
                <a:r>
                  <a:rPr lang="en-US" sz="2800" spc="-7" dirty="0" smtClean="0">
                    <a:solidFill>
                      <a:srgbClr val="000090"/>
                    </a:solidFill>
                  </a:rPr>
                  <a:t>x </a:t>
                </a:r>
                <a:r>
                  <a:rPr lang="en-US" sz="2800" spc="-7" dirty="0">
                    <a:solidFill>
                      <a:srgbClr val="000090"/>
                    </a:solidFill>
                  </a:rPr>
                  <a:t>is a data point in cluster </a:t>
                </a:r>
                <a:r>
                  <a:rPr lang="en-US" sz="2800" spc="-7" dirty="0" smtClean="0">
                    <a:solidFill>
                      <a:srgbClr val="000090"/>
                    </a:solidFill>
                  </a:rPr>
                  <a:t>C</a:t>
                </a:r>
                <a:r>
                  <a:rPr lang="en-US" sz="2800" spc="-7" baseline="-25000" dirty="0" smtClean="0">
                    <a:solidFill>
                      <a:srgbClr val="000090"/>
                    </a:solidFill>
                  </a:rPr>
                  <a:t>i</a:t>
                </a:r>
              </a:p>
              <a:p>
                <a:pPr marL="470520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755640" algn="l"/>
                  </a:tabLst>
                </a:pPr>
                <a:r>
                  <a:rPr lang="en-US" sz="2800" spc="-7" dirty="0">
                    <a:solidFill>
                      <a:srgbClr val="000090"/>
                    </a:solidFill>
                  </a:rPr>
                  <a:t>m</a:t>
                </a:r>
                <a:r>
                  <a:rPr lang="en-US" sz="2800" spc="-7" baseline="-25000" dirty="0">
                    <a:solidFill>
                      <a:srgbClr val="000090"/>
                    </a:solidFill>
                  </a:rPr>
                  <a:t>i</a:t>
                </a:r>
                <a:r>
                  <a:rPr lang="en-US" sz="2800" spc="-7" dirty="0">
                    <a:solidFill>
                      <a:srgbClr val="000090"/>
                    </a:solidFill>
                  </a:rPr>
                  <a:t> is the center for cluster C</a:t>
                </a:r>
                <a:r>
                  <a:rPr lang="en-US" sz="2800" spc="-7" baseline="-25000" dirty="0">
                    <a:solidFill>
                      <a:srgbClr val="000090"/>
                    </a:solidFill>
                  </a:rPr>
                  <a:t>i</a:t>
                </a:r>
                <a:r>
                  <a:rPr lang="en-US" sz="2800" spc="-7" dirty="0">
                    <a:solidFill>
                      <a:srgbClr val="000090"/>
                    </a:solidFill>
                  </a:rPr>
                  <a:t> </a:t>
                </a:r>
                <a:endParaRPr lang="en-US" sz="2800" spc="-7" dirty="0" smtClean="0">
                  <a:solidFill>
                    <a:srgbClr val="000090"/>
                  </a:solidFill>
                </a:endParaRPr>
              </a:p>
            </p:txBody>
          </p:sp>
        </mc:Choice>
        <mc:Fallback xmlns="">
          <p:sp>
            <p:nvSpPr>
              <p:cNvPr id="256" name="Custom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9" y="822960"/>
                <a:ext cx="8339864" cy="4925863"/>
              </a:xfrm>
              <a:prstGeom prst="rect">
                <a:avLst/>
              </a:prstGeom>
              <a:blipFill>
                <a:blip r:embed="rId2"/>
                <a:stretch>
                  <a:fillRect l="-2266" r="-585" b="-34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516" y="4161112"/>
            <a:ext cx="2758679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99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Shape 1"/>
          <p:cNvSpPr txBox="1"/>
          <p:nvPr/>
        </p:nvSpPr>
        <p:spPr>
          <a:xfrm>
            <a:off x="420729" y="244080"/>
            <a:ext cx="7669763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1" dirty="0">
                <a:solidFill>
                  <a:srgbClr val="000090"/>
                </a:solidFill>
              </a:rPr>
              <a:t>Evaluating K-means </a:t>
            </a:r>
            <a:r>
              <a:rPr lang="en-US" sz="4400" spc="-1" dirty="0" smtClean="0">
                <a:solidFill>
                  <a:srgbClr val="000090"/>
                </a:solidFill>
              </a:rPr>
              <a:t>Clusters</a:t>
            </a:r>
            <a:endParaRPr lang="en-US" sz="4400" b="0" strike="noStrike" spc="-1" dirty="0"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CustomShape 2"/>
              <p:cNvSpPr/>
              <p:nvPr/>
            </p:nvSpPr>
            <p:spPr>
              <a:xfrm>
                <a:off x="85679" y="822960"/>
                <a:ext cx="8339864" cy="54275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0" tIns="104040" rIns="0" bIns="0">
                <a:spAutoFit/>
              </a:bodyPr>
              <a:lstStyle/>
              <a:p>
                <a:pPr marL="927720" lvl="2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tabLst>
                    <a:tab pos="755640" algn="l"/>
                  </a:tabLst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1600" b="0" i="1" spc="-1" smtClean="0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sz="1600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pc="-1" smtClean="0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60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6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6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𝐶𝑖</m:t>
                              </m:r>
                            </m:sub>
                            <m:sup/>
                            <m:e>
                              <m:r>
                                <a:rPr lang="en-US" sz="1600" b="0" i="1" spc="-1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𝑑𝑖𝑠𝑡𝑎𝑛𝑐𝑒</m:t>
                              </m:r>
                              <m:d>
                                <m:dPr>
                                  <m:ctrlPr>
                                    <a:rPr lang="en-US" sz="16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1600" b="0" i="1" spc="-1" baseline="-25000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6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600" b="0" i="1" spc="-1" smtClean="0">
                                      <a:solidFill>
                                        <a:srgbClr val="0000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1600" b="0" i="1" spc="-1" baseline="30000" smtClean="0">
                                  <a:solidFill>
                                    <a:srgbClr val="00009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1600" spc="-7" dirty="0" smtClean="0">
                  <a:solidFill>
                    <a:srgbClr val="000090"/>
                  </a:solidFill>
                </a:endParaRPr>
              </a:p>
              <a:p>
                <a:pPr marL="470520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755640" algn="l"/>
                  </a:tabLst>
                </a:pPr>
                <a:endParaRPr lang="en-US" sz="2800" spc="-7" dirty="0">
                  <a:solidFill>
                    <a:srgbClr val="000090"/>
                  </a:solidFill>
                </a:endParaRPr>
              </a:p>
              <a:p>
                <a:pPr marL="470520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755640" algn="l"/>
                  </a:tabLst>
                </a:pPr>
                <a:endParaRPr lang="en-US" sz="2800" spc="-7" dirty="0" smtClean="0">
                  <a:solidFill>
                    <a:srgbClr val="000090"/>
                  </a:solidFill>
                </a:endParaRPr>
              </a:p>
              <a:p>
                <a:pPr marL="470520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755640" algn="l"/>
                  </a:tabLst>
                </a:pPr>
                <a:endParaRPr lang="en-US" sz="2800" spc="-7" dirty="0" smtClean="0">
                  <a:solidFill>
                    <a:srgbClr val="000090"/>
                  </a:solidFill>
                </a:endParaRPr>
              </a:p>
              <a:p>
                <a:pPr marL="470520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755640" algn="l"/>
                  </a:tabLst>
                </a:pPr>
                <a:endParaRPr lang="en-US" sz="2800" spc="-7" dirty="0">
                  <a:solidFill>
                    <a:srgbClr val="000090"/>
                  </a:solidFill>
                </a:endParaRPr>
              </a:p>
              <a:p>
                <a:pPr marL="470520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755640" algn="l"/>
                  </a:tabLst>
                </a:pPr>
                <a:endParaRPr lang="en-US" sz="2800" spc="-7" dirty="0" smtClean="0">
                  <a:solidFill>
                    <a:srgbClr val="000090"/>
                  </a:solidFill>
                </a:endParaRPr>
              </a:p>
              <a:p>
                <a:pPr marL="470520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755640" algn="l"/>
                  </a:tabLst>
                </a:pPr>
                <a:endParaRPr lang="en-US" sz="2800" spc="-7" dirty="0">
                  <a:solidFill>
                    <a:srgbClr val="000090"/>
                  </a:solidFill>
                </a:endParaRPr>
              </a:p>
              <a:p>
                <a:pPr marL="470520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755640" algn="l"/>
                  </a:tabLst>
                </a:pPr>
                <a:endParaRPr lang="en-US" sz="2800" spc="-7" dirty="0" smtClean="0">
                  <a:solidFill>
                    <a:srgbClr val="000090"/>
                  </a:solidFill>
                </a:endParaRPr>
              </a:p>
              <a:p>
                <a:pPr marL="470520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755640" algn="l"/>
                  </a:tabLst>
                </a:pPr>
                <a:endParaRPr lang="en-US" sz="2800" spc="-7" dirty="0">
                  <a:solidFill>
                    <a:srgbClr val="000090"/>
                  </a:solidFill>
                </a:endParaRPr>
              </a:p>
              <a:p>
                <a:pPr marL="470520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755640" algn="l"/>
                  </a:tabLst>
                </a:pPr>
                <a:endParaRPr lang="en-US" sz="2800" spc="-7" dirty="0" smtClean="0">
                  <a:solidFill>
                    <a:srgbClr val="000090"/>
                  </a:solidFill>
                </a:endParaRPr>
              </a:p>
              <a:p>
                <a:pPr marL="13320" lvl="2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tabLst>
                    <a:tab pos="75564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𝑺𝑺𝑬</m:t>
                      </m:r>
                      <m:r>
                        <a:rPr lang="en-US" sz="2000" b="1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𝟓𝟓𝟕𝟖</m:t>
                          </m:r>
                          <m: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𝟐𝟏𝟕𝟖</m:t>
                          </m:r>
                          <m: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𝟓𝟓𝟕𝟖</m:t>
                          </m:r>
                        </m:e>
                      </m:d>
                      <m:r>
                        <a:rPr lang="en-US" sz="2000" b="1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𝟏𝟐𝟓</m:t>
                          </m:r>
                          <m: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1" spc="-1">
                              <a:solidFill>
                                <a:srgbClr val="000090"/>
                              </a:solidFill>
                              <a:latin typeface="Cambria Math" panose="02040503050406030204" pitchFamily="18" charset="0"/>
                            </a:rPr>
                            <m:t>𝟏𝟐𝟓</m:t>
                          </m:r>
                        </m:e>
                      </m:d>
                      <m:r>
                        <a:rPr lang="en-US" sz="2000" b="1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𝟓𝟖𝟑𝟒</m:t>
                      </m:r>
                      <m:r>
                        <a:rPr lang="en-US" sz="2000" b="1" i="1" spc="-1">
                          <a:solidFill>
                            <a:srgbClr val="00009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</m:oMath>
                  </m:oMathPara>
                </a14:m>
                <a:endParaRPr lang="en-US" sz="2000" b="1" spc="-7" dirty="0">
                  <a:solidFill>
                    <a:srgbClr val="000090"/>
                  </a:solidFill>
                </a:endParaRPr>
              </a:p>
              <a:p>
                <a:pPr marL="470520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755640" algn="l"/>
                  </a:tabLst>
                </a:pPr>
                <a:endParaRPr lang="en-US" sz="2800" spc="-7" dirty="0" smtClean="0">
                  <a:solidFill>
                    <a:srgbClr val="000090"/>
                  </a:solidFill>
                </a:endParaRPr>
              </a:p>
              <a:p>
                <a:pPr marL="470520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755640" algn="l"/>
                  </a:tabLst>
                </a:pPr>
                <a:endParaRPr lang="en-US" sz="2800" spc="-7" dirty="0">
                  <a:solidFill>
                    <a:srgbClr val="000090"/>
                  </a:solidFill>
                </a:endParaRPr>
              </a:p>
              <a:p>
                <a:pPr marL="470520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755640" algn="l"/>
                  </a:tabLst>
                </a:pPr>
                <a:endParaRPr lang="en-US" sz="2800" spc="-7" dirty="0" smtClean="0">
                  <a:solidFill>
                    <a:srgbClr val="000090"/>
                  </a:solidFill>
                </a:endParaRPr>
              </a:p>
              <a:p>
                <a:pPr marL="470520" indent="-457200">
                  <a:lnSpc>
                    <a:spcPct val="81000"/>
                  </a:lnSpc>
                  <a:spcBef>
                    <a:spcPts val="6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q"/>
                  <a:tabLst>
                    <a:tab pos="755640" algn="l"/>
                  </a:tabLst>
                </a:pPr>
                <a:endParaRPr lang="en-US" sz="2800" spc="-7" dirty="0" smtClean="0">
                  <a:solidFill>
                    <a:srgbClr val="000090"/>
                  </a:solidFill>
                </a:endParaRPr>
              </a:p>
            </p:txBody>
          </p:sp>
        </mc:Choice>
        <mc:Fallback xmlns="">
          <p:sp>
            <p:nvSpPr>
              <p:cNvPr id="256" name="Custom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9" y="822960"/>
                <a:ext cx="8339864" cy="5427539"/>
              </a:xfrm>
              <a:prstGeom prst="rect">
                <a:avLst/>
              </a:prstGeom>
              <a:blipFill>
                <a:blip r:embed="rId2"/>
                <a:stretch>
                  <a:fillRect t="-141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2"/>
          <p:cNvGraphicFramePr/>
          <p:nvPr>
            <p:extLst>
              <p:ext uri="{D42A27DB-BD31-4B8C-83A1-F6EECF244321}">
                <p14:modId xmlns:p14="http://schemas.microsoft.com/office/powerpoint/2010/main" val="2515311229"/>
              </p:ext>
            </p:extLst>
          </p:nvPr>
        </p:nvGraphicFramePr>
        <p:xfrm>
          <a:off x="420729" y="1673912"/>
          <a:ext cx="8294518" cy="2560320"/>
        </p:xfrm>
        <a:graphic>
          <a:graphicData uri="http://schemas.openxmlformats.org/drawingml/2006/table">
            <a:tbl>
              <a:tblPr/>
              <a:tblGrid>
                <a:gridCol w="1473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0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32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strike="noStrike" spc="-1" dirty="0" smtClean="0">
                          <a:latin typeface="Arial"/>
                        </a:rPr>
                        <a:t>Points</a:t>
                      </a:r>
                      <a:r>
                        <a:rPr lang="en-US" sz="1800" b="1" strike="noStrike" spc="-1" baseline="0" dirty="0" smtClean="0">
                          <a:latin typeface="Arial"/>
                        </a:rPr>
                        <a:t> </a:t>
                      </a:r>
                      <a:r>
                        <a:rPr lang="en-US" sz="1800" b="1" strike="noStrike" spc="-1" baseline="0" dirty="0" smtClean="0">
                          <a:latin typeface="+mn-lt"/>
                        </a:rPr>
                        <a:t>in C1- Centroid (2.67, 1.67)</a:t>
                      </a:r>
                      <a:endParaRPr lang="en-US" sz="1800" b="1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1" strike="noStrike" spc="-1" dirty="0">
                          <a:latin typeface="Arial"/>
                        </a:rPr>
                        <a:t>A(2,2)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n-lt"/>
                        </a:rPr>
                        <a:t>(2−2.67)</a:t>
                      </a:r>
                      <a:r>
                        <a:rPr lang="en-US" sz="1800" baseline="30000" dirty="0" smtClean="0">
                          <a:latin typeface="+mn-lt"/>
                        </a:rPr>
                        <a:t>2</a:t>
                      </a:r>
                      <a:r>
                        <a:rPr lang="en-US" sz="1800" dirty="0" smtClean="0">
                          <a:latin typeface="+mn-lt"/>
                        </a:rPr>
                        <a:t>+(2−1.67)</a:t>
                      </a:r>
                      <a:r>
                        <a:rPr lang="en-US" sz="1800" baseline="30000" dirty="0" smtClean="0">
                          <a:latin typeface="+mn-lt"/>
                        </a:rPr>
                        <a:t>2</a:t>
                      </a:r>
                      <a:r>
                        <a:rPr lang="en-US" sz="1800" dirty="0" smtClean="0">
                          <a:latin typeface="+mn-lt"/>
                        </a:rPr>
                        <a:t> = (−0.67)</a:t>
                      </a:r>
                      <a:r>
                        <a:rPr lang="en-US" sz="1800" baseline="30000" dirty="0" smtClean="0">
                          <a:latin typeface="+mn-lt"/>
                        </a:rPr>
                        <a:t>2</a:t>
                      </a:r>
                      <a:r>
                        <a:rPr lang="en-US" sz="1800" dirty="0" smtClean="0">
                          <a:latin typeface="+mn-lt"/>
                        </a:rPr>
                        <a:t> +(0.33)</a:t>
                      </a:r>
                      <a:r>
                        <a:rPr lang="en-US" sz="1800" baseline="30000" dirty="0" smtClean="0">
                          <a:latin typeface="+mn-lt"/>
                        </a:rPr>
                        <a:t>2</a:t>
                      </a:r>
                      <a:r>
                        <a:rPr lang="en-US" sz="1800" dirty="0" smtClean="0">
                          <a:latin typeface="+mn-lt"/>
                        </a:rPr>
                        <a:t>= 0.4489+0.1089= 0.5578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1" strike="noStrike" spc="-1" dirty="0">
                          <a:latin typeface="Arial"/>
                        </a:rPr>
                        <a:t>B(3,2)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n-lt"/>
                        </a:rPr>
                        <a:t>(3−2.67)</a:t>
                      </a:r>
                      <a:r>
                        <a:rPr lang="en-US" sz="1800" baseline="30000" dirty="0" smtClean="0">
                          <a:latin typeface="+mn-lt"/>
                        </a:rPr>
                        <a:t>2</a:t>
                      </a:r>
                      <a:r>
                        <a:rPr lang="en-US" sz="1800" dirty="0" smtClean="0">
                          <a:latin typeface="+mn-lt"/>
                        </a:rPr>
                        <a:t>+(2−1.67)</a:t>
                      </a:r>
                      <a:r>
                        <a:rPr lang="en-US" sz="1800" baseline="30000" dirty="0" smtClean="0">
                          <a:latin typeface="+mn-lt"/>
                        </a:rPr>
                        <a:t>2</a:t>
                      </a:r>
                      <a:r>
                        <a:rPr lang="en-US" sz="1800" dirty="0" smtClean="0">
                          <a:latin typeface="+mn-lt"/>
                        </a:rPr>
                        <a:t>=(0.33)</a:t>
                      </a:r>
                      <a:r>
                        <a:rPr lang="en-US" sz="1800" baseline="30000" dirty="0" smtClean="0">
                          <a:latin typeface="+mn-lt"/>
                        </a:rPr>
                        <a:t>2</a:t>
                      </a:r>
                      <a:r>
                        <a:rPr lang="en-US" sz="1800" dirty="0" smtClean="0">
                          <a:latin typeface="+mn-lt"/>
                        </a:rPr>
                        <a:t>+(0.33)</a:t>
                      </a:r>
                      <a:r>
                        <a:rPr lang="en-US" sz="1800" baseline="30000" dirty="0" smtClean="0">
                          <a:latin typeface="+mn-lt"/>
                        </a:rPr>
                        <a:t>2</a:t>
                      </a:r>
                      <a:r>
                        <a:rPr lang="en-US" sz="1800" dirty="0" smtClean="0">
                          <a:latin typeface="+mn-lt"/>
                        </a:rPr>
                        <a:t>= 0.1089 + 0.1089 = 0.2178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trike="noStrike" spc="-1" dirty="0" smtClean="0">
                          <a:latin typeface="+mn-lt"/>
                        </a:rPr>
                        <a:t>D(3,1)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(3−2.67)</a:t>
                      </a:r>
                      <a:r>
                        <a:rPr lang="en-US" baseline="30000" dirty="0" smtClean="0"/>
                        <a:t>2</a:t>
                      </a:r>
                      <a:r>
                        <a:rPr lang="en-US" dirty="0" smtClean="0"/>
                        <a:t>+(1−1.67)</a:t>
                      </a:r>
                      <a:r>
                        <a:rPr lang="en-US" baseline="30000" dirty="0" smtClean="0"/>
                        <a:t>2</a:t>
                      </a:r>
                      <a:r>
                        <a:rPr lang="en-US" dirty="0" smtClean="0"/>
                        <a:t>=(0.33)</a:t>
                      </a:r>
                      <a:r>
                        <a:rPr lang="en-US" baseline="30000" dirty="0" smtClean="0"/>
                        <a:t>2</a:t>
                      </a:r>
                      <a:r>
                        <a:rPr lang="en-US" dirty="0" smtClean="0"/>
                        <a:t>+(−0.67)</a:t>
                      </a:r>
                      <a:r>
                        <a:rPr lang="en-US" baseline="30000" dirty="0" smtClean="0"/>
                        <a:t>2</a:t>
                      </a:r>
                      <a:r>
                        <a:rPr lang="en-US" dirty="0" smtClean="0"/>
                        <a:t>= 0.1089 + 0.4489= 0.5578</a:t>
                      </a:r>
                      <a:endParaRPr lang="en-US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32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trike="noStrike" spc="-1" dirty="0" smtClean="0">
                          <a:latin typeface="+mn-lt"/>
                        </a:rPr>
                        <a:t>Points in C2 -</a:t>
                      </a:r>
                      <a:r>
                        <a:rPr lang="en-US" sz="1800" b="1" strike="noStrike" spc="-1" baseline="0" dirty="0" smtClean="0">
                          <a:latin typeface="+mn-lt"/>
                        </a:rPr>
                        <a:t> Centroid </a:t>
                      </a:r>
                      <a:r>
                        <a:rPr lang="en-US" sz="1800" b="1" strike="noStrike" spc="-1" dirty="0" smtClean="0">
                          <a:latin typeface="+mn-lt"/>
                        </a:rPr>
                        <a:t>(1.25, 0.75)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90000" marR="90000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332152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trike="noStrike" spc="-1" dirty="0" smtClean="0">
                          <a:latin typeface="+mn-lt"/>
                        </a:rPr>
                        <a:t>C(1,1)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(1−1.25)</a:t>
                      </a:r>
                      <a:r>
                        <a:rPr lang="en-US" baseline="30000" dirty="0" smtClean="0"/>
                        <a:t>2</a:t>
                      </a:r>
                      <a:r>
                        <a:rPr lang="en-US" dirty="0" smtClean="0"/>
                        <a:t>+(1−0.75)</a:t>
                      </a:r>
                      <a:r>
                        <a:rPr lang="en-US" baseline="30000" dirty="0" smtClean="0"/>
                        <a:t>2</a:t>
                      </a:r>
                      <a:r>
                        <a:rPr lang="en-US" dirty="0" smtClean="0"/>
                        <a:t> =(−0.25)</a:t>
                      </a:r>
                      <a:r>
                        <a:rPr lang="en-US" baseline="30000" dirty="0" smtClean="0"/>
                        <a:t>2</a:t>
                      </a:r>
                      <a:r>
                        <a:rPr lang="en-US" dirty="0" smtClean="0"/>
                        <a:t>+(0.25)</a:t>
                      </a:r>
                      <a:r>
                        <a:rPr lang="en-US" baseline="30000" dirty="0" smtClean="0"/>
                        <a:t>2</a:t>
                      </a:r>
                      <a:r>
                        <a:rPr lang="en-US" dirty="0" smtClean="0"/>
                        <a:t>= 0.0625 + 0.0625= 0.125</a:t>
                      </a:r>
                      <a:endParaRPr lang="en-US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r>
                        <a:rPr lang="en-US" sz="1800" b="1" strike="noStrike" spc="-1" dirty="0">
                          <a:latin typeface="Arial"/>
                        </a:rPr>
                        <a:t>E(1.5,0.5)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(1.5−1.25)</a:t>
                      </a:r>
                      <a:r>
                        <a:rPr lang="en-US" baseline="30000" dirty="0" smtClean="0"/>
                        <a:t>2</a:t>
                      </a:r>
                      <a:r>
                        <a:rPr lang="en-US" dirty="0" smtClean="0"/>
                        <a:t>+(0.5−0.75)</a:t>
                      </a:r>
                      <a:r>
                        <a:rPr lang="en-US" baseline="30000" dirty="0" smtClean="0"/>
                        <a:t>2</a:t>
                      </a:r>
                      <a:r>
                        <a:rPr lang="en-US" dirty="0" smtClean="0"/>
                        <a:t>=(0.25)</a:t>
                      </a:r>
                      <a:r>
                        <a:rPr lang="en-US" baseline="30000" dirty="0" smtClean="0"/>
                        <a:t>2</a:t>
                      </a:r>
                      <a:r>
                        <a:rPr lang="en-US" dirty="0" smtClean="0"/>
                        <a:t>+(−0.25)</a:t>
                      </a:r>
                      <a:r>
                        <a:rPr lang="en-US" baseline="30000" dirty="0" smtClean="0"/>
                        <a:t>2</a:t>
                      </a:r>
                      <a:r>
                        <a:rPr lang="en-US" dirty="0" smtClean="0"/>
                        <a:t>=0.0625+0.0625=0.125</a:t>
                      </a:r>
                      <a:endParaRPr lang="en-US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02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Shape 1"/>
          <p:cNvSpPr txBox="1"/>
          <p:nvPr/>
        </p:nvSpPr>
        <p:spPr>
          <a:xfrm>
            <a:off x="420729" y="244080"/>
            <a:ext cx="7669763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1" dirty="0">
                <a:solidFill>
                  <a:srgbClr val="000090"/>
                </a:solidFill>
              </a:rPr>
              <a:t>Evaluating K-means </a:t>
            </a:r>
            <a:r>
              <a:rPr lang="en-US" sz="4400" spc="-1" dirty="0" smtClean="0">
                <a:solidFill>
                  <a:srgbClr val="000090"/>
                </a:solidFill>
              </a:rPr>
              <a:t>Clusters</a:t>
            </a:r>
            <a:endParaRPr lang="en-US" sz="4400" b="0" strike="noStrike" spc="-1" dirty="0">
              <a:latin typeface="Calibri"/>
            </a:endParaRPr>
          </a:p>
        </p:txBody>
      </p:sp>
      <p:sp>
        <p:nvSpPr>
          <p:cNvPr id="256" name="CustomShape 2"/>
          <p:cNvSpPr/>
          <p:nvPr/>
        </p:nvSpPr>
        <p:spPr>
          <a:xfrm>
            <a:off x="85679" y="822960"/>
            <a:ext cx="8339864" cy="25480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04040" rIns="0" bIns="0">
            <a:spAutoFit/>
          </a:bodyPr>
          <a:lstStyle/>
          <a:p>
            <a:pPr marL="1332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endParaRPr lang="en-US" sz="2800" spc="-7" dirty="0" smtClean="0">
              <a:solidFill>
                <a:srgbClr val="000090"/>
              </a:solidFill>
            </a:endParaRPr>
          </a:p>
          <a:p>
            <a:pPr marL="470520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Arial" panose="020B0604020202020204" pitchFamily="34" charset="0"/>
              <a:buChar char="•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Given two clusters, we choose the one with the smallest error</a:t>
            </a:r>
          </a:p>
          <a:p>
            <a:pPr marL="927720" lvl="1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r>
              <a:rPr lang="en-US" sz="2800" spc="-7" dirty="0" smtClean="0">
                <a:solidFill>
                  <a:srgbClr val="000090"/>
                </a:solidFill>
              </a:rPr>
              <a:t>One </a:t>
            </a:r>
            <a:r>
              <a:rPr lang="en-US" sz="2800" spc="-7" dirty="0">
                <a:solidFill>
                  <a:srgbClr val="000090"/>
                </a:solidFill>
              </a:rPr>
              <a:t>easy way to reduce SSE is to increase K, the number of clusters</a:t>
            </a:r>
          </a:p>
          <a:p>
            <a:pPr marL="927720" lvl="1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r>
              <a:rPr lang="en-US" sz="2800" spc="-7" dirty="0" smtClean="0">
                <a:solidFill>
                  <a:srgbClr val="000090"/>
                </a:solidFill>
              </a:rPr>
              <a:t>A </a:t>
            </a:r>
            <a:r>
              <a:rPr lang="en-US" sz="2800" spc="-7" dirty="0">
                <a:solidFill>
                  <a:srgbClr val="000090"/>
                </a:solidFill>
              </a:rPr>
              <a:t>good clustering with smaller K can have a lower SSE than a poor </a:t>
            </a:r>
            <a:r>
              <a:rPr lang="en-US" sz="2800" spc="-7" dirty="0" smtClean="0">
                <a:solidFill>
                  <a:srgbClr val="000090"/>
                </a:solidFill>
              </a:rPr>
              <a:t>clustering </a:t>
            </a:r>
            <a:r>
              <a:rPr lang="en-US" sz="2800" spc="-7" dirty="0">
                <a:solidFill>
                  <a:srgbClr val="000090"/>
                </a:solidFill>
              </a:rPr>
              <a:t>with higher </a:t>
            </a:r>
            <a:r>
              <a:rPr lang="en-US" sz="2800" spc="-7" dirty="0" smtClean="0">
                <a:solidFill>
                  <a:srgbClr val="000090"/>
                </a:solidFill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193292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Shape 1"/>
          <p:cNvSpPr txBox="1"/>
          <p:nvPr/>
        </p:nvSpPr>
        <p:spPr>
          <a:xfrm>
            <a:off x="420729" y="244080"/>
            <a:ext cx="7669763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</a:pPr>
            <a:r>
              <a:rPr lang="en-US" sz="4400" spc="-1" dirty="0">
                <a:solidFill>
                  <a:srgbClr val="000090"/>
                </a:solidFill>
              </a:rPr>
              <a:t>Evaluating K-means </a:t>
            </a:r>
            <a:r>
              <a:rPr lang="en-US" sz="4400" spc="-1" dirty="0" smtClean="0">
                <a:solidFill>
                  <a:srgbClr val="000090"/>
                </a:solidFill>
              </a:rPr>
              <a:t>Clusters</a:t>
            </a:r>
            <a:endParaRPr lang="en-US" sz="4400" b="0" strike="noStrike" spc="-1" dirty="0">
              <a:latin typeface="Calibri"/>
            </a:endParaRPr>
          </a:p>
        </p:txBody>
      </p:sp>
      <p:sp>
        <p:nvSpPr>
          <p:cNvPr id="256" name="CustomShape 2"/>
          <p:cNvSpPr/>
          <p:nvPr/>
        </p:nvSpPr>
        <p:spPr>
          <a:xfrm>
            <a:off x="85679" y="822960"/>
            <a:ext cx="8339864" cy="25480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04040" rIns="0" bIns="0">
            <a:spAutoFit/>
          </a:bodyPr>
          <a:lstStyle/>
          <a:p>
            <a:pPr marL="1332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tabLst>
                <a:tab pos="755640" algn="l"/>
              </a:tabLst>
            </a:pPr>
            <a:endParaRPr lang="en-US" sz="2800" spc="-7" dirty="0" smtClean="0">
              <a:solidFill>
                <a:srgbClr val="000090"/>
              </a:solidFill>
            </a:endParaRPr>
          </a:p>
          <a:p>
            <a:pPr marL="470520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Arial" panose="020B0604020202020204" pitchFamily="34" charset="0"/>
              <a:buChar char="•"/>
              <a:tabLst>
                <a:tab pos="755640" algn="l"/>
              </a:tabLst>
            </a:pPr>
            <a:r>
              <a:rPr lang="en-US" sz="2800" spc="-7" dirty="0">
                <a:solidFill>
                  <a:srgbClr val="000090"/>
                </a:solidFill>
              </a:rPr>
              <a:t>Given two clusters, we choose the one with the smallest error</a:t>
            </a:r>
          </a:p>
          <a:p>
            <a:pPr marL="927720" lvl="1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r>
              <a:rPr lang="en-US" sz="2800" spc="-7" dirty="0" smtClean="0">
                <a:solidFill>
                  <a:srgbClr val="000090"/>
                </a:solidFill>
              </a:rPr>
              <a:t>One </a:t>
            </a:r>
            <a:r>
              <a:rPr lang="en-US" sz="2800" spc="-7" dirty="0">
                <a:solidFill>
                  <a:srgbClr val="000090"/>
                </a:solidFill>
              </a:rPr>
              <a:t>easy way to reduce SSE is to increase K, the number of clusters</a:t>
            </a:r>
          </a:p>
          <a:p>
            <a:pPr marL="927720" lvl="1" indent="-457200">
              <a:lnSpc>
                <a:spcPct val="81000"/>
              </a:lnSpc>
              <a:spcBef>
                <a:spcPts val="6"/>
              </a:spcBef>
              <a:buClr>
                <a:srgbClr val="000090"/>
              </a:buClr>
              <a:buFont typeface="Wingdings" panose="05000000000000000000" pitchFamily="2" charset="2"/>
              <a:buChar char="q"/>
              <a:tabLst>
                <a:tab pos="755640" algn="l"/>
              </a:tabLst>
            </a:pPr>
            <a:r>
              <a:rPr lang="en-US" sz="2800" spc="-7" dirty="0" smtClean="0">
                <a:solidFill>
                  <a:srgbClr val="000090"/>
                </a:solidFill>
              </a:rPr>
              <a:t>A </a:t>
            </a:r>
            <a:r>
              <a:rPr lang="en-US" sz="2800" spc="-7" dirty="0">
                <a:solidFill>
                  <a:srgbClr val="000090"/>
                </a:solidFill>
              </a:rPr>
              <a:t>good clustering with smaller K can have a lower SSE than a poor </a:t>
            </a:r>
            <a:r>
              <a:rPr lang="en-US" sz="2800" spc="-7" dirty="0" smtClean="0">
                <a:solidFill>
                  <a:srgbClr val="000090"/>
                </a:solidFill>
              </a:rPr>
              <a:t>clustering </a:t>
            </a:r>
            <a:r>
              <a:rPr lang="en-US" sz="2800" spc="-7" dirty="0">
                <a:solidFill>
                  <a:srgbClr val="000090"/>
                </a:solidFill>
              </a:rPr>
              <a:t>with higher </a:t>
            </a:r>
            <a:r>
              <a:rPr lang="en-US" sz="2800" spc="-7" dirty="0" smtClean="0">
                <a:solidFill>
                  <a:srgbClr val="000090"/>
                </a:solidFill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387107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Shape 1"/>
          <p:cNvSpPr txBox="1"/>
          <p:nvPr/>
        </p:nvSpPr>
        <p:spPr>
          <a:xfrm>
            <a:off x="794880" y="284400"/>
            <a:ext cx="749700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3600" b="0" strike="noStrike" spc="-1">
                <a:solidFill>
                  <a:srgbClr val="000090"/>
                </a:solidFill>
                <a:latin typeface="Arial"/>
              </a:rPr>
              <a:t>Example: K-Means </a:t>
            </a:r>
            <a:r>
              <a:rPr lang="en-US" sz="3600" b="0" strike="noStrike" spc="-7">
                <a:solidFill>
                  <a:srgbClr val="000090"/>
                </a:solidFill>
                <a:latin typeface="Arial"/>
              </a:rPr>
              <a:t>for</a:t>
            </a:r>
            <a:r>
              <a:rPr lang="en-US" sz="3600" b="0" strike="noStrike" spc="-55">
                <a:solidFill>
                  <a:srgbClr val="000090"/>
                </a:solidFill>
                <a:latin typeface="Arial"/>
              </a:rPr>
              <a:t> </a:t>
            </a:r>
            <a:r>
              <a:rPr lang="en-US" sz="3600" b="0" strike="noStrike" spc="-7">
                <a:solidFill>
                  <a:srgbClr val="000090"/>
                </a:solidFill>
                <a:latin typeface="Arial"/>
              </a:rPr>
              <a:t>Segmentation</a:t>
            </a:r>
            <a:endParaRPr lang="en-US" sz="3600" b="0" strike="noStrike" spc="-1">
              <a:latin typeface="Calibri"/>
            </a:endParaRPr>
          </a:p>
        </p:txBody>
      </p:sp>
      <p:sp>
        <p:nvSpPr>
          <p:cNvPr id="334" name="CustomShape 2"/>
          <p:cNvSpPr/>
          <p:nvPr/>
        </p:nvSpPr>
        <p:spPr>
          <a:xfrm>
            <a:off x="1116000" y="1529280"/>
            <a:ext cx="338760" cy="11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ts val="901"/>
              </a:lnSpc>
            </a:pPr>
            <a:r>
              <a:rPr lang="en-US" sz="900" b="0" strike="noStrike" spc="109">
                <a:latin typeface="Asana Math"/>
              </a:rPr>
              <a:t>K</a:t>
            </a:r>
            <a:r>
              <a:rPr lang="en-US" sz="900" b="0" strike="noStrike" spc="18">
                <a:latin typeface="Asana Math"/>
              </a:rPr>
              <a:t> </a:t>
            </a:r>
            <a:r>
              <a:rPr lang="en-US" sz="900" b="0" strike="noStrike" spc="109">
                <a:latin typeface="Latin Modern Math"/>
              </a:rPr>
              <a:t>=2</a:t>
            </a:r>
            <a:r>
              <a:rPr lang="en-US" sz="900" b="0" strike="noStrike" spc="-75">
                <a:latin typeface="Latin Modern Math"/>
              </a:rPr>
              <a:t> </a:t>
            </a:r>
            <a:endParaRPr lang="en-US" sz="900" b="0" strike="noStrike" spc="-1">
              <a:latin typeface="Arial"/>
            </a:endParaRPr>
          </a:p>
        </p:txBody>
      </p:sp>
      <p:grpSp>
        <p:nvGrpSpPr>
          <p:cNvPr id="335" name="Group 3"/>
          <p:cNvGrpSpPr/>
          <p:nvPr/>
        </p:nvGrpSpPr>
        <p:grpSpPr>
          <a:xfrm>
            <a:off x="646200" y="1295280"/>
            <a:ext cx="1260000" cy="2095200"/>
            <a:chOff x="646200" y="1295280"/>
            <a:chExt cx="1260000" cy="2095200"/>
          </a:xfrm>
        </p:grpSpPr>
        <p:sp>
          <p:nvSpPr>
            <p:cNvPr id="336" name="CustomShape 4"/>
            <p:cNvSpPr/>
            <p:nvPr/>
          </p:nvSpPr>
          <p:spPr>
            <a:xfrm>
              <a:off x="646200" y="1708200"/>
              <a:ext cx="1260000" cy="168228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37" name="CustomShape 5"/>
            <p:cNvSpPr/>
            <p:nvPr/>
          </p:nvSpPr>
          <p:spPr>
            <a:xfrm>
              <a:off x="997560" y="1295280"/>
              <a:ext cx="648000" cy="400320"/>
            </a:xfrm>
            <a:custGeom>
              <a:avLst/>
              <a:gdLst/>
              <a:ahLst/>
              <a:cxnLst/>
              <a:rect l="l" t="t" r="r" b="b"/>
              <a:pathLst>
                <a:path w="648335" h="400685">
                  <a:moveTo>
                    <a:pt x="648158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648158" y="400109"/>
                  </a:lnTo>
                  <a:lnTo>
                    <a:pt x="6481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338" name="CustomShape 6"/>
          <p:cNvSpPr/>
          <p:nvPr/>
        </p:nvSpPr>
        <p:spPr>
          <a:xfrm>
            <a:off x="3249720" y="1529280"/>
            <a:ext cx="2624760" cy="235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ts val="930"/>
              </a:lnSpc>
              <a:tabLst>
                <a:tab pos="2256840" algn="l"/>
              </a:tabLst>
            </a:pPr>
            <a:r>
              <a:rPr lang="en-US" sz="900" b="0" strike="noStrike" spc="109">
                <a:latin typeface="Asana Math"/>
              </a:rPr>
              <a:t>K</a:t>
            </a:r>
            <a:r>
              <a:rPr lang="en-US" sz="900" b="0" strike="noStrike" spc="72">
                <a:latin typeface="Asana Math"/>
              </a:rPr>
              <a:t> </a:t>
            </a:r>
            <a:r>
              <a:rPr lang="en-US" sz="900" b="0" strike="noStrike" spc="109">
                <a:latin typeface="Latin Modern Math"/>
              </a:rPr>
              <a:t>=3	</a:t>
            </a:r>
            <a:r>
              <a:rPr lang="en-US" sz="900" b="0" strike="noStrike" spc="109">
                <a:latin typeface="Asana Math"/>
              </a:rPr>
              <a:t>K </a:t>
            </a:r>
            <a:r>
              <a:rPr lang="en-US" sz="900" b="0" strike="noStrike" spc="-1">
                <a:latin typeface="Latin Modern Math"/>
              </a:rPr>
              <a:t>=</a:t>
            </a:r>
            <a:r>
              <a:rPr lang="en-US" sz="900" b="0" strike="noStrike" spc="-211">
                <a:latin typeface="Latin Modern Math"/>
              </a:rPr>
              <a:t> </a:t>
            </a:r>
            <a:r>
              <a:rPr lang="en-US" sz="900" b="0" strike="noStrike" spc="-1">
                <a:latin typeface="Latin Modern Math"/>
              </a:rPr>
              <a:t>10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339" name="CustomShape 7"/>
          <p:cNvSpPr/>
          <p:nvPr/>
        </p:nvSpPr>
        <p:spPr>
          <a:xfrm>
            <a:off x="2779920" y="1708200"/>
            <a:ext cx="1260000" cy="168228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340" name="Group 8"/>
          <p:cNvGrpSpPr/>
          <p:nvPr/>
        </p:nvGrpSpPr>
        <p:grpSpPr>
          <a:xfrm>
            <a:off x="2521440" y="1219320"/>
            <a:ext cx="3962160" cy="4800240"/>
            <a:chOff x="2521440" y="1219320"/>
            <a:chExt cx="3962160" cy="4800240"/>
          </a:xfrm>
        </p:grpSpPr>
        <p:sp>
          <p:nvSpPr>
            <p:cNvPr id="341" name="CustomShape 9"/>
            <p:cNvSpPr/>
            <p:nvPr/>
          </p:nvSpPr>
          <p:spPr>
            <a:xfrm>
              <a:off x="5065920" y="1708200"/>
              <a:ext cx="1260000" cy="168228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42" name="CustomShape 10"/>
            <p:cNvSpPr/>
            <p:nvPr/>
          </p:nvSpPr>
          <p:spPr>
            <a:xfrm>
              <a:off x="2779200" y="4070160"/>
              <a:ext cx="1262160" cy="1683720"/>
            </a:xfrm>
            <a:prstGeom prst="rect">
              <a:avLst/>
            </a:prstGeom>
            <a:blipFill rotWithShape="0"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43" name="CustomShape 11"/>
            <p:cNvSpPr/>
            <p:nvPr/>
          </p:nvSpPr>
          <p:spPr>
            <a:xfrm>
              <a:off x="4987440" y="3999600"/>
              <a:ext cx="1368720" cy="1791360"/>
            </a:xfrm>
            <a:prstGeom prst="rect">
              <a:avLst/>
            </a:prstGeom>
            <a:blipFill rotWithShape="0"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44" name="CustomShape 12"/>
            <p:cNvSpPr/>
            <p:nvPr/>
          </p:nvSpPr>
          <p:spPr>
            <a:xfrm>
              <a:off x="2521440" y="1219320"/>
              <a:ext cx="3962160" cy="4800240"/>
            </a:xfrm>
            <a:custGeom>
              <a:avLst/>
              <a:gdLst/>
              <a:ahLst/>
              <a:cxnLst/>
              <a:rect l="l" t="t" r="r" b="b"/>
              <a:pathLst>
                <a:path w="3962400" h="4800600">
                  <a:moveTo>
                    <a:pt x="3962400" y="0"/>
                  </a:moveTo>
                  <a:lnTo>
                    <a:pt x="0" y="0"/>
                  </a:lnTo>
                  <a:lnTo>
                    <a:pt x="0" y="4800600"/>
                  </a:lnTo>
                  <a:lnTo>
                    <a:pt x="3962400" y="4800600"/>
                  </a:lnTo>
                  <a:lnTo>
                    <a:pt x="3962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45" name="CustomShape 13"/>
            <p:cNvSpPr/>
            <p:nvPr/>
          </p:nvSpPr>
          <p:spPr>
            <a:xfrm>
              <a:off x="2521440" y="1219320"/>
              <a:ext cx="3962160" cy="4800240"/>
            </a:xfrm>
            <a:custGeom>
              <a:avLst/>
              <a:gdLst/>
              <a:ahLst/>
              <a:cxnLst/>
              <a:rect l="l" t="t" r="r" b="b"/>
              <a:pathLst>
                <a:path w="3962400" h="4800600">
                  <a:moveTo>
                    <a:pt x="0" y="0"/>
                  </a:moveTo>
                  <a:lnTo>
                    <a:pt x="3962402" y="0"/>
                  </a:lnTo>
                  <a:lnTo>
                    <a:pt x="3962402" y="4800602"/>
                  </a:lnTo>
                  <a:lnTo>
                    <a:pt x="0" y="480060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5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346" name="CustomShape 14"/>
          <p:cNvSpPr/>
          <p:nvPr/>
        </p:nvSpPr>
        <p:spPr>
          <a:xfrm>
            <a:off x="7306200" y="1535400"/>
            <a:ext cx="736920" cy="222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ts val="876"/>
              </a:lnSpc>
            </a:pPr>
            <a:r>
              <a:rPr lang="en-US" sz="900" b="0" strike="noStrike" spc="-1">
                <a:latin typeface="Arial"/>
              </a:rPr>
              <a:t>Original</a:t>
            </a:r>
            <a:r>
              <a:rPr lang="en-US" sz="900" b="0" strike="noStrike" spc="-97">
                <a:latin typeface="Arial"/>
              </a:rPr>
              <a:t> </a:t>
            </a:r>
            <a:r>
              <a:rPr lang="en-US" sz="900" b="0" strike="noStrike" spc="-7">
                <a:latin typeface="Arial"/>
              </a:rPr>
              <a:t>image</a:t>
            </a:r>
            <a:endParaRPr lang="en-US" sz="900" b="0" strike="noStrike" spc="-1">
              <a:latin typeface="Arial"/>
            </a:endParaRPr>
          </a:p>
        </p:txBody>
      </p:sp>
      <p:grpSp>
        <p:nvGrpSpPr>
          <p:cNvPr id="347" name="Group 15"/>
          <p:cNvGrpSpPr/>
          <p:nvPr/>
        </p:nvGrpSpPr>
        <p:grpSpPr>
          <a:xfrm>
            <a:off x="7047000" y="1295280"/>
            <a:ext cx="1267560" cy="2094120"/>
            <a:chOff x="7047000" y="1295280"/>
            <a:chExt cx="1267560" cy="2094120"/>
          </a:xfrm>
        </p:grpSpPr>
        <p:sp>
          <p:nvSpPr>
            <p:cNvPr id="348" name="CustomShape 16"/>
            <p:cNvSpPr/>
            <p:nvPr/>
          </p:nvSpPr>
          <p:spPr>
            <a:xfrm>
              <a:off x="7047000" y="1708200"/>
              <a:ext cx="1260000" cy="1681200"/>
            </a:xfrm>
            <a:prstGeom prst="rect">
              <a:avLst/>
            </a:prstGeom>
            <a:blipFill rotWithShape="0">
              <a:blip r:embed="rId7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49" name="CustomShape 17"/>
            <p:cNvSpPr/>
            <p:nvPr/>
          </p:nvSpPr>
          <p:spPr>
            <a:xfrm>
              <a:off x="7246080" y="1295280"/>
              <a:ext cx="1068480" cy="400320"/>
            </a:xfrm>
            <a:custGeom>
              <a:avLst/>
              <a:gdLst/>
              <a:ahLst/>
              <a:cxnLst/>
              <a:rect l="l" t="t" r="r" b="b"/>
              <a:pathLst>
                <a:path w="1068704" h="400685">
                  <a:moveTo>
                    <a:pt x="1068447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1068447" y="400109"/>
                  </a:lnTo>
                  <a:lnTo>
                    <a:pt x="1068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350" name="CustomShape 18"/>
          <p:cNvSpPr/>
          <p:nvPr/>
        </p:nvSpPr>
        <p:spPr>
          <a:xfrm>
            <a:off x="696600" y="4146120"/>
            <a:ext cx="1262160" cy="1683720"/>
          </a:xfrm>
          <a:prstGeom prst="rect">
            <a:avLst/>
          </a:prstGeom>
          <a:blipFill rotWithShape="0">
            <a:blip r:embed="rId8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1" name="CustomShape 19"/>
          <p:cNvSpPr/>
          <p:nvPr/>
        </p:nvSpPr>
        <p:spPr>
          <a:xfrm>
            <a:off x="6987240" y="4005720"/>
            <a:ext cx="1350360" cy="1785240"/>
          </a:xfrm>
          <a:prstGeom prst="rect">
            <a:avLst/>
          </a:prstGeom>
          <a:blipFill rotWithShape="0">
            <a:blip r:embed="rId9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2" name="CustomShape 20"/>
          <p:cNvSpPr/>
          <p:nvPr/>
        </p:nvSpPr>
        <p:spPr>
          <a:xfrm>
            <a:off x="1076400" y="1328400"/>
            <a:ext cx="484200" cy="31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strike="noStrike" spc="-1">
                <a:latin typeface="Arial"/>
              </a:rPr>
              <a:t>K=2</a:t>
            </a:r>
          </a:p>
        </p:txBody>
      </p:sp>
      <p:sp>
        <p:nvSpPr>
          <p:cNvPr id="353" name="CustomShape 21"/>
          <p:cNvSpPr/>
          <p:nvPr/>
        </p:nvSpPr>
        <p:spPr>
          <a:xfrm>
            <a:off x="7324560" y="1328400"/>
            <a:ext cx="900720" cy="31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strike="noStrike" spc="-7">
                <a:latin typeface="Arial"/>
              </a:rPr>
              <a:t>Original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354" name="CustomShape 22"/>
          <p:cNvSpPr/>
          <p:nvPr/>
        </p:nvSpPr>
        <p:spPr>
          <a:xfrm>
            <a:off x="2586240" y="1480680"/>
            <a:ext cx="4095360" cy="43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800" b="1" strike="noStrike" spc="-7">
                <a:latin typeface="Arial"/>
              </a:rPr>
              <a:t>Goal of Segmentation</a:t>
            </a:r>
            <a:r>
              <a:rPr lang="en-US" sz="2800" b="1" strike="noStrike" spc="-46">
                <a:latin typeface="Arial"/>
              </a:rPr>
              <a:t> </a:t>
            </a:r>
            <a:r>
              <a:rPr lang="en-US" sz="2800" b="1" strike="noStrike" spc="-7">
                <a:latin typeface="Arial"/>
              </a:rPr>
              <a:t>is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355" name="TextShape 23"/>
          <p:cNvSpPr txBox="1"/>
          <p:nvPr/>
        </p:nvSpPr>
        <p:spPr>
          <a:xfrm>
            <a:off x="2586240" y="1912680"/>
            <a:ext cx="3719520" cy="3901320"/>
          </a:xfrm>
          <a:prstGeom prst="rect">
            <a:avLst/>
          </a:prstGeom>
          <a:noFill/>
          <a:ln>
            <a:noFill/>
          </a:ln>
        </p:spPr>
        <p:txBody>
          <a:bodyPr lIns="0" tIns="14040" rIns="0" bIns="0">
            <a:noAutofit/>
          </a:bodyPr>
          <a:lstStyle/>
          <a:p>
            <a:pPr marL="12600">
              <a:lnSpc>
                <a:spcPct val="99000"/>
              </a:lnSpc>
              <a:spcBef>
                <a:spcPts val="111"/>
              </a:spcBef>
            </a:pPr>
            <a:r>
              <a:rPr lang="en-US" sz="2800" b="1" strike="noStrike" spc="-1">
                <a:solidFill>
                  <a:srgbClr val="000000"/>
                </a:solidFill>
                <a:latin typeface="Arial"/>
              </a:rPr>
              <a:t>to </a:t>
            </a:r>
            <a:r>
              <a:rPr lang="en-US" sz="2800" b="1" strike="noStrike" spc="-7">
                <a:solidFill>
                  <a:srgbClr val="000000"/>
                </a:solidFill>
                <a:latin typeface="Arial"/>
              </a:rPr>
              <a:t>partition </a:t>
            </a:r>
            <a:r>
              <a:rPr lang="en-US" sz="2800" b="1" strike="noStrike" spc="-1">
                <a:solidFill>
                  <a:srgbClr val="000000"/>
                </a:solidFill>
                <a:latin typeface="Arial"/>
              </a:rPr>
              <a:t>an </a:t>
            </a:r>
            <a:r>
              <a:rPr lang="en-US" sz="2800" b="1" strike="noStrike" spc="-7">
                <a:solidFill>
                  <a:srgbClr val="000000"/>
                </a:solidFill>
                <a:latin typeface="Arial"/>
              </a:rPr>
              <a:t>image  into regions </a:t>
            </a:r>
            <a:r>
              <a:rPr lang="en-US" sz="2800" b="1" strike="noStrike" spc="-1">
                <a:solidFill>
                  <a:srgbClr val="000000"/>
                </a:solidFill>
                <a:latin typeface="Arial"/>
              </a:rPr>
              <a:t>each </a:t>
            </a:r>
            <a:r>
              <a:rPr lang="en-US" sz="2800" b="1" strike="noStrike" spc="-7">
                <a:solidFill>
                  <a:srgbClr val="000000"/>
                </a:solidFill>
                <a:latin typeface="Arial"/>
              </a:rPr>
              <a:t>of  </a:t>
            </a:r>
            <a:r>
              <a:rPr lang="en-US" sz="2800" b="1" strike="noStrike" spc="-1">
                <a:solidFill>
                  <a:srgbClr val="000000"/>
                </a:solidFill>
                <a:latin typeface="Arial"/>
              </a:rPr>
              <a:t>which has</a:t>
            </a:r>
            <a:r>
              <a:rPr lang="en-US" sz="2800" b="1" strike="noStrike" spc="-100">
                <a:solidFill>
                  <a:srgbClr val="000000"/>
                </a:solidFill>
                <a:latin typeface="Arial"/>
              </a:rPr>
              <a:t> </a:t>
            </a:r>
            <a:r>
              <a:rPr lang="en-US" sz="2800" b="1" strike="noStrike" spc="-7">
                <a:solidFill>
                  <a:srgbClr val="000000"/>
                </a:solidFill>
                <a:latin typeface="Arial"/>
              </a:rPr>
              <a:t>reasonably  </a:t>
            </a:r>
            <a:r>
              <a:rPr lang="en-US" sz="2800" b="1" strike="noStrike" spc="-1">
                <a:solidFill>
                  <a:srgbClr val="000000"/>
                </a:solidFill>
                <a:latin typeface="Arial"/>
              </a:rPr>
              <a:t>homogenous </a:t>
            </a:r>
            <a:r>
              <a:rPr lang="en-US" sz="2800" b="1" strike="noStrike" spc="-7">
                <a:solidFill>
                  <a:srgbClr val="000000"/>
                </a:solidFill>
                <a:latin typeface="Arial"/>
              </a:rPr>
              <a:t>visual  appearance.</a:t>
            </a:r>
            <a:endParaRPr lang="en-US" sz="2800" b="0" strike="noStrike" spc="-1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Shape 1"/>
          <p:cNvSpPr txBox="1"/>
          <p:nvPr/>
        </p:nvSpPr>
        <p:spPr>
          <a:xfrm>
            <a:off x="794880" y="284400"/>
            <a:ext cx="749700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3600" b="0" strike="noStrike" spc="-1">
                <a:solidFill>
                  <a:srgbClr val="000090"/>
                </a:solidFill>
                <a:latin typeface="Arial"/>
              </a:rPr>
              <a:t>Example: K-Means </a:t>
            </a:r>
            <a:r>
              <a:rPr lang="en-US" sz="3600" b="0" strike="noStrike" spc="-7">
                <a:solidFill>
                  <a:srgbClr val="000090"/>
                </a:solidFill>
                <a:latin typeface="Arial"/>
              </a:rPr>
              <a:t>for</a:t>
            </a:r>
            <a:r>
              <a:rPr lang="en-US" sz="3600" b="0" strike="noStrike" spc="-55">
                <a:solidFill>
                  <a:srgbClr val="000090"/>
                </a:solidFill>
                <a:latin typeface="Arial"/>
              </a:rPr>
              <a:t> </a:t>
            </a:r>
            <a:r>
              <a:rPr lang="en-US" sz="3600" b="0" strike="noStrike" spc="-7">
                <a:solidFill>
                  <a:srgbClr val="000090"/>
                </a:solidFill>
                <a:latin typeface="Arial"/>
              </a:rPr>
              <a:t>Segmentation</a:t>
            </a:r>
            <a:endParaRPr lang="en-US" sz="3600" b="0" strike="noStrike" spc="-1">
              <a:latin typeface="Calibri"/>
            </a:endParaRPr>
          </a:p>
        </p:txBody>
      </p:sp>
      <p:sp>
        <p:nvSpPr>
          <p:cNvPr id="357" name="CustomShape 2"/>
          <p:cNvSpPr/>
          <p:nvPr/>
        </p:nvSpPr>
        <p:spPr>
          <a:xfrm>
            <a:off x="1116000" y="1529280"/>
            <a:ext cx="338760" cy="11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ts val="901"/>
              </a:lnSpc>
            </a:pPr>
            <a:r>
              <a:rPr lang="en-US" sz="900" b="0" strike="noStrike" spc="109">
                <a:latin typeface="Asana Math"/>
              </a:rPr>
              <a:t>K</a:t>
            </a:r>
            <a:r>
              <a:rPr lang="en-US" sz="900" b="0" strike="noStrike" spc="18">
                <a:latin typeface="Asana Math"/>
              </a:rPr>
              <a:t> </a:t>
            </a:r>
            <a:r>
              <a:rPr lang="en-US" sz="900" b="0" strike="noStrike" spc="109">
                <a:latin typeface="Latin Modern Math"/>
              </a:rPr>
              <a:t>=2</a:t>
            </a:r>
            <a:r>
              <a:rPr lang="en-US" sz="900" b="0" strike="noStrike" spc="-75">
                <a:latin typeface="Latin Modern Math"/>
              </a:rPr>
              <a:t> </a:t>
            </a:r>
            <a:endParaRPr lang="en-US" sz="900" b="0" strike="noStrike" spc="-1">
              <a:latin typeface="Arial"/>
            </a:endParaRPr>
          </a:p>
        </p:txBody>
      </p:sp>
      <p:grpSp>
        <p:nvGrpSpPr>
          <p:cNvPr id="358" name="Group 3"/>
          <p:cNvGrpSpPr/>
          <p:nvPr/>
        </p:nvGrpSpPr>
        <p:grpSpPr>
          <a:xfrm>
            <a:off x="646200" y="1295280"/>
            <a:ext cx="1260000" cy="2095200"/>
            <a:chOff x="646200" y="1295280"/>
            <a:chExt cx="1260000" cy="2095200"/>
          </a:xfrm>
        </p:grpSpPr>
        <p:sp>
          <p:nvSpPr>
            <p:cNvPr id="359" name="CustomShape 4"/>
            <p:cNvSpPr/>
            <p:nvPr/>
          </p:nvSpPr>
          <p:spPr>
            <a:xfrm>
              <a:off x="646200" y="1708200"/>
              <a:ext cx="1260000" cy="168228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60" name="CustomShape 5"/>
            <p:cNvSpPr/>
            <p:nvPr/>
          </p:nvSpPr>
          <p:spPr>
            <a:xfrm>
              <a:off x="997560" y="1295280"/>
              <a:ext cx="648000" cy="400320"/>
            </a:xfrm>
            <a:custGeom>
              <a:avLst/>
              <a:gdLst/>
              <a:ahLst/>
              <a:cxnLst/>
              <a:rect l="l" t="t" r="r" b="b"/>
              <a:pathLst>
                <a:path w="648335" h="400685">
                  <a:moveTo>
                    <a:pt x="648158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648158" y="400109"/>
                  </a:lnTo>
                  <a:lnTo>
                    <a:pt x="6481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361" name="CustomShape 6"/>
          <p:cNvSpPr/>
          <p:nvPr/>
        </p:nvSpPr>
        <p:spPr>
          <a:xfrm>
            <a:off x="3249720" y="1529280"/>
            <a:ext cx="338760" cy="117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ts val="930"/>
              </a:lnSpc>
            </a:pPr>
            <a:r>
              <a:rPr lang="en-US" sz="900" b="0" strike="noStrike" spc="109">
                <a:latin typeface="Asana Math"/>
              </a:rPr>
              <a:t>K</a:t>
            </a:r>
            <a:r>
              <a:rPr lang="en-US" sz="900" b="0" strike="noStrike" spc="18">
                <a:latin typeface="Asana Math"/>
              </a:rPr>
              <a:t> </a:t>
            </a:r>
            <a:r>
              <a:rPr lang="en-US" sz="900" b="0" strike="noStrike" spc="109">
                <a:latin typeface="Latin Modern Math"/>
              </a:rPr>
              <a:t>=3</a:t>
            </a:r>
            <a:r>
              <a:rPr lang="en-US" sz="900" b="0" strike="noStrike" spc="-75">
                <a:latin typeface="Latin Modern Math"/>
              </a:rPr>
              <a:t> </a:t>
            </a:r>
            <a:endParaRPr lang="en-US" sz="900" b="0" strike="noStrike" spc="-1">
              <a:latin typeface="Arial"/>
            </a:endParaRPr>
          </a:p>
        </p:txBody>
      </p:sp>
      <p:grpSp>
        <p:nvGrpSpPr>
          <p:cNvPr id="362" name="Group 7"/>
          <p:cNvGrpSpPr/>
          <p:nvPr/>
        </p:nvGrpSpPr>
        <p:grpSpPr>
          <a:xfrm>
            <a:off x="2779920" y="1295280"/>
            <a:ext cx="1260000" cy="2095200"/>
            <a:chOff x="2779920" y="1295280"/>
            <a:chExt cx="1260000" cy="2095200"/>
          </a:xfrm>
        </p:grpSpPr>
        <p:sp>
          <p:nvSpPr>
            <p:cNvPr id="363" name="CustomShape 8"/>
            <p:cNvSpPr/>
            <p:nvPr/>
          </p:nvSpPr>
          <p:spPr>
            <a:xfrm>
              <a:off x="2779920" y="1708200"/>
              <a:ext cx="1260000" cy="1682280"/>
            </a:xfrm>
            <a:prstGeom prst="rect">
              <a:avLst/>
            </a:prstGeom>
            <a:blipFill rotWithShape="0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64" name="CustomShape 9"/>
            <p:cNvSpPr/>
            <p:nvPr/>
          </p:nvSpPr>
          <p:spPr>
            <a:xfrm>
              <a:off x="3092400" y="1295280"/>
              <a:ext cx="648000" cy="400320"/>
            </a:xfrm>
            <a:custGeom>
              <a:avLst/>
              <a:gdLst/>
              <a:ahLst/>
              <a:cxnLst/>
              <a:rect l="l" t="t" r="r" b="b"/>
              <a:pathLst>
                <a:path w="648335" h="400685">
                  <a:moveTo>
                    <a:pt x="648158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648158" y="400109"/>
                  </a:lnTo>
                  <a:lnTo>
                    <a:pt x="6481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365" name="CustomShape 10"/>
          <p:cNvSpPr/>
          <p:nvPr/>
        </p:nvSpPr>
        <p:spPr>
          <a:xfrm>
            <a:off x="5506920" y="1529280"/>
            <a:ext cx="367200" cy="235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ts val="930"/>
              </a:lnSpc>
            </a:pPr>
            <a:r>
              <a:rPr lang="en-US" sz="900" b="0" strike="noStrike" spc="109">
                <a:latin typeface="Asana Math"/>
              </a:rPr>
              <a:t>K </a:t>
            </a:r>
            <a:r>
              <a:rPr lang="en-US" sz="900" b="0" strike="noStrike" spc="-1">
                <a:latin typeface="Latin Modern Math"/>
              </a:rPr>
              <a:t>=</a:t>
            </a:r>
            <a:r>
              <a:rPr lang="en-US" sz="900" b="0" strike="noStrike" spc="-211">
                <a:latin typeface="Latin Modern Math"/>
              </a:rPr>
              <a:t> </a:t>
            </a:r>
            <a:r>
              <a:rPr lang="en-US" sz="900" b="0" strike="noStrike" spc="-1">
                <a:latin typeface="Latin Modern Math"/>
              </a:rPr>
              <a:t>10</a:t>
            </a:r>
            <a:endParaRPr lang="en-US" sz="900" b="0" strike="noStrike" spc="-1">
              <a:latin typeface="Arial"/>
            </a:endParaRPr>
          </a:p>
        </p:txBody>
      </p:sp>
      <p:grpSp>
        <p:nvGrpSpPr>
          <p:cNvPr id="366" name="Group 11"/>
          <p:cNvGrpSpPr/>
          <p:nvPr/>
        </p:nvGrpSpPr>
        <p:grpSpPr>
          <a:xfrm>
            <a:off x="4987440" y="1708200"/>
            <a:ext cx="1368720" cy="4082760"/>
            <a:chOff x="4987440" y="1708200"/>
            <a:chExt cx="1368720" cy="4082760"/>
          </a:xfrm>
        </p:grpSpPr>
        <p:sp>
          <p:nvSpPr>
            <p:cNvPr id="367" name="CustomShape 12"/>
            <p:cNvSpPr/>
            <p:nvPr/>
          </p:nvSpPr>
          <p:spPr>
            <a:xfrm>
              <a:off x="5065920" y="1708200"/>
              <a:ext cx="1260000" cy="168228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68" name="CustomShape 13"/>
            <p:cNvSpPr/>
            <p:nvPr/>
          </p:nvSpPr>
          <p:spPr>
            <a:xfrm>
              <a:off x="4987440" y="3999600"/>
              <a:ext cx="1368720" cy="1791360"/>
            </a:xfrm>
            <a:prstGeom prst="rect">
              <a:avLst/>
            </a:prstGeom>
            <a:blipFill rotWithShape="0"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369" name="CustomShape 14"/>
          <p:cNvSpPr/>
          <p:nvPr/>
        </p:nvSpPr>
        <p:spPr>
          <a:xfrm>
            <a:off x="7306200" y="1535400"/>
            <a:ext cx="736920" cy="222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ts val="876"/>
              </a:lnSpc>
            </a:pPr>
            <a:r>
              <a:rPr lang="en-US" sz="900" b="0" strike="noStrike" spc="-1">
                <a:latin typeface="Arial"/>
              </a:rPr>
              <a:t>Original</a:t>
            </a:r>
            <a:r>
              <a:rPr lang="en-US" sz="900" b="0" strike="noStrike" spc="-97">
                <a:latin typeface="Arial"/>
              </a:rPr>
              <a:t> </a:t>
            </a:r>
            <a:r>
              <a:rPr lang="en-US" sz="900" b="0" strike="noStrike" spc="-7">
                <a:latin typeface="Arial"/>
              </a:rPr>
              <a:t>image</a:t>
            </a:r>
            <a:endParaRPr lang="en-US" sz="900" b="0" strike="noStrike" spc="-1">
              <a:latin typeface="Arial"/>
            </a:endParaRPr>
          </a:p>
        </p:txBody>
      </p:sp>
      <p:grpSp>
        <p:nvGrpSpPr>
          <p:cNvPr id="370" name="Group 15"/>
          <p:cNvGrpSpPr/>
          <p:nvPr/>
        </p:nvGrpSpPr>
        <p:grpSpPr>
          <a:xfrm>
            <a:off x="7047000" y="1295280"/>
            <a:ext cx="1267560" cy="2094120"/>
            <a:chOff x="7047000" y="1295280"/>
            <a:chExt cx="1267560" cy="2094120"/>
          </a:xfrm>
        </p:grpSpPr>
        <p:sp>
          <p:nvSpPr>
            <p:cNvPr id="371" name="CustomShape 16"/>
            <p:cNvSpPr/>
            <p:nvPr/>
          </p:nvSpPr>
          <p:spPr>
            <a:xfrm>
              <a:off x="7047000" y="1708200"/>
              <a:ext cx="1260000" cy="1681200"/>
            </a:xfrm>
            <a:prstGeom prst="rect">
              <a:avLst/>
            </a:prstGeom>
            <a:blipFill rotWithShape="0"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72" name="CustomShape 17"/>
            <p:cNvSpPr/>
            <p:nvPr/>
          </p:nvSpPr>
          <p:spPr>
            <a:xfrm>
              <a:off x="7246080" y="1295280"/>
              <a:ext cx="1068480" cy="400320"/>
            </a:xfrm>
            <a:custGeom>
              <a:avLst/>
              <a:gdLst/>
              <a:ahLst/>
              <a:cxnLst/>
              <a:rect l="l" t="t" r="r" b="b"/>
              <a:pathLst>
                <a:path w="1068704" h="400685">
                  <a:moveTo>
                    <a:pt x="1068447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1068447" y="400109"/>
                  </a:lnTo>
                  <a:lnTo>
                    <a:pt x="1068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373" name="CustomShape 18"/>
          <p:cNvSpPr/>
          <p:nvPr/>
        </p:nvSpPr>
        <p:spPr>
          <a:xfrm>
            <a:off x="696600" y="4146120"/>
            <a:ext cx="1262160" cy="1683720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4" name="CustomShape 19"/>
          <p:cNvSpPr/>
          <p:nvPr/>
        </p:nvSpPr>
        <p:spPr>
          <a:xfrm>
            <a:off x="2779200" y="4070160"/>
            <a:ext cx="1262160" cy="1683720"/>
          </a:xfrm>
          <a:prstGeom prst="rect">
            <a:avLst/>
          </a:prstGeom>
          <a:blipFill rotWithShape="0">
            <a:blip r:embed="rId8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5" name="CustomShape 20"/>
          <p:cNvSpPr/>
          <p:nvPr/>
        </p:nvSpPr>
        <p:spPr>
          <a:xfrm>
            <a:off x="6987240" y="4005720"/>
            <a:ext cx="1350360" cy="1785240"/>
          </a:xfrm>
          <a:prstGeom prst="rect">
            <a:avLst/>
          </a:prstGeom>
          <a:blipFill rotWithShape="0">
            <a:blip r:embed="rId9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6" name="CustomShape 21"/>
          <p:cNvSpPr/>
          <p:nvPr/>
        </p:nvSpPr>
        <p:spPr>
          <a:xfrm>
            <a:off x="1076400" y="1328400"/>
            <a:ext cx="484200" cy="31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strike="noStrike" spc="-1">
                <a:latin typeface="Arial"/>
              </a:rPr>
              <a:t>K=2</a:t>
            </a:r>
          </a:p>
        </p:txBody>
      </p:sp>
      <p:sp>
        <p:nvSpPr>
          <p:cNvPr id="377" name="CustomShape 22"/>
          <p:cNvSpPr/>
          <p:nvPr/>
        </p:nvSpPr>
        <p:spPr>
          <a:xfrm>
            <a:off x="3171240" y="1328400"/>
            <a:ext cx="484200" cy="31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strike="noStrike" spc="-1">
                <a:latin typeface="Arial"/>
              </a:rPr>
              <a:t>K=3</a:t>
            </a:r>
          </a:p>
        </p:txBody>
      </p:sp>
      <p:sp>
        <p:nvSpPr>
          <p:cNvPr id="378" name="CustomShape 23"/>
          <p:cNvSpPr/>
          <p:nvPr/>
        </p:nvSpPr>
        <p:spPr>
          <a:xfrm>
            <a:off x="5469840" y="1365120"/>
            <a:ext cx="600480" cy="561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ts val="2211"/>
              </a:lnSpc>
            </a:pPr>
            <a:r>
              <a:rPr lang="en-US" sz="2000" b="0" strike="noStrike" spc="-1">
                <a:latin typeface="Arial"/>
              </a:rPr>
              <a:t>K=10</a:t>
            </a:r>
          </a:p>
        </p:txBody>
      </p:sp>
      <p:sp>
        <p:nvSpPr>
          <p:cNvPr id="379" name="CustomShape 24"/>
          <p:cNvSpPr/>
          <p:nvPr/>
        </p:nvSpPr>
        <p:spPr>
          <a:xfrm>
            <a:off x="7324560" y="1328400"/>
            <a:ext cx="900720" cy="31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strike="noStrike" spc="-7">
                <a:latin typeface="Arial"/>
              </a:rPr>
              <a:t>Original</a:t>
            </a:r>
            <a:endParaRPr lang="en-US" sz="2000" b="0" strike="noStrike" spc="-1">
              <a:latin typeface="Arial"/>
            </a:endParaRPr>
          </a:p>
        </p:txBody>
      </p:sp>
      <p:grpSp>
        <p:nvGrpSpPr>
          <p:cNvPr id="380" name="Group 25"/>
          <p:cNvGrpSpPr/>
          <p:nvPr/>
        </p:nvGrpSpPr>
        <p:grpSpPr>
          <a:xfrm>
            <a:off x="4426560" y="1219320"/>
            <a:ext cx="2057040" cy="4800240"/>
            <a:chOff x="4426560" y="1219320"/>
            <a:chExt cx="2057040" cy="4800240"/>
          </a:xfrm>
        </p:grpSpPr>
        <p:sp>
          <p:nvSpPr>
            <p:cNvPr id="381" name="CustomShape 26"/>
            <p:cNvSpPr/>
            <p:nvPr/>
          </p:nvSpPr>
          <p:spPr>
            <a:xfrm>
              <a:off x="4426560" y="1219320"/>
              <a:ext cx="2057040" cy="4800240"/>
            </a:xfrm>
            <a:custGeom>
              <a:avLst/>
              <a:gdLst/>
              <a:ahLst/>
              <a:cxnLst/>
              <a:rect l="l" t="t" r="r" b="b"/>
              <a:pathLst>
                <a:path w="2057400" h="4800600">
                  <a:moveTo>
                    <a:pt x="2057400" y="0"/>
                  </a:moveTo>
                  <a:lnTo>
                    <a:pt x="0" y="0"/>
                  </a:lnTo>
                  <a:lnTo>
                    <a:pt x="0" y="4800600"/>
                  </a:lnTo>
                  <a:lnTo>
                    <a:pt x="2057400" y="48006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82" name="CustomShape 27"/>
            <p:cNvSpPr/>
            <p:nvPr/>
          </p:nvSpPr>
          <p:spPr>
            <a:xfrm>
              <a:off x="4426560" y="1219320"/>
              <a:ext cx="2057040" cy="4800240"/>
            </a:xfrm>
            <a:custGeom>
              <a:avLst/>
              <a:gdLst/>
              <a:ahLst/>
              <a:cxnLst/>
              <a:rect l="l" t="t" r="r" b="b"/>
              <a:pathLst>
                <a:path w="2057400" h="4800600">
                  <a:moveTo>
                    <a:pt x="0" y="0"/>
                  </a:moveTo>
                  <a:lnTo>
                    <a:pt x="2057401" y="0"/>
                  </a:lnTo>
                  <a:lnTo>
                    <a:pt x="2057401" y="4800602"/>
                  </a:lnTo>
                  <a:lnTo>
                    <a:pt x="0" y="480060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5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TextShape 1"/>
          <p:cNvSpPr txBox="1"/>
          <p:nvPr/>
        </p:nvSpPr>
        <p:spPr>
          <a:xfrm>
            <a:off x="794880" y="284400"/>
            <a:ext cx="749700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3600" b="0" strike="noStrike" spc="-1">
                <a:solidFill>
                  <a:srgbClr val="000090"/>
                </a:solidFill>
                <a:latin typeface="Arial"/>
              </a:rPr>
              <a:t>Example: K-Means </a:t>
            </a:r>
            <a:r>
              <a:rPr lang="en-US" sz="3600" b="0" strike="noStrike" spc="-7">
                <a:solidFill>
                  <a:srgbClr val="000090"/>
                </a:solidFill>
                <a:latin typeface="Arial"/>
              </a:rPr>
              <a:t>for</a:t>
            </a:r>
            <a:r>
              <a:rPr lang="en-US" sz="3600" b="0" strike="noStrike" spc="-55">
                <a:solidFill>
                  <a:srgbClr val="000090"/>
                </a:solidFill>
                <a:latin typeface="Arial"/>
              </a:rPr>
              <a:t> </a:t>
            </a:r>
            <a:r>
              <a:rPr lang="en-US" sz="3600" b="0" strike="noStrike" spc="-7">
                <a:solidFill>
                  <a:srgbClr val="000090"/>
                </a:solidFill>
                <a:latin typeface="Arial"/>
              </a:rPr>
              <a:t>Segmentation</a:t>
            </a:r>
            <a:endParaRPr lang="en-US" sz="3600" b="0" strike="noStrike" spc="-1">
              <a:latin typeface="Calibri"/>
            </a:endParaRPr>
          </a:p>
        </p:txBody>
      </p:sp>
      <p:sp>
        <p:nvSpPr>
          <p:cNvPr id="384" name="CustomShape 2"/>
          <p:cNvSpPr/>
          <p:nvPr/>
        </p:nvSpPr>
        <p:spPr>
          <a:xfrm>
            <a:off x="1116000" y="1529280"/>
            <a:ext cx="338760" cy="11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ts val="901"/>
              </a:lnSpc>
            </a:pPr>
            <a:r>
              <a:rPr lang="en-US" sz="900" b="0" strike="noStrike" spc="109">
                <a:latin typeface="Asana Math"/>
              </a:rPr>
              <a:t>K</a:t>
            </a:r>
            <a:r>
              <a:rPr lang="en-US" sz="900" b="0" strike="noStrike" spc="18">
                <a:latin typeface="Asana Math"/>
              </a:rPr>
              <a:t> </a:t>
            </a:r>
            <a:r>
              <a:rPr lang="en-US" sz="900" b="0" strike="noStrike" spc="109">
                <a:latin typeface="Latin Modern Math"/>
              </a:rPr>
              <a:t>=2</a:t>
            </a:r>
            <a:r>
              <a:rPr lang="en-US" sz="900" b="0" strike="noStrike" spc="-75">
                <a:latin typeface="Latin Modern Math"/>
              </a:rPr>
              <a:t> </a:t>
            </a:r>
            <a:endParaRPr lang="en-US" sz="900" b="0" strike="noStrike" spc="-1">
              <a:latin typeface="Arial"/>
            </a:endParaRPr>
          </a:p>
        </p:txBody>
      </p:sp>
      <p:grpSp>
        <p:nvGrpSpPr>
          <p:cNvPr id="385" name="Group 3"/>
          <p:cNvGrpSpPr/>
          <p:nvPr/>
        </p:nvGrpSpPr>
        <p:grpSpPr>
          <a:xfrm>
            <a:off x="646200" y="1295280"/>
            <a:ext cx="1260000" cy="2095200"/>
            <a:chOff x="646200" y="1295280"/>
            <a:chExt cx="1260000" cy="2095200"/>
          </a:xfrm>
        </p:grpSpPr>
        <p:sp>
          <p:nvSpPr>
            <p:cNvPr id="386" name="CustomShape 4"/>
            <p:cNvSpPr/>
            <p:nvPr/>
          </p:nvSpPr>
          <p:spPr>
            <a:xfrm>
              <a:off x="646200" y="1708200"/>
              <a:ext cx="1260000" cy="168228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87" name="CustomShape 5"/>
            <p:cNvSpPr/>
            <p:nvPr/>
          </p:nvSpPr>
          <p:spPr>
            <a:xfrm>
              <a:off x="997560" y="1295280"/>
              <a:ext cx="648000" cy="400320"/>
            </a:xfrm>
            <a:custGeom>
              <a:avLst/>
              <a:gdLst/>
              <a:ahLst/>
              <a:cxnLst/>
              <a:rect l="l" t="t" r="r" b="b"/>
              <a:pathLst>
                <a:path w="648335" h="400685">
                  <a:moveTo>
                    <a:pt x="648158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648158" y="400109"/>
                  </a:lnTo>
                  <a:lnTo>
                    <a:pt x="6481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388" name="CustomShape 6"/>
          <p:cNvSpPr/>
          <p:nvPr/>
        </p:nvSpPr>
        <p:spPr>
          <a:xfrm>
            <a:off x="3249720" y="1529280"/>
            <a:ext cx="338760" cy="117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ts val="930"/>
              </a:lnSpc>
            </a:pPr>
            <a:r>
              <a:rPr lang="en-US" sz="900" b="0" strike="noStrike" spc="109">
                <a:latin typeface="Asana Math"/>
              </a:rPr>
              <a:t>K</a:t>
            </a:r>
            <a:r>
              <a:rPr lang="en-US" sz="900" b="0" strike="noStrike" spc="18">
                <a:latin typeface="Asana Math"/>
              </a:rPr>
              <a:t> </a:t>
            </a:r>
            <a:r>
              <a:rPr lang="en-US" sz="900" b="0" strike="noStrike" spc="109">
                <a:latin typeface="Latin Modern Math"/>
              </a:rPr>
              <a:t>=3</a:t>
            </a:r>
            <a:r>
              <a:rPr lang="en-US" sz="900" b="0" strike="noStrike" spc="-75">
                <a:latin typeface="Latin Modern Math"/>
              </a:rPr>
              <a:t> </a:t>
            </a:r>
            <a:endParaRPr lang="en-US" sz="900" b="0" strike="noStrike" spc="-1">
              <a:latin typeface="Arial"/>
            </a:endParaRPr>
          </a:p>
        </p:txBody>
      </p:sp>
      <p:grpSp>
        <p:nvGrpSpPr>
          <p:cNvPr id="389" name="Group 7"/>
          <p:cNvGrpSpPr/>
          <p:nvPr/>
        </p:nvGrpSpPr>
        <p:grpSpPr>
          <a:xfrm>
            <a:off x="2779920" y="1295280"/>
            <a:ext cx="1260000" cy="2095200"/>
            <a:chOff x="2779920" y="1295280"/>
            <a:chExt cx="1260000" cy="2095200"/>
          </a:xfrm>
        </p:grpSpPr>
        <p:sp>
          <p:nvSpPr>
            <p:cNvPr id="390" name="CustomShape 8"/>
            <p:cNvSpPr/>
            <p:nvPr/>
          </p:nvSpPr>
          <p:spPr>
            <a:xfrm>
              <a:off x="2779920" y="1708200"/>
              <a:ext cx="1260000" cy="1682280"/>
            </a:xfrm>
            <a:prstGeom prst="rect">
              <a:avLst/>
            </a:prstGeom>
            <a:blipFill rotWithShape="0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91" name="CustomShape 9"/>
            <p:cNvSpPr/>
            <p:nvPr/>
          </p:nvSpPr>
          <p:spPr>
            <a:xfrm>
              <a:off x="3092400" y="1295280"/>
              <a:ext cx="648000" cy="400320"/>
            </a:xfrm>
            <a:custGeom>
              <a:avLst/>
              <a:gdLst/>
              <a:ahLst/>
              <a:cxnLst/>
              <a:rect l="l" t="t" r="r" b="b"/>
              <a:pathLst>
                <a:path w="648335" h="400685">
                  <a:moveTo>
                    <a:pt x="648158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648158" y="400109"/>
                  </a:lnTo>
                  <a:lnTo>
                    <a:pt x="6481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392" name="CustomShape 10"/>
          <p:cNvSpPr/>
          <p:nvPr/>
        </p:nvSpPr>
        <p:spPr>
          <a:xfrm>
            <a:off x="5506920" y="1529280"/>
            <a:ext cx="367200" cy="235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ts val="930"/>
              </a:lnSpc>
            </a:pPr>
            <a:r>
              <a:rPr lang="en-US" sz="900" b="0" strike="noStrike" spc="109">
                <a:latin typeface="Asana Math"/>
              </a:rPr>
              <a:t>K </a:t>
            </a:r>
            <a:r>
              <a:rPr lang="en-US" sz="900" b="0" strike="noStrike" spc="-1">
                <a:latin typeface="Latin Modern Math"/>
              </a:rPr>
              <a:t>=</a:t>
            </a:r>
            <a:r>
              <a:rPr lang="en-US" sz="900" b="0" strike="noStrike" spc="-211">
                <a:latin typeface="Latin Modern Math"/>
              </a:rPr>
              <a:t> </a:t>
            </a:r>
            <a:r>
              <a:rPr lang="en-US" sz="900" b="0" strike="noStrike" spc="-1">
                <a:latin typeface="Latin Modern Math"/>
              </a:rPr>
              <a:t>10</a:t>
            </a:r>
            <a:endParaRPr lang="en-US" sz="900" b="0" strike="noStrike" spc="-1">
              <a:latin typeface="Arial"/>
            </a:endParaRPr>
          </a:p>
        </p:txBody>
      </p:sp>
      <p:grpSp>
        <p:nvGrpSpPr>
          <p:cNvPr id="393" name="Group 11"/>
          <p:cNvGrpSpPr/>
          <p:nvPr/>
        </p:nvGrpSpPr>
        <p:grpSpPr>
          <a:xfrm>
            <a:off x="5065920" y="1295280"/>
            <a:ext cx="1260000" cy="2095200"/>
            <a:chOff x="5065920" y="1295280"/>
            <a:chExt cx="1260000" cy="2095200"/>
          </a:xfrm>
        </p:grpSpPr>
        <p:sp>
          <p:nvSpPr>
            <p:cNvPr id="394" name="CustomShape 12"/>
            <p:cNvSpPr/>
            <p:nvPr/>
          </p:nvSpPr>
          <p:spPr>
            <a:xfrm>
              <a:off x="5065920" y="1708200"/>
              <a:ext cx="1260000" cy="168228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95" name="CustomShape 13"/>
            <p:cNvSpPr/>
            <p:nvPr/>
          </p:nvSpPr>
          <p:spPr>
            <a:xfrm>
              <a:off x="5378400" y="1295280"/>
              <a:ext cx="790920" cy="400320"/>
            </a:xfrm>
            <a:custGeom>
              <a:avLst/>
              <a:gdLst/>
              <a:ahLst/>
              <a:cxnLst/>
              <a:rect l="l" t="t" r="r" b="b"/>
              <a:pathLst>
                <a:path w="791210" h="400685">
                  <a:moveTo>
                    <a:pt x="790801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790801" y="400109"/>
                  </a:lnTo>
                  <a:lnTo>
                    <a:pt x="7908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396" name="CustomShape 14"/>
          <p:cNvSpPr/>
          <p:nvPr/>
        </p:nvSpPr>
        <p:spPr>
          <a:xfrm>
            <a:off x="7306200" y="1535400"/>
            <a:ext cx="736920" cy="222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ts val="876"/>
              </a:lnSpc>
            </a:pPr>
            <a:r>
              <a:rPr lang="en-US" sz="900" b="0" strike="noStrike" spc="-1">
                <a:latin typeface="Arial"/>
              </a:rPr>
              <a:t>Original</a:t>
            </a:r>
            <a:r>
              <a:rPr lang="en-US" sz="900" b="0" strike="noStrike" spc="-97">
                <a:latin typeface="Arial"/>
              </a:rPr>
              <a:t> </a:t>
            </a:r>
            <a:r>
              <a:rPr lang="en-US" sz="900" b="0" strike="noStrike" spc="-7">
                <a:latin typeface="Arial"/>
              </a:rPr>
              <a:t>image</a:t>
            </a:r>
            <a:endParaRPr lang="en-US" sz="900" b="0" strike="noStrike" spc="-1">
              <a:latin typeface="Arial"/>
            </a:endParaRPr>
          </a:p>
        </p:txBody>
      </p:sp>
      <p:grpSp>
        <p:nvGrpSpPr>
          <p:cNvPr id="397" name="Group 15"/>
          <p:cNvGrpSpPr/>
          <p:nvPr/>
        </p:nvGrpSpPr>
        <p:grpSpPr>
          <a:xfrm>
            <a:off x="7047000" y="1295280"/>
            <a:ext cx="1267560" cy="2094120"/>
            <a:chOff x="7047000" y="1295280"/>
            <a:chExt cx="1267560" cy="2094120"/>
          </a:xfrm>
        </p:grpSpPr>
        <p:sp>
          <p:nvSpPr>
            <p:cNvPr id="398" name="CustomShape 16"/>
            <p:cNvSpPr/>
            <p:nvPr/>
          </p:nvSpPr>
          <p:spPr>
            <a:xfrm>
              <a:off x="7047000" y="1708200"/>
              <a:ext cx="1260000" cy="1681200"/>
            </a:xfrm>
            <a:prstGeom prst="rect">
              <a:avLst/>
            </a:prstGeom>
            <a:blipFill rotWithShape="0"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99" name="CustomShape 17"/>
            <p:cNvSpPr/>
            <p:nvPr/>
          </p:nvSpPr>
          <p:spPr>
            <a:xfrm>
              <a:off x="7246080" y="1295280"/>
              <a:ext cx="1068480" cy="400320"/>
            </a:xfrm>
            <a:custGeom>
              <a:avLst/>
              <a:gdLst/>
              <a:ahLst/>
              <a:cxnLst/>
              <a:rect l="l" t="t" r="r" b="b"/>
              <a:pathLst>
                <a:path w="1068704" h="400685">
                  <a:moveTo>
                    <a:pt x="1068447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1068447" y="400109"/>
                  </a:lnTo>
                  <a:lnTo>
                    <a:pt x="1068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400" name="Group 18"/>
          <p:cNvGrpSpPr/>
          <p:nvPr/>
        </p:nvGrpSpPr>
        <p:grpSpPr>
          <a:xfrm>
            <a:off x="696600" y="4146120"/>
            <a:ext cx="1262160" cy="2102400"/>
            <a:chOff x="696600" y="4146120"/>
            <a:chExt cx="1262160" cy="2102400"/>
          </a:xfrm>
        </p:grpSpPr>
        <p:sp>
          <p:nvSpPr>
            <p:cNvPr id="401" name="CustomShape 19"/>
            <p:cNvSpPr/>
            <p:nvPr/>
          </p:nvSpPr>
          <p:spPr>
            <a:xfrm>
              <a:off x="696600" y="4146120"/>
              <a:ext cx="1262160" cy="1683720"/>
            </a:xfrm>
            <a:prstGeom prst="rect">
              <a:avLst/>
            </a:prstGeom>
            <a:blipFill rotWithShape="0"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02" name="CustomShape 20"/>
            <p:cNvSpPr/>
            <p:nvPr/>
          </p:nvSpPr>
          <p:spPr>
            <a:xfrm>
              <a:off x="997560" y="5848200"/>
              <a:ext cx="555120" cy="400320"/>
            </a:xfrm>
            <a:custGeom>
              <a:avLst/>
              <a:gdLst/>
              <a:ahLst/>
              <a:cxnLst/>
              <a:rect l="l" t="t" r="r" b="b"/>
              <a:pathLst>
                <a:path w="555625" h="400685">
                  <a:moveTo>
                    <a:pt x="555359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555359" y="400109"/>
                  </a:lnTo>
                  <a:lnTo>
                    <a:pt x="5553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403" name="CustomShape 21"/>
          <p:cNvSpPr/>
          <p:nvPr/>
        </p:nvSpPr>
        <p:spPr>
          <a:xfrm>
            <a:off x="2779200" y="4070160"/>
            <a:ext cx="1262160" cy="1683720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4" name="CustomShape 22"/>
          <p:cNvSpPr/>
          <p:nvPr/>
        </p:nvSpPr>
        <p:spPr>
          <a:xfrm>
            <a:off x="4987440" y="3999600"/>
            <a:ext cx="1368720" cy="1791360"/>
          </a:xfrm>
          <a:prstGeom prst="rect">
            <a:avLst/>
          </a:prstGeom>
          <a:blipFill rotWithShape="0">
            <a:blip r:embed="rId8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5" name="CustomShape 23"/>
          <p:cNvSpPr/>
          <p:nvPr/>
        </p:nvSpPr>
        <p:spPr>
          <a:xfrm>
            <a:off x="6987240" y="4005720"/>
            <a:ext cx="1350360" cy="1785240"/>
          </a:xfrm>
          <a:prstGeom prst="rect">
            <a:avLst/>
          </a:prstGeom>
          <a:blipFill rotWithShape="0">
            <a:blip r:embed="rId9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6" name="CustomShape 24"/>
          <p:cNvSpPr/>
          <p:nvPr/>
        </p:nvSpPr>
        <p:spPr>
          <a:xfrm>
            <a:off x="1076400" y="1328400"/>
            <a:ext cx="484200" cy="31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strike="noStrike" spc="-1">
                <a:latin typeface="Arial"/>
              </a:rPr>
              <a:t>K=2</a:t>
            </a:r>
          </a:p>
        </p:txBody>
      </p:sp>
      <p:sp>
        <p:nvSpPr>
          <p:cNvPr id="407" name="CustomShape 25"/>
          <p:cNvSpPr/>
          <p:nvPr/>
        </p:nvSpPr>
        <p:spPr>
          <a:xfrm>
            <a:off x="3171240" y="1328400"/>
            <a:ext cx="484200" cy="31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strike="noStrike" spc="-1">
                <a:latin typeface="Arial"/>
              </a:rPr>
              <a:t>K=3</a:t>
            </a:r>
          </a:p>
        </p:txBody>
      </p:sp>
      <p:sp>
        <p:nvSpPr>
          <p:cNvPr id="408" name="CustomShape 26"/>
          <p:cNvSpPr/>
          <p:nvPr/>
        </p:nvSpPr>
        <p:spPr>
          <a:xfrm>
            <a:off x="5457240" y="1328400"/>
            <a:ext cx="625680" cy="31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strike="noStrike" spc="-1">
                <a:latin typeface="Arial"/>
              </a:rPr>
              <a:t>K=10</a:t>
            </a:r>
          </a:p>
        </p:txBody>
      </p:sp>
      <p:sp>
        <p:nvSpPr>
          <p:cNvPr id="409" name="CustomShape 27"/>
          <p:cNvSpPr/>
          <p:nvPr/>
        </p:nvSpPr>
        <p:spPr>
          <a:xfrm>
            <a:off x="7324560" y="1328400"/>
            <a:ext cx="900720" cy="31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strike="noStrike" spc="-7">
                <a:latin typeface="Arial"/>
              </a:rPr>
              <a:t>Original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410" name="CustomShape 28"/>
          <p:cNvSpPr/>
          <p:nvPr/>
        </p:nvSpPr>
        <p:spPr>
          <a:xfrm>
            <a:off x="1076400" y="5881320"/>
            <a:ext cx="392760" cy="31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strike="noStrike" spc="-7">
                <a:latin typeface="Arial"/>
              </a:rPr>
              <a:t>4%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411" name="CustomShape 29"/>
          <p:cNvSpPr/>
          <p:nvPr/>
        </p:nvSpPr>
        <p:spPr>
          <a:xfrm>
            <a:off x="3171240" y="5881320"/>
            <a:ext cx="392760" cy="31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strike="noStrike" spc="-7">
                <a:latin typeface="Arial"/>
              </a:rPr>
              <a:t>8%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412" name="CustomShape 30"/>
          <p:cNvSpPr/>
          <p:nvPr/>
        </p:nvSpPr>
        <p:spPr>
          <a:xfrm>
            <a:off x="5457240" y="5881320"/>
            <a:ext cx="533520" cy="31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strike="noStrike" spc="-7">
                <a:latin typeface="Arial"/>
              </a:rPr>
              <a:t>17%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TextShape 1"/>
          <p:cNvSpPr txBox="1"/>
          <p:nvPr/>
        </p:nvSpPr>
        <p:spPr>
          <a:xfrm>
            <a:off x="3108960" y="498240"/>
            <a:ext cx="294552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7">
                <a:solidFill>
                  <a:srgbClr val="000090"/>
                </a:solidFill>
                <a:latin typeface="Arial"/>
              </a:rPr>
              <a:t>Initialization</a:t>
            </a:r>
            <a:endParaRPr lang="en-US" sz="4400" b="0" strike="noStrike" spc="-1">
              <a:latin typeface="Calibri"/>
            </a:endParaRPr>
          </a:p>
        </p:txBody>
      </p:sp>
      <p:sp>
        <p:nvSpPr>
          <p:cNvPr id="414" name="CustomShape 2"/>
          <p:cNvSpPr/>
          <p:nvPr/>
        </p:nvSpPr>
        <p:spPr>
          <a:xfrm>
            <a:off x="542880" y="1597680"/>
            <a:ext cx="5230800" cy="4617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360" rIns="0" bIns="0">
            <a:spAutoFit/>
          </a:bodyPr>
          <a:lstStyle/>
          <a:p>
            <a:pPr marL="355680" indent="-342720">
              <a:lnSpc>
                <a:spcPts val="2999"/>
              </a:lnSpc>
              <a:spcBef>
                <a:spcPts val="499"/>
              </a:spcBef>
              <a:buClr>
                <a:srgbClr val="000090"/>
              </a:buClr>
              <a:buFont typeface="Symbol" charset="2"/>
              <a:buChar char=""/>
              <a:tabLst>
                <a:tab pos="354960" algn="l"/>
                <a:tab pos="355680" algn="l"/>
              </a:tabLst>
            </a:pPr>
            <a:r>
              <a:rPr lang="en-US" sz="2800" b="0" strike="noStrike" spc="-1">
                <a:solidFill>
                  <a:srgbClr val="000090"/>
                </a:solidFill>
                <a:latin typeface="Arial"/>
              </a:rPr>
              <a:t>K-means </a:t>
            </a:r>
            <a:r>
              <a:rPr lang="en-US" sz="2800" b="1" strike="noStrike" spc="-7">
                <a:solidFill>
                  <a:srgbClr val="000090"/>
                </a:solidFill>
                <a:latin typeface="Arial"/>
              </a:rPr>
              <a:t>algorithm </a:t>
            </a:r>
            <a:r>
              <a:rPr lang="en-US" sz="2800" b="0" strike="noStrike" spc="-1">
                <a:solidFill>
                  <a:srgbClr val="000090"/>
                </a:solidFill>
                <a:latin typeface="Arial"/>
              </a:rPr>
              <a:t>is</a:t>
            </a:r>
            <a:r>
              <a:rPr lang="en-US" sz="2800" b="0" strike="noStrike" spc="-86">
                <a:solidFill>
                  <a:srgbClr val="000090"/>
                </a:solidFill>
                <a:latin typeface="Arial"/>
              </a:rPr>
              <a:t> </a:t>
            </a:r>
            <a:r>
              <a:rPr lang="en-US" sz="2800" b="0" strike="noStrike" spc="-1">
                <a:solidFill>
                  <a:srgbClr val="000090"/>
                </a:solidFill>
                <a:latin typeface="Arial"/>
              </a:rPr>
              <a:t>a  </a:t>
            </a:r>
            <a:r>
              <a:rPr lang="en-US" sz="2800" b="0" strike="noStrike" spc="-7">
                <a:solidFill>
                  <a:srgbClr val="000090"/>
                </a:solidFill>
                <a:latin typeface="Arial"/>
              </a:rPr>
              <a:t>heuristic</a:t>
            </a:r>
            <a:endParaRPr lang="en-US" sz="2800" b="0" strike="noStrike" spc="-1">
              <a:latin typeface="Arial"/>
            </a:endParaRPr>
          </a:p>
          <a:p>
            <a:pPr marL="755640" lvl="1" indent="-285480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Font typeface="Symbol" charset="2"/>
              <a:buChar char=""/>
              <a:tabLst>
                <a:tab pos="755640" algn="l"/>
              </a:tabLst>
            </a:pPr>
            <a:r>
              <a:rPr lang="en-US" sz="2400" b="0" strike="noStrike" spc="-1">
                <a:solidFill>
                  <a:srgbClr val="000090"/>
                </a:solidFill>
                <a:latin typeface="Arial"/>
              </a:rPr>
              <a:t>Requires </a:t>
            </a:r>
            <a:r>
              <a:rPr lang="en-US" sz="2400" b="0" strike="noStrike" spc="-7">
                <a:solidFill>
                  <a:srgbClr val="000090"/>
                </a:solidFill>
                <a:latin typeface="Arial"/>
              </a:rPr>
              <a:t>initial</a:t>
            </a:r>
            <a:r>
              <a:rPr lang="en-US" sz="2400" b="0" strike="noStrike" spc="-15">
                <a:solidFill>
                  <a:srgbClr val="000090"/>
                </a:solidFill>
                <a:latin typeface="Arial"/>
              </a:rPr>
              <a:t> </a:t>
            </a:r>
            <a:r>
              <a:rPr lang="en-US" sz="2400" b="0" strike="noStrike" spc="-1">
                <a:solidFill>
                  <a:srgbClr val="000090"/>
                </a:solidFill>
                <a:latin typeface="Arial"/>
              </a:rPr>
              <a:t>means</a:t>
            </a:r>
            <a:endParaRPr lang="en-US" sz="2400" b="0" strike="noStrike" spc="-1">
              <a:latin typeface="Arial"/>
            </a:endParaRPr>
          </a:p>
          <a:p>
            <a:pPr marL="755640" lvl="1" indent="-2854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  <a:tabLst>
                <a:tab pos="755640" algn="l"/>
              </a:tabLst>
            </a:pPr>
            <a:r>
              <a:rPr lang="en-US" sz="2400" b="0" strike="noStrike" spc="-7">
                <a:solidFill>
                  <a:srgbClr val="000090"/>
                </a:solidFill>
                <a:latin typeface="Arial"/>
              </a:rPr>
              <a:t>It </a:t>
            </a:r>
            <a:r>
              <a:rPr lang="en-US" sz="2400" b="0" strike="noStrike" spc="-1">
                <a:solidFill>
                  <a:srgbClr val="000090"/>
                </a:solidFill>
                <a:latin typeface="Arial"/>
              </a:rPr>
              <a:t>does </a:t>
            </a:r>
            <a:r>
              <a:rPr lang="en-US" sz="2400" b="0" strike="noStrike" spc="-7">
                <a:solidFill>
                  <a:srgbClr val="000090"/>
                </a:solidFill>
                <a:latin typeface="Arial"/>
              </a:rPr>
              <a:t>matter </a:t>
            </a:r>
            <a:r>
              <a:rPr lang="en-US" sz="2400" b="0" strike="noStrike" spc="-1">
                <a:solidFill>
                  <a:srgbClr val="000090"/>
                </a:solidFill>
                <a:latin typeface="Arial"/>
              </a:rPr>
              <a:t>what you</a:t>
            </a:r>
            <a:r>
              <a:rPr lang="en-US" sz="2400" b="0" strike="noStrike" spc="-46">
                <a:solidFill>
                  <a:srgbClr val="000090"/>
                </a:solidFill>
                <a:latin typeface="Arial"/>
              </a:rPr>
              <a:t> </a:t>
            </a:r>
            <a:r>
              <a:rPr lang="en-US" sz="2400" b="0" strike="noStrike" spc="-1">
                <a:solidFill>
                  <a:srgbClr val="000090"/>
                </a:solidFill>
                <a:latin typeface="Arial"/>
              </a:rPr>
              <a:t>pick!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tabLst>
                <a:tab pos="755640" algn="l"/>
              </a:tabLst>
            </a:pPr>
            <a:endParaRPr lang="en-US" sz="2400" b="0" strike="noStrike" spc="-1">
              <a:latin typeface="Arial"/>
            </a:endParaRPr>
          </a:p>
          <a:p>
            <a:pPr marL="755640" lvl="1" indent="-285480">
              <a:lnSpc>
                <a:spcPct val="100000"/>
              </a:lnSpc>
              <a:buClr>
                <a:srgbClr val="000000"/>
              </a:buClr>
              <a:buFont typeface="Symbol" charset="2"/>
              <a:buChar char=""/>
              <a:tabLst>
                <a:tab pos="755640" algn="l"/>
              </a:tabLst>
            </a:pPr>
            <a:r>
              <a:rPr lang="en-US" sz="2400" b="0" strike="noStrike" spc="-7">
                <a:solidFill>
                  <a:srgbClr val="000090"/>
                </a:solidFill>
                <a:latin typeface="Arial"/>
              </a:rPr>
              <a:t>What </a:t>
            </a:r>
            <a:r>
              <a:rPr lang="en-US" sz="2400" b="0" strike="noStrike" spc="-1">
                <a:solidFill>
                  <a:srgbClr val="000090"/>
                </a:solidFill>
                <a:latin typeface="Arial"/>
              </a:rPr>
              <a:t>can go</a:t>
            </a:r>
            <a:r>
              <a:rPr lang="en-US" sz="2400" b="0" strike="noStrike" spc="-15">
                <a:solidFill>
                  <a:srgbClr val="000090"/>
                </a:solidFill>
                <a:latin typeface="Arial"/>
              </a:rPr>
              <a:t> </a:t>
            </a:r>
            <a:r>
              <a:rPr lang="en-US" sz="2400" b="0" strike="noStrike" spc="-1">
                <a:solidFill>
                  <a:srgbClr val="000090"/>
                </a:solidFill>
                <a:latin typeface="Arial"/>
              </a:rPr>
              <a:t>wrong?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tabLst>
                <a:tab pos="755640" algn="l"/>
              </a:tabLst>
            </a:pPr>
            <a:endParaRPr lang="en-US" sz="2400" b="0" strike="noStrike" spc="-1">
              <a:latin typeface="Arial"/>
            </a:endParaRPr>
          </a:p>
          <a:p>
            <a:pPr marL="761400" lvl="1" indent="-291600">
              <a:lnSpc>
                <a:spcPct val="89000"/>
              </a:lnSpc>
              <a:spcBef>
                <a:spcPts val="6"/>
              </a:spcBef>
              <a:buClr>
                <a:srgbClr val="000090"/>
              </a:buClr>
              <a:buFont typeface="Symbol" charset="2"/>
              <a:buChar char=""/>
              <a:tabLst>
                <a:tab pos="755640" algn="l"/>
              </a:tabLst>
            </a:pPr>
            <a:r>
              <a:rPr lang="en-US" sz="2400" b="0" strike="noStrike" spc="-32">
                <a:solidFill>
                  <a:srgbClr val="000090"/>
                </a:solidFill>
                <a:latin typeface="Arial"/>
              </a:rPr>
              <a:t>Various </a:t>
            </a:r>
            <a:r>
              <a:rPr lang="en-US" sz="2400" b="0" strike="noStrike" spc="-1">
                <a:solidFill>
                  <a:srgbClr val="000090"/>
                </a:solidFill>
                <a:latin typeface="Arial"/>
              </a:rPr>
              <a:t>schemes </a:t>
            </a:r>
            <a:r>
              <a:rPr lang="en-US" sz="2400" b="0" strike="noStrike" spc="-7">
                <a:solidFill>
                  <a:srgbClr val="000090"/>
                </a:solidFill>
                <a:latin typeface="Arial"/>
              </a:rPr>
              <a:t>for preventing  this </a:t>
            </a:r>
            <a:r>
              <a:rPr lang="en-US" sz="2400" b="0" strike="noStrike" spc="-1">
                <a:solidFill>
                  <a:srgbClr val="000090"/>
                </a:solidFill>
                <a:latin typeface="Arial"/>
              </a:rPr>
              <a:t>kind of </a:t>
            </a:r>
            <a:r>
              <a:rPr lang="en-US" sz="2400" b="0" strike="noStrike" spc="-7">
                <a:solidFill>
                  <a:srgbClr val="000090"/>
                </a:solidFill>
                <a:latin typeface="Arial"/>
              </a:rPr>
              <a:t>thing:</a:t>
            </a:r>
            <a:r>
              <a:rPr lang="en-US" sz="2400" b="0" strike="noStrike" spc="-72">
                <a:solidFill>
                  <a:srgbClr val="000090"/>
                </a:solidFill>
                <a:latin typeface="Arial"/>
              </a:rPr>
              <a:t> </a:t>
            </a:r>
            <a:r>
              <a:rPr lang="en-US" sz="2400" b="0" strike="noStrike" spc="-1">
                <a:solidFill>
                  <a:srgbClr val="000090"/>
                </a:solidFill>
                <a:latin typeface="Arial"/>
              </a:rPr>
              <a:t>variance-based  split / merge, </a:t>
            </a:r>
            <a:r>
              <a:rPr lang="en-US" sz="2400" b="0" strike="noStrike" spc="-7">
                <a:solidFill>
                  <a:srgbClr val="000090"/>
                </a:solidFill>
                <a:latin typeface="Arial"/>
              </a:rPr>
              <a:t>initialization  heuristics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415" name="CustomShape 3"/>
          <p:cNvSpPr/>
          <p:nvPr/>
        </p:nvSpPr>
        <p:spPr>
          <a:xfrm>
            <a:off x="6402960" y="2814480"/>
            <a:ext cx="161640" cy="16164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6" name="CustomShape 4"/>
          <p:cNvSpPr/>
          <p:nvPr/>
        </p:nvSpPr>
        <p:spPr>
          <a:xfrm>
            <a:off x="6631560" y="3043080"/>
            <a:ext cx="161640" cy="16164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7" name="CustomShape 5"/>
          <p:cNvSpPr/>
          <p:nvPr/>
        </p:nvSpPr>
        <p:spPr>
          <a:xfrm>
            <a:off x="7317360" y="1671480"/>
            <a:ext cx="161640" cy="16164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8" name="CustomShape 6"/>
          <p:cNvSpPr/>
          <p:nvPr/>
        </p:nvSpPr>
        <p:spPr>
          <a:xfrm>
            <a:off x="7622280" y="3043080"/>
            <a:ext cx="161640" cy="16164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9" name="CustomShape 7"/>
          <p:cNvSpPr/>
          <p:nvPr/>
        </p:nvSpPr>
        <p:spPr>
          <a:xfrm>
            <a:off x="7774560" y="2738520"/>
            <a:ext cx="161640" cy="16164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0" name="CustomShape 8"/>
          <p:cNvSpPr/>
          <p:nvPr/>
        </p:nvSpPr>
        <p:spPr>
          <a:xfrm>
            <a:off x="6936480" y="1671480"/>
            <a:ext cx="161640" cy="16164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21" name="Group 9"/>
          <p:cNvGrpSpPr/>
          <p:nvPr/>
        </p:nvGrpSpPr>
        <p:grpSpPr>
          <a:xfrm>
            <a:off x="7398360" y="2743200"/>
            <a:ext cx="151920" cy="151920"/>
            <a:chOff x="7398360" y="2743200"/>
            <a:chExt cx="151920" cy="151920"/>
          </a:xfrm>
        </p:grpSpPr>
        <p:sp>
          <p:nvSpPr>
            <p:cNvPr id="422" name="CustomShape 10"/>
            <p:cNvSpPr/>
            <p:nvPr/>
          </p:nvSpPr>
          <p:spPr>
            <a:xfrm>
              <a:off x="7398360" y="2743200"/>
              <a:ext cx="151920" cy="15192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D81E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23" name="CustomShape 11"/>
            <p:cNvSpPr/>
            <p:nvPr/>
          </p:nvSpPr>
          <p:spPr>
            <a:xfrm>
              <a:off x="7398360" y="2743200"/>
              <a:ext cx="151920" cy="15192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424" name="Group 12"/>
          <p:cNvGrpSpPr/>
          <p:nvPr/>
        </p:nvGrpSpPr>
        <p:grpSpPr>
          <a:xfrm>
            <a:off x="6788880" y="2743200"/>
            <a:ext cx="151920" cy="151920"/>
            <a:chOff x="6788880" y="2743200"/>
            <a:chExt cx="151920" cy="151920"/>
          </a:xfrm>
        </p:grpSpPr>
        <p:sp>
          <p:nvSpPr>
            <p:cNvPr id="425" name="CustomShape 13"/>
            <p:cNvSpPr/>
            <p:nvPr/>
          </p:nvSpPr>
          <p:spPr>
            <a:xfrm>
              <a:off x="6788880" y="2743200"/>
              <a:ext cx="151920" cy="15192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35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26" name="CustomShape 14"/>
            <p:cNvSpPr/>
            <p:nvPr/>
          </p:nvSpPr>
          <p:spPr>
            <a:xfrm>
              <a:off x="6788880" y="2743200"/>
              <a:ext cx="151920" cy="15192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427" name="Group 15"/>
          <p:cNvGrpSpPr/>
          <p:nvPr/>
        </p:nvGrpSpPr>
        <p:grpSpPr>
          <a:xfrm>
            <a:off x="7169760" y="1981080"/>
            <a:ext cx="151920" cy="151920"/>
            <a:chOff x="7169760" y="1981080"/>
            <a:chExt cx="151920" cy="151920"/>
          </a:xfrm>
        </p:grpSpPr>
        <p:sp>
          <p:nvSpPr>
            <p:cNvPr id="428" name="CustomShape 16"/>
            <p:cNvSpPr/>
            <p:nvPr/>
          </p:nvSpPr>
          <p:spPr>
            <a:xfrm>
              <a:off x="7169760" y="1981080"/>
              <a:ext cx="151920" cy="15192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29" name="CustomShape 17"/>
            <p:cNvSpPr/>
            <p:nvPr/>
          </p:nvSpPr>
          <p:spPr>
            <a:xfrm>
              <a:off x="7169760" y="1981080"/>
              <a:ext cx="151920" cy="15192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430" name="CustomShape 18"/>
          <p:cNvSpPr/>
          <p:nvPr/>
        </p:nvSpPr>
        <p:spPr>
          <a:xfrm>
            <a:off x="6402960" y="5481720"/>
            <a:ext cx="161640" cy="16164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1" name="CustomShape 19"/>
          <p:cNvSpPr/>
          <p:nvPr/>
        </p:nvSpPr>
        <p:spPr>
          <a:xfrm>
            <a:off x="6631560" y="5710320"/>
            <a:ext cx="161640" cy="16164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2" name="CustomShape 20"/>
          <p:cNvSpPr/>
          <p:nvPr/>
        </p:nvSpPr>
        <p:spPr>
          <a:xfrm>
            <a:off x="7317360" y="4338720"/>
            <a:ext cx="161640" cy="16164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3" name="CustomShape 21"/>
          <p:cNvSpPr/>
          <p:nvPr/>
        </p:nvSpPr>
        <p:spPr>
          <a:xfrm>
            <a:off x="7622280" y="5710320"/>
            <a:ext cx="161640" cy="16164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4" name="CustomShape 22"/>
          <p:cNvSpPr/>
          <p:nvPr/>
        </p:nvSpPr>
        <p:spPr>
          <a:xfrm>
            <a:off x="7774560" y="5405400"/>
            <a:ext cx="161640" cy="16164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5" name="CustomShape 23"/>
          <p:cNvSpPr/>
          <p:nvPr/>
        </p:nvSpPr>
        <p:spPr>
          <a:xfrm>
            <a:off x="6936480" y="4338720"/>
            <a:ext cx="161640" cy="16164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36" name="Group 24"/>
          <p:cNvGrpSpPr/>
          <p:nvPr/>
        </p:nvGrpSpPr>
        <p:grpSpPr>
          <a:xfrm>
            <a:off x="7093440" y="5562720"/>
            <a:ext cx="151920" cy="151920"/>
            <a:chOff x="7093440" y="5562720"/>
            <a:chExt cx="151920" cy="151920"/>
          </a:xfrm>
        </p:grpSpPr>
        <p:sp>
          <p:nvSpPr>
            <p:cNvPr id="437" name="CustomShape 25"/>
            <p:cNvSpPr/>
            <p:nvPr/>
          </p:nvSpPr>
          <p:spPr>
            <a:xfrm>
              <a:off x="7093440" y="5562720"/>
              <a:ext cx="151920" cy="15192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D81E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38" name="CustomShape 26"/>
            <p:cNvSpPr/>
            <p:nvPr/>
          </p:nvSpPr>
          <p:spPr>
            <a:xfrm>
              <a:off x="7093440" y="5562720"/>
              <a:ext cx="151920" cy="15192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439" name="Group 27"/>
          <p:cNvGrpSpPr/>
          <p:nvPr/>
        </p:nvGrpSpPr>
        <p:grpSpPr>
          <a:xfrm>
            <a:off x="6941160" y="4648320"/>
            <a:ext cx="151920" cy="151920"/>
            <a:chOff x="6941160" y="4648320"/>
            <a:chExt cx="151920" cy="151920"/>
          </a:xfrm>
        </p:grpSpPr>
        <p:sp>
          <p:nvSpPr>
            <p:cNvPr id="440" name="CustomShape 28"/>
            <p:cNvSpPr/>
            <p:nvPr/>
          </p:nvSpPr>
          <p:spPr>
            <a:xfrm>
              <a:off x="6941160" y="4648320"/>
              <a:ext cx="151920" cy="15192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35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41" name="CustomShape 29"/>
            <p:cNvSpPr/>
            <p:nvPr/>
          </p:nvSpPr>
          <p:spPr>
            <a:xfrm>
              <a:off x="6941160" y="4648320"/>
              <a:ext cx="151920" cy="15192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442" name="Group 30"/>
          <p:cNvGrpSpPr/>
          <p:nvPr/>
        </p:nvGrpSpPr>
        <p:grpSpPr>
          <a:xfrm>
            <a:off x="7322040" y="4648320"/>
            <a:ext cx="151920" cy="151920"/>
            <a:chOff x="7322040" y="4648320"/>
            <a:chExt cx="151920" cy="151920"/>
          </a:xfrm>
        </p:grpSpPr>
        <p:sp>
          <p:nvSpPr>
            <p:cNvPr id="443" name="CustomShape 31"/>
            <p:cNvSpPr/>
            <p:nvPr/>
          </p:nvSpPr>
          <p:spPr>
            <a:xfrm>
              <a:off x="7322040" y="4648320"/>
              <a:ext cx="151920" cy="15192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44" name="CustomShape 32"/>
            <p:cNvSpPr/>
            <p:nvPr/>
          </p:nvSpPr>
          <p:spPr>
            <a:xfrm>
              <a:off x="7322040" y="4648320"/>
              <a:ext cx="151920" cy="15192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TextShape 1"/>
          <p:cNvSpPr txBox="1"/>
          <p:nvPr/>
        </p:nvSpPr>
        <p:spPr>
          <a:xfrm>
            <a:off x="548640" y="498240"/>
            <a:ext cx="6918480" cy="135360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tabLst>
                <a:tab pos="4360680" algn="l"/>
              </a:tabLst>
            </a:pPr>
            <a:r>
              <a:rPr lang="en-US" sz="4400" b="0" strike="noStrike" spc="-1">
                <a:solidFill>
                  <a:srgbClr val="000090"/>
                </a:solidFill>
                <a:latin typeface="Arial"/>
              </a:rPr>
              <a:t>K-Means</a:t>
            </a:r>
            <a:r>
              <a:rPr lang="en-US" sz="4400" b="0" strike="noStrike" spc="-7">
                <a:solidFill>
                  <a:srgbClr val="000090"/>
                </a:solidFill>
                <a:latin typeface="Arial"/>
              </a:rPr>
              <a:t> G</a:t>
            </a:r>
            <a:r>
              <a:rPr lang="en-US" sz="4400" b="0" strike="noStrike" spc="-1">
                <a:solidFill>
                  <a:srgbClr val="000090"/>
                </a:solidFill>
                <a:latin typeface="Arial"/>
              </a:rPr>
              <a:t>e</a:t>
            </a:r>
            <a:r>
              <a:rPr lang="en-US" sz="4400" b="0" strike="noStrike" spc="-7">
                <a:solidFill>
                  <a:srgbClr val="000090"/>
                </a:solidFill>
                <a:latin typeface="Arial"/>
              </a:rPr>
              <a:t>tt</a:t>
            </a:r>
            <a:r>
              <a:rPr lang="en-US" sz="4400" b="0" strike="noStrike" spc="-1">
                <a:solidFill>
                  <a:srgbClr val="000090"/>
                </a:solidFill>
                <a:latin typeface="Arial"/>
              </a:rPr>
              <a:t>ing	S</a:t>
            </a:r>
            <a:r>
              <a:rPr lang="en-US" sz="4400" b="0" strike="noStrike" spc="-7">
                <a:solidFill>
                  <a:srgbClr val="000090"/>
                </a:solidFill>
                <a:latin typeface="Arial"/>
              </a:rPr>
              <a:t>t</a:t>
            </a:r>
            <a:r>
              <a:rPr lang="en-US" sz="4400" b="0" strike="noStrike" spc="-1">
                <a:solidFill>
                  <a:srgbClr val="000090"/>
                </a:solidFill>
                <a:latin typeface="Arial"/>
              </a:rPr>
              <a:t>uck</a:t>
            </a:r>
            <a:endParaRPr lang="en-US" sz="4400" b="0" strike="noStrike" spc="-1">
              <a:latin typeface="Calibri"/>
            </a:endParaRPr>
          </a:p>
        </p:txBody>
      </p:sp>
      <p:sp>
        <p:nvSpPr>
          <p:cNvPr id="446" name="CustomShape 2"/>
          <p:cNvSpPr/>
          <p:nvPr/>
        </p:nvSpPr>
        <p:spPr>
          <a:xfrm>
            <a:off x="542880" y="1633320"/>
            <a:ext cx="3007080" cy="500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3200" b="0" strike="noStrike" spc="-1">
                <a:latin typeface="Arial"/>
              </a:rPr>
              <a:t>A local</a:t>
            </a:r>
            <a:r>
              <a:rPr lang="en-US" sz="3200" b="0" strike="noStrike" spc="-245">
                <a:latin typeface="Arial"/>
              </a:rPr>
              <a:t> </a:t>
            </a:r>
            <a:r>
              <a:rPr lang="en-US" sz="3200" b="0" strike="noStrike" spc="-7">
                <a:latin typeface="Arial"/>
              </a:rPr>
              <a:t>optimum: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47" name="Group 3"/>
          <p:cNvGrpSpPr/>
          <p:nvPr/>
        </p:nvGrpSpPr>
        <p:grpSpPr>
          <a:xfrm>
            <a:off x="5509080" y="5075280"/>
            <a:ext cx="50400" cy="37800"/>
            <a:chOff x="5509080" y="5075280"/>
            <a:chExt cx="50400" cy="37800"/>
          </a:xfrm>
        </p:grpSpPr>
        <p:sp>
          <p:nvSpPr>
            <p:cNvPr id="448" name="CustomShape 4"/>
            <p:cNvSpPr/>
            <p:nvPr/>
          </p:nvSpPr>
          <p:spPr>
            <a:xfrm>
              <a:off x="5509080" y="50752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49" name="CustomShape 5"/>
            <p:cNvSpPr/>
            <p:nvPr/>
          </p:nvSpPr>
          <p:spPr>
            <a:xfrm>
              <a:off x="5509080" y="50752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7" y="11635"/>
                  </a:lnTo>
                  <a:lnTo>
                    <a:pt x="7443" y="5580"/>
                  </a:lnTo>
                  <a:lnTo>
                    <a:pt x="15520" y="1497"/>
                  </a:lnTo>
                  <a:lnTo>
                    <a:pt x="25410" y="0"/>
                  </a:lnTo>
                  <a:lnTo>
                    <a:pt x="35291" y="1497"/>
                  </a:lnTo>
                  <a:lnTo>
                    <a:pt x="43362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2" y="32520"/>
                  </a:lnTo>
                  <a:lnTo>
                    <a:pt x="35291" y="36602"/>
                  </a:lnTo>
                  <a:lnTo>
                    <a:pt x="25410" y="38100"/>
                  </a:lnTo>
                  <a:lnTo>
                    <a:pt x="15520" y="36602"/>
                  </a:lnTo>
                  <a:lnTo>
                    <a:pt x="7443" y="32520"/>
                  </a:lnTo>
                  <a:lnTo>
                    <a:pt x="1997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450" name="Group 6"/>
          <p:cNvGrpSpPr/>
          <p:nvPr/>
        </p:nvGrpSpPr>
        <p:grpSpPr>
          <a:xfrm>
            <a:off x="6565320" y="4832280"/>
            <a:ext cx="145080" cy="119520"/>
            <a:chOff x="6565320" y="4832280"/>
            <a:chExt cx="145080" cy="119520"/>
          </a:xfrm>
        </p:grpSpPr>
        <p:sp>
          <p:nvSpPr>
            <p:cNvPr id="451" name="CustomShape 7"/>
            <p:cNvSpPr/>
            <p:nvPr/>
          </p:nvSpPr>
          <p:spPr>
            <a:xfrm>
              <a:off x="6660000" y="48322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6"/>
                  </a:lnTo>
                  <a:lnTo>
                    <a:pt x="7437" y="5576"/>
                  </a:lnTo>
                  <a:lnTo>
                    <a:pt x="1995" y="11631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1"/>
                  </a:lnTo>
                  <a:lnTo>
                    <a:pt x="43362" y="5576"/>
                  </a:lnTo>
                  <a:lnTo>
                    <a:pt x="35289" y="1496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52" name="CustomShape 8"/>
            <p:cNvSpPr/>
            <p:nvPr/>
          </p:nvSpPr>
          <p:spPr>
            <a:xfrm>
              <a:off x="6660000" y="48322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53" name="CustomShape 9"/>
            <p:cNvSpPr/>
            <p:nvPr/>
          </p:nvSpPr>
          <p:spPr>
            <a:xfrm>
              <a:off x="6565320" y="4912920"/>
              <a:ext cx="43560" cy="38880"/>
            </a:xfrm>
            <a:custGeom>
              <a:avLst/>
              <a:gdLst/>
              <a:ahLst/>
              <a:cxnLst/>
              <a:rect l="l" t="t" r="r" b="b"/>
              <a:pathLst>
                <a:path w="43815" h="39370">
                  <a:moveTo>
                    <a:pt x="24359" y="0"/>
                  </a:moveTo>
                  <a:lnTo>
                    <a:pt x="15689" y="1346"/>
                  </a:lnTo>
                  <a:lnTo>
                    <a:pt x="7968" y="5529"/>
                  </a:lnTo>
                  <a:lnTo>
                    <a:pt x="2578" y="11653"/>
                  </a:lnTo>
                  <a:lnTo>
                    <a:pt x="0" y="18909"/>
                  </a:lnTo>
                  <a:lnTo>
                    <a:pt x="716" y="26492"/>
                  </a:lnTo>
                  <a:lnTo>
                    <a:pt x="4737" y="32961"/>
                  </a:lnTo>
                  <a:lnTo>
                    <a:pt x="11185" y="37176"/>
                  </a:lnTo>
                  <a:lnTo>
                    <a:pt x="19184" y="38787"/>
                  </a:lnTo>
                  <a:lnTo>
                    <a:pt x="27856" y="37440"/>
                  </a:lnTo>
                  <a:lnTo>
                    <a:pt x="35576" y="33263"/>
                  </a:lnTo>
                  <a:lnTo>
                    <a:pt x="40967" y="27139"/>
                  </a:lnTo>
                  <a:lnTo>
                    <a:pt x="43545" y="19879"/>
                  </a:lnTo>
                  <a:lnTo>
                    <a:pt x="42829" y="12294"/>
                  </a:lnTo>
                  <a:lnTo>
                    <a:pt x="38803" y="5826"/>
                  </a:lnTo>
                  <a:lnTo>
                    <a:pt x="32355" y="1610"/>
                  </a:lnTo>
                  <a:lnTo>
                    <a:pt x="24359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54" name="CustomShape 10"/>
            <p:cNvSpPr/>
            <p:nvPr/>
          </p:nvSpPr>
          <p:spPr>
            <a:xfrm>
              <a:off x="6565320" y="4912920"/>
              <a:ext cx="43560" cy="38880"/>
            </a:xfrm>
            <a:custGeom>
              <a:avLst/>
              <a:gdLst/>
              <a:ahLst/>
              <a:cxnLst/>
              <a:rect l="l" t="t" r="r" b="b"/>
              <a:pathLst>
                <a:path w="43815" h="39370">
                  <a:moveTo>
                    <a:pt x="713" y="26504"/>
                  </a:moveTo>
                  <a:lnTo>
                    <a:pt x="0" y="18918"/>
                  </a:lnTo>
                  <a:lnTo>
                    <a:pt x="2577" y="11656"/>
                  </a:lnTo>
                  <a:lnTo>
                    <a:pt x="7965" y="5527"/>
                  </a:lnTo>
                  <a:lnTo>
                    <a:pt x="15683" y="1344"/>
                  </a:lnTo>
                  <a:lnTo>
                    <a:pt x="24360" y="0"/>
                  </a:lnTo>
                  <a:lnTo>
                    <a:pt x="32360" y="1611"/>
                  </a:lnTo>
                  <a:lnTo>
                    <a:pt x="38809" y="5826"/>
                  </a:lnTo>
                  <a:lnTo>
                    <a:pt x="42833" y="12294"/>
                  </a:lnTo>
                  <a:lnTo>
                    <a:pt x="43547" y="19879"/>
                  </a:lnTo>
                  <a:lnTo>
                    <a:pt x="40970" y="27138"/>
                  </a:lnTo>
                  <a:lnTo>
                    <a:pt x="35581" y="33263"/>
                  </a:lnTo>
                  <a:lnTo>
                    <a:pt x="27863" y="37444"/>
                  </a:lnTo>
                  <a:lnTo>
                    <a:pt x="19187" y="38795"/>
                  </a:lnTo>
                  <a:lnTo>
                    <a:pt x="11187" y="37187"/>
                  </a:lnTo>
                  <a:lnTo>
                    <a:pt x="4738" y="32972"/>
                  </a:lnTo>
                  <a:lnTo>
                    <a:pt x="713" y="2650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455" name="Group 11"/>
          <p:cNvGrpSpPr/>
          <p:nvPr/>
        </p:nvGrpSpPr>
        <p:grpSpPr>
          <a:xfrm>
            <a:off x="5753520" y="4929120"/>
            <a:ext cx="97920" cy="58680"/>
            <a:chOff x="5753520" y="4929120"/>
            <a:chExt cx="97920" cy="58680"/>
          </a:xfrm>
        </p:grpSpPr>
        <p:sp>
          <p:nvSpPr>
            <p:cNvPr id="456" name="CustomShape 12"/>
            <p:cNvSpPr/>
            <p:nvPr/>
          </p:nvSpPr>
          <p:spPr>
            <a:xfrm>
              <a:off x="5753520" y="492912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57" name="CustomShape 13"/>
            <p:cNvSpPr/>
            <p:nvPr/>
          </p:nvSpPr>
          <p:spPr>
            <a:xfrm>
              <a:off x="5753520" y="492912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58" name="CustomShape 14"/>
            <p:cNvSpPr/>
            <p:nvPr/>
          </p:nvSpPr>
          <p:spPr>
            <a:xfrm>
              <a:off x="5807880" y="495000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27202" y="0"/>
                  </a:moveTo>
                  <a:lnTo>
                    <a:pt x="0" y="22824"/>
                  </a:lnTo>
                  <a:lnTo>
                    <a:pt x="3052" y="29805"/>
                  </a:lnTo>
                  <a:lnTo>
                    <a:pt x="8828" y="34905"/>
                  </a:lnTo>
                  <a:lnTo>
                    <a:pt x="16510" y="37647"/>
                  </a:lnTo>
                  <a:lnTo>
                    <a:pt x="25285" y="37556"/>
                  </a:lnTo>
                  <a:lnTo>
                    <a:pt x="33528" y="34527"/>
                  </a:lnTo>
                  <a:lnTo>
                    <a:pt x="39743" y="29242"/>
                  </a:lnTo>
                  <a:lnTo>
                    <a:pt x="43336" y="22431"/>
                  </a:lnTo>
                  <a:lnTo>
                    <a:pt x="43713" y="14823"/>
                  </a:lnTo>
                  <a:lnTo>
                    <a:pt x="40660" y="7842"/>
                  </a:lnTo>
                  <a:lnTo>
                    <a:pt x="34885" y="2742"/>
                  </a:lnTo>
                  <a:lnTo>
                    <a:pt x="27202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59" name="CustomShape 15"/>
            <p:cNvSpPr/>
            <p:nvPr/>
          </p:nvSpPr>
          <p:spPr>
            <a:xfrm>
              <a:off x="5807880" y="495000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18430" y="90"/>
                  </a:moveTo>
                  <a:lnTo>
                    <a:pt x="27207" y="0"/>
                  </a:lnTo>
                  <a:lnTo>
                    <a:pt x="34892" y="2741"/>
                  </a:lnTo>
                  <a:lnTo>
                    <a:pt x="40668" y="7840"/>
                  </a:lnTo>
                  <a:lnTo>
                    <a:pt x="43720" y="14820"/>
                  </a:lnTo>
                  <a:lnTo>
                    <a:pt x="43340" y="22429"/>
                  </a:lnTo>
                  <a:lnTo>
                    <a:pt x="39747" y="29242"/>
                  </a:lnTo>
                  <a:lnTo>
                    <a:pt x="33533" y="34530"/>
                  </a:lnTo>
                  <a:lnTo>
                    <a:pt x="25290" y="37560"/>
                  </a:lnTo>
                  <a:lnTo>
                    <a:pt x="16512" y="37646"/>
                  </a:lnTo>
                  <a:lnTo>
                    <a:pt x="8827" y="34905"/>
                  </a:lnTo>
                  <a:lnTo>
                    <a:pt x="3051" y="29809"/>
                  </a:lnTo>
                  <a:lnTo>
                    <a:pt x="0" y="22830"/>
                  </a:lnTo>
                  <a:lnTo>
                    <a:pt x="379" y="15221"/>
                  </a:lnTo>
                  <a:lnTo>
                    <a:pt x="3972" y="8407"/>
                  </a:lnTo>
                  <a:lnTo>
                    <a:pt x="10186" y="3120"/>
                  </a:lnTo>
                  <a:lnTo>
                    <a:pt x="18430" y="9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460" name="Group 16"/>
          <p:cNvGrpSpPr/>
          <p:nvPr/>
        </p:nvGrpSpPr>
        <p:grpSpPr>
          <a:xfrm>
            <a:off x="5701320" y="5427720"/>
            <a:ext cx="223560" cy="136080"/>
            <a:chOff x="5701320" y="5427720"/>
            <a:chExt cx="223560" cy="136080"/>
          </a:xfrm>
        </p:grpSpPr>
        <p:sp>
          <p:nvSpPr>
            <p:cNvPr id="461" name="CustomShape 17"/>
            <p:cNvSpPr/>
            <p:nvPr/>
          </p:nvSpPr>
          <p:spPr>
            <a:xfrm>
              <a:off x="5701320" y="542772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62" name="CustomShape 18"/>
            <p:cNvSpPr/>
            <p:nvPr/>
          </p:nvSpPr>
          <p:spPr>
            <a:xfrm>
              <a:off x="5701320" y="542772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63" name="CustomShape 19"/>
            <p:cNvSpPr/>
            <p:nvPr/>
          </p:nvSpPr>
          <p:spPr>
            <a:xfrm>
              <a:off x="5874480" y="5519880"/>
              <a:ext cx="50400" cy="43920"/>
            </a:xfrm>
            <a:custGeom>
              <a:avLst/>
              <a:gdLst/>
              <a:ahLst/>
              <a:cxnLst/>
              <a:rect l="l" t="t" r="r" b="b"/>
              <a:pathLst>
                <a:path w="50800" h="44450">
                  <a:moveTo>
                    <a:pt x="28320" y="0"/>
                  </a:moveTo>
                  <a:lnTo>
                    <a:pt x="18287" y="311"/>
                  </a:lnTo>
                  <a:lnTo>
                    <a:pt x="9617" y="3865"/>
                  </a:lnTo>
                  <a:lnTo>
                    <a:pt x="3217" y="10074"/>
                  </a:lnTo>
                  <a:lnTo>
                    <a:pt x="0" y="18351"/>
                  </a:lnTo>
                  <a:lnTo>
                    <a:pt x="730" y="27196"/>
                  </a:lnTo>
                  <a:lnTo>
                    <a:pt x="5100" y="34967"/>
                  </a:lnTo>
                  <a:lnTo>
                    <a:pt x="12406" y="40841"/>
                  </a:lnTo>
                  <a:lnTo>
                    <a:pt x="21945" y="43992"/>
                  </a:lnTo>
                  <a:lnTo>
                    <a:pt x="31980" y="43681"/>
                  </a:lnTo>
                  <a:lnTo>
                    <a:pt x="40654" y="40127"/>
                  </a:lnTo>
                  <a:lnTo>
                    <a:pt x="47054" y="33918"/>
                  </a:lnTo>
                  <a:lnTo>
                    <a:pt x="50266" y="25641"/>
                  </a:lnTo>
                  <a:lnTo>
                    <a:pt x="49534" y="16796"/>
                  </a:lnTo>
                  <a:lnTo>
                    <a:pt x="45161" y="9024"/>
                  </a:lnTo>
                  <a:lnTo>
                    <a:pt x="37854" y="3150"/>
                  </a:lnTo>
                  <a:lnTo>
                    <a:pt x="2832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64" name="CustomShape 20"/>
            <p:cNvSpPr/>
            <p:nvPr/>
          </p:nvSpPr>
          <p:spPr>
            <a:xfrm>
              <a:off x="5874480" y="5519880"/>
              <a:ext cx="50400" cy="43920"/>
            </a:xfrm>
            <a:custGeom>
              <a:avLst/>
              <a:gdLst/>
              <a:ahLst/>
              <a:cxnLst/>
              <a:rect l="l" t="t" r="r" b="b"/>
              <a:pathLst>
                <a:path w="50800" h="44450">
                  <a:moveTo>
                    <a:pt x="28330" y="0"/>
                  </a:moveTo>
                  <a:lnTo>
                    <a:pt x="37862" y="3145"/>
                  </a:lnTo>
                  <a:lnTo>
                    <a:pt x="45170" y="9017"/>
                  </a:lnTo>
                  <a:lnTo>
                    <a:pt x="49544" y="16790"/>
                  </a:lnTo>
                  <a:lnTo>
                    <a:pt x="50280" y="25640"/>
                  </a:lnTo>
                  <a:lnTo>
                    <a:pt x="47058" y="33915"/>
                  </a:lnTo>
                  <a:lnTo>
                    <a:pt x="40656" y="40125"/>
                  </a:lnTo>
                  <a:lnTo>
                    <a:pt x="31983" y="43679"/>
                  </a:lnTo>
                  <a:lnTo>
                    <a:pt x="21950" y="43990"/>
                  </a:lnTo>
                  <a:lnTo>
                    <a:pt x="12417" y="40838"/>
                  </a:lnTo>
                  <a:lnTo>
                    <a:pt x="5110" y="34963"/>
                  </a:lnTo>
                  <a:lnTo>
                    <a:pt x="735" y="27189"/>
                  </a:lnTo>
                  <a:lnTo>
                    <a:pt x="0" y="18340"/>
                  </a:lnTo>
                  <a:lnTo>
                    <a:pt x="3221" y="10068"/>
                  </a:lnTo>
                  <a:lnTo>
                    <a:pt x="9623" y="3860"/>
                  </a:lnTo>
                  <a:lnTo>
                    <a:pt x="18296" y="306"/>
                  </a:lnTo>
                  <a:lnTo>
                    <a:pt x="2833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65" name="CustomShape 21"/>
            <p:cNvSpPr/>
            <p:nvPr/>
          </p:nvSpPr>
          <p:spPr>
            <a:xfrm>
              <a:off x="5784120" y="543924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31016" y="0"/>
                  </a:moveTo>
                  <a:lnTo>
                    <a:pt x="0" y="26492"/>
                  </a:lnTo>
                  <a:lnTo>
                    <a:pt x="3521" y="34644"/>
                  </a:lnTo>
                  <a:lnTo>
                    <a:pt x="10147" y="40612"/>
                  </a:lnTo>
                  <a:lnTo>
                    <a:pt x="18945" y="43841"/>
                  </a:lnTo>
                  <a:lnTo>
                    <a:pt x="28981" y="43777"/>
                  </a:lnTo>
                  <a:lnTo>
                    <a:pt x="38394" y="40278"/>
                  </a:lnTo>
                  <a:lnTo>
                    <a:pt x="45477" y="34138"/>
                  </a:lnTo>
                  <a:lnTo>
                    <a:pt x="49557" y="26207"/>
                  </a:lnTo>
                  <a:lnTo>
                    <a:pt x="49961" y="17336"/>
                  </a:lnTo>
                  <a:lnTo>
                    <a:pt x="46440" y="9192"/>
                  </a:lnTo>
                  <a:lnTo>
                    <a:pt x="39814" y="3227"/>
                  </a:lnTo>
                  <a:lnTo>
                    <a:pt x="3101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66" name="CustomShape 22"/>
            <p:cNvSpPr/>
            <p:nvPr/>
          </p:nvSpPr>
          <p:spPr>
            <a:xfrm>
              <a:off x="5784120" y="543924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20980" y="64"/>
                  </a:moveTo>
                  <a:lnTo>
                    <a:pt x="31019" y="0"/>
                  </a:lnTo>
                  <a:lnTo>
                    <a:pt x="39817" y="3229"/>
                  </a:lnTo>
                  <a:lnTo>
                    <a:pt x="46444" y="9196"/>
                  </a:lnTo>
                  <a:lnTo>
                    <a:pt x="49970" y="17344"/>
                  </a:lnTo>
                  <a:lnTo>
                    <a:pt x="49564" y="26216"/>
                  </a:lnTo>
                  <a:lnTo>
                    <a:pt x="45483" y="34145"/>
                  </a:lnTo>
                  <a:lnTo>
                    <a:pt x="38400" y="40284"/>
                  </a:lnTo>
                  <a:lnTo>
                    <a:pt x="28990" y="43784"/>
                  </a:lnTo>
                  <a:lnTo>
                    <a:pt x="18949" y="43849"/>
                  </a:lnTo>
                  <a:lnTo>
                    <a:pt x="10148" y="40619"/>
                  </a:lnTo>
                  <a:lnTo>
                    <a:pt x="3521" y="34652"/>
                  </a:lnTo>
                  <a:lnTo>
                    <a:pt x="0" y="26504"/>
                  </a:lnTo>
                  <a:lnTo>
                    <a:pt x="405" y="17632"/>
                  </a:lnTo>
                  <a:lnTo>
                    <a:pt x="4486" y="9703"/>
                  </a:lnTo>
                  <a:lnTo>
                    <a:pt x="11569" y="3564"/>
                  </a:lnTo>
                  <a:lnTo>
                    <a:pt x="20980" y="6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467" name="Group 23"/>
          <p:cNvGrpSpPr/>
          <p:nvPr/>
        </p:nvGrpSpPr>
        <p:grpSpPr>
          <a:xfrm>
            <a:off x="6118920" y="5288040"/>
            <a:ext cx="50400" cy="37800"/>
            <a:chOff x="6118920" y="5288040"/>
            <a:chExt cx="50400" cy="37800"/>
          </a:xfrm>
        </p:grpSpPr>
        <p:sp>
          <p:nvSpPr>
            <p:cNvPr id="468" name="CustomShape 24"/>
            <p:cNvSpPr/>
            <p:nvPr/>
          </p:nvSpPr>
          <p:spPr>
            <a:xfrm>
              <a:off x="6118920" y="52880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69" name="CustomShape 25"/>
            <p:cNvSpPr/>
            <p:nvPr/>
          </p:nvSpPr>
          <p:spPr>
            <a:xfrm>
              <a:off x="6118920" y="52880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7" y="11635"/>
                  </a:lnTo>
                  <a:lnTo>
                    <a:pt x="7442" y="5580"/>
                  </a:lnTo>
                  <a:lnTo>
                    <a:pt x="15516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6" y="36602"/>
                  </a:lnTo>
                  <a:lnTo>
                    <a:pt x="7442" y="32520"/>
                  </a:lnTo>
                  <a:lnTo>
                    <a:pt x="1997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470" name="Group 26"/>
          <p:cNvGrpSpPr/>
          <p:nvPr/>
        </p:nvGrpSpPr>
        <p:grpSpPr>
          <a:xfrm>
            <a:off x="5123520" y="4938840"/>
            <a:ext cx="105480" cy="102960"/>
            <a:chOff x="5123520" y="4938840"/>
            <a:chExt cx="105480" cy="102960"/>
          </a:xfrm>
        </p:grpSpPr>
        <p:sp>
          <p:nvSpPr>
            <p:cNvPr id="471" name="CustomShape 27"/>
            <p:cNvSpPr/>
            <p:nvPr/>
          </p:nvSpPr>
          <p:spPr>
            <a:xfrm>
              <a:off x="5123520" y="49388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72" name="CustomShape 28"/>
            <p:cNvSpPr/>
            <p:nvPr/>
          </p:nvSpPr>
          <p:spPr>
            <a:xfrm>
              <a:off x="5123520" y="49388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73" name="CustomShape 29"/>
            <p:cNvSpPr/>
            <p:nvPr/>
          </p:nvSpPr>
          <p:spPr>
            <a:xfrm>
              <a:off x="5179320" y="499788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31016" y="0"/>
                  </a:moveTo>
                  <a:lnTo>
                    <a:pt x="0" y="26492"/>
                  </a:lnTo>
                  <a:lnTo>
                    <a:pt x="3521" y="34644"/>
                  </a:lnTo>
                  <a:lnTo>
                    <a:pt x="10147" y="40611"/>
                  </a:lnTo>
                  <a:lnTo>
                    <a:pt x="18945" y="43841"/>
                  </a:lnTo>
                  <a:lnTo>
                    <a:pt x="28981" y="43777"/>
                  </a:lnTo>
                  <a:lnTo>
                    <a:pt x="38394" y="40278"/>
                  </a:lnTo>
                  <a:lnTo>
                    <a:pt x="45477" y="34139"/>
                  </a:lnTo>
                  <a:lnTo>
                    <a:pt x="49557" y="26212"/>
                  </a:lnTo>
                  <a:lnTo>
                    <a:pt x="49961" y="17348"/>
                  </a:lnTo>
                  <a:lnTo>
                    <a:pt x="46440" y="9197"/>
                  </a:lnTo>
                  <a:lnTo>
                    <a:pt x="39814" y="3229"/>
                  </a:lnTo>
                  <a:lnTo>
                    <a:pt x="3101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74" name="CustomShape 30"/>
            <p:cNvSpPr/>
            <p:nvPr/>
          </p:nvSpPr>
          <p:spPr>
            <a:xfrm>
              <a:off x="5179320" y="499788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20980" y="60"/>
                  </a:moveTo>
                  <a:lnTo>
                    <a:pt x="31020" y="0"/>
                  </a:lnTo>
                  <a:lnTo>
                    <a:pt x="39821" y="3230"/>
                  </a:lnTo>
                  <a:lnTo>
                    <a:pt x="46448" y="9198"/>
                  </a:lnTo>
                  <a:lnTo>
                    <a:pt x="49970" y="17350"/>
                  </a:lnTo>
                  <a:lnTo>
                    <a:pt x="49564" y="26217"/>
                  </a:lnTo>
                  <a:lnTo>
                    <a:pt x="45483" y="34147"/>
                  </a:lnTo>
                  <a:lnTo>
                    <a:pt x="38400" y="40289"/>
                  </a:lnTo>
                  <a:lnTo>
                    <a:pt x="28990" y="43790"/>
                  </a:lnTo>
                  <a:lnTo>
                    <a:pt x="18949" y="43850"/>
                  </a:lnTo>
                  <a:lnTo>
                    <a:pt x="10148" y="40620"/>
                  </a:lnTo>
                  <a:lnTo>
                    <a:pt x="3521" y="34652"/>
                  </a:lnTo>
                  <a:lnTo>
                    <a:pt x="0" y="26500"/>
                  </a:lnTo>
                  <a:lnTo>
                    <a:pt x="405" y="17632"/>
                  </a:lnTo>
                  <a:lnTo>
                    <a:pt x="4486" y="9702"/>
                  </a:lnTo>
                  <a:lnTo>
                    <a:pt x="11569" y="3561"/>
                  </a:lnTo>
                  <a:lnTo>
                    <a:pt x="20980" y="6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475" name="Group 31"/>
          <p:cNvGrpSpPr/>
          <p:nvPr/>
        </p:nvGrpSpPr>
        <p:grpSpPr>
          <a:xfrm>
            <a:off x="5993280" y="4467240"/>
            <a:ext cx="113760" cy="115920"/>
            <a:chOff x="5993280" y="4467240"/>
            <a:chExt cx="113760" cy="115920"/>
          </a:xfrm>
        </p:grpSpPr>
        <p:sp>
          <p:nvSpPr>
            <p:cNvPr id="476" name="CustomShape 32"/>
            <p:cNvSpPr/>
            <p:nvPr/>
          </p:nvSpPr>
          <p:spPr>
            <a:xfrm>
              <a:off x="5993280" y="44672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77" name="CustomShape 33"/>
            <p:cNvSpPr/>
            <p:nvPr/>
          </p:nvSpPr>
          <p:spPr>
            <a:xfrm>
              <a:off x="5993280" y="44672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7" y="11635"/>
                  </a:lnTo>
                  <a:lnTo>
                    <a:pt x="7442" y="5580"/>
                  </a:lnTo>
                  <a:lnTo>
                    <a:pt x="15516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8"/>
                  </a:lnTo>
                  <a:lnTo>
                    <a:pt x="43361" y="32523"/>
                  </a:lnTo>
                  <a:lnTo>
                    <a:pt x="35287" y="36604"/>
                  </a:lnTo>
                  <a:lnTo>
                    <a:pt x="25400" y="38100"/>
                  </a:lnTo>
                  <a:lnTo>
                    <a:pt x="15516" y="36604"/>
                  </a:lnTo>
                  <a:lnTo>
                    <a:pt x="7442" y="32523"/>
                  </a:lnTo>
                  <a:lnTo>
                    <a:pt x="1997" y="26468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78" name="CustomShape 34"/>
            <p:cNvSpPr/>
            <p:nvPr/>
          </p:nvSpPr>
          <p:spPr>
            <a:xfrm>
              <a:off x="6001920" y="4470120"/>
              <a:ext cx="43560" cy="38880"/>
            </a:xfrm>
            <a:custGeom>
              <a:avLst/>
              <a:gdLst/>
              <a:ahLst/>
              <a:cxnLst/>
              <a:rect l="l" t="t" r="r" b="b"/>
              <a:pathLst>
                <a:path w="43814" h="39370">
                  <a:moveTo>
                    <a:pt x="24359" y="0"/>
                  </a:moveTo>
                  <a:lnTo>
                    <a:pt x="15689" y="1346"/>
                  </a:lnTo>
                  <a:lnTo>
                    <a:pt x="7968" y="5529"/>
                  </a:lnTo>
                  <a:lnTo>
                    <a:pt x="2578" y="11653"/>
                  </a:lnTo>
                  <a:lnTo>
                    <a:pt x="0" y="18909"/>
                  </a:lnTo>
                  <a:lnTo>
                    <a:pt x="716" y="26492"/>
                  </a:lnTo>
                  <a:lnTo>
                    <a:pt x="4737" y="32961"/>
                  </a:lnTo>
                  <a:lnTo>
                    <a:pt x="11185" y="37176"/>
                  </a:lnTo>
                  <a:lnTo>
                    <a:pt x="19184" y="38787"/>
                  </a:lnTo>
                  <a:lnTo>
                    <a:pt x="27856" y="37440"/>
                  </a:lnTo>
                  <a:lnTo>
                    <a:pt x="35576" y="33257"/>
                  </a:lnTo>
                  <a:lnTo>
                    <a:pt x="40967" y="27134"/>
                  </a:lnTo>
                  <a:lnTo>
                    <a:pt x="43545" y="19877"/>
                  </a:lnTo>
                  <a:lnTo>
                    <a:pt x="42829" y="12294"/>
                  </a:lnTo>
                  <a:lnTo>
                    <a:pt x="38803" y="5826"/>
                  </a:lnTo>
                  <a:lnTo>
                    <a:pt x="32355" y="1610"/>
                  </a:lnTo>
                  <a:lnTo>
                    <a:pt x="24359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79" name="CustomShape 35"/>
            <p:cNvSpPr/>
            <p:nvPr/>
          </p:nvSpPr>
          <p:spPr>
            <a:xfrm>
              <a:off x="6001920" y="4470120"/>
              <a:ext cx="43560" cy="38880"/>
            </a:xfrm>
            <a:custGeom>
              <a:avLst/>
              <a:gdLst/>
              <a:ahLst/>
              <a:cxnLst/>
              <a:rect l="l" t="t" r="r" b="b"/>
              <a:pathLst>
                <a:path w="43814" h="39370">
                  <a:moveTo>
                    <a:pt x="718" y="26494"/>
                  </a:moveTo>
                  <a:lnTo>
                    <a:pt x="0" y="18910"/>
                  </a:lnTo>
                  <a:lnTo>
                    <a:pt x="2578" y="11651"/>
                  </a:lnTo>
                  <a:lnTo>
                    <a:pt x="7968" y="5526"/>
                  </a:lnTo>
                  <a:lnTo>
                    <a:pt x="15688" y="1344"/>
                  </a:lnTo>
                  <a:lnTo>
                    <a:pt x="24362" y="0"/>
                  </a:lnTo>
                  <a:lnTo>
                    <a:pt x="32359" y="1611"/>
                  </a:lnTo>
                  <a:lnTo>
                    <a:pt x="38805" y="5826"/>
                  </a:lnTo>
                  <a:lnTo>
                    <a:pt x="42828" y="12294"/>
                  </a:lnTo>
                  <a:lnTo>
                    <a:pt x="43546" y="19879"/>
                  </a:lnTo>
                  <a:lnTo>
                    <a:pt x="40968" y="27138"/>
                  </a:lnTo>
                  <a:lnTo>
                    <a:pt x="35577" y="33263"/>
                  </a:lnTo>
                  <a:lnTo>
                    <a:pt x="27858" y="37444"/>
                  </a:lnTo>
                  <a:lnTo>
                    <a:pt x="19183" y="38789"/>
                  </a:lnTo>
                  <a:lnTo>
                    <a:pt x="11186" y="37178"/>
                  </a:lnTo>
                  <a:lnTo>
                    <a:pt x="4740" y="32963"/>
                  </a:lnTo>
                  <a:lnTo>
                    <a:pt x="718" y="2649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80" name="CustomShape 36"/>
            <p:cNvSpPr/>
            <p:nvPr/>
          </p:nvSpPr>
          <p:spPr>
            <a:xfrm>
              <a:off x="6063480" y="454536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27202" y="0"/>
                  </a:moveTo>
                  <a:lnTo>
                    <a:pt x="0" y="22824"/>
                  </a:lnTo>
                  <a:lnTo>
                    <a:pt x="3052" y="29805"/>
                  </a:lnTo>
                  <a:lnTo>
                    <a:pt x="8828" y="34905"/>
                  </a:lnTo>
                  <a:lnTo>
                    <a:pt x="16510" y="37647"/>
                  </a:lnTo>
                  <a:lnTo>
                    <a:pt x="25285" y="37556"/>
                  </a:lnTo>
                  <a:lnTo>
                    <a:pt x="33528" y="34527"/>
                  </a:lnTo>
                  <a:lnTo>
                    <a:pt x="39743" y="29242"/>
                  </a:lnTo>
                  <a:lnTo>
                    <a:pt x="43336" y="22431"/>
                  </a:lnTo>
                  <a:lnTo>
                    <a:pt x="43713" y="14823"/>
                  </a:lnTo>
                  <a:lnTo>
                    <a:pt x="40660" y="7842"/>
                  </a:lnTo>
                  <a:lnTo>
                    <a:pt x="34885" y="2742"/>
                  </a:lnTo>
                  <a:lnTo>
                    <a:pt x="27202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81" name="CustomShape 37"/>
            <p:cNvSpPr/>
            <p:nvPr/>
          </p:nvSpPr>
          <p:spPr>
            <a:xfrm>
              <a:off x="6063480" y="454536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18430" y="84"/>
                  </a:moveTo>
                  <a:lnTo>
                    <a:pt x="27206" y="0"/>
                  </a:lnTo>
                  <a:lnTo>
                    <a:pt x="34888" y="2744"/>
                  </a:lnTo>
                  <a:lnTo>
                    <a:pt x="40664" y="7844"/>
                  </a:lnTo>
                  <a:lnTo>
                    <a:pt x="43720" y="14824"/>
                  </a:lnTo>
                  <a:lnTo>
                    <a:pt x="43340" y="22433"/>
                  </a:lnTo>
                  <a:lnTo>
                    <a:pt x="39747" y="29247"/>
                  </a:lnTo>
                  <a:lnTo>
                    <a:pt x="33533" y="34534"/>
                  </a:lnTo>
                  <a:lnTo>
                    <a:pt x="25290" y="37564"/>
                  </a:lnTo>
                  <a:lnTo>
                    <a:pt x="16512" y="37650"/>
                  </a:lnTo>
                  <a:lnTo>
                    <a:pt x="8827" y="34909"/>
                  </a:lnTo>
                  <a:lnTo>
                    <a:pt x="3051" y="29813"/>
                  </a:lnTo>
                  <a:lnTo>
                    <a:pt x="0" y="22834"/>
                  </a:lnTo>
                  <a:lnTo>
                    <a:pt x="379" y="15225"/>
                  </a:lnTo>
                  <a:lnTo>
                    <a:pt x="3972" y="8410"/>
                  </a:lnTo>
                  <a:lnTo>
                    <a:pt x="10186" y="3120"/>
                  </a:lnTo>
                  <a:lnTo>
                    <a:pt x="18430" y="8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482" name="Group 38"/>
          <p:cNvGrpSpPr/>
          <p:nvPr/>
        </p:nvGrpSpPr>
        <p:grpSpPr>
          <a:xfrm>
            <a:off x="6023520" y="4822920"/>
            <a:ext cx="50400" cy="37800"/>
            <a:chOff x="6023520" y="4822920"/>
            <a:chExt cx="50400" cy="37800"/>
          </a:xfrm>
        </p:grpSpPr>
        <p:sp>
          <p:nvSpPr>
            <p:cNvPr id="483" name="CustomShape 39"/>
            <p:cNvSpPr/>
            <p:nvPr/>
          </p:nvSpPr>
          <p:spPr>
            <a:xfrm>
              <a:off x="6023520" y="482292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6"/>
                  </a:lnTo>
                  <a:lnTo>
                    <a:pt x="7437" y="5576"/>
                  </a:lnTo>
                  <a:lnTo>
                    <a:pt x="1995" y="11631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1"/>
                  </a:lnTo>
                  <a:lnTo>
                    <a:pt x="43362" y="5576"/>
                  </a:lnTo>
                  <a:lnTo>
                    <a:pt x="35289" y="1496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84" name="CustomShape 40"/>
            <p:cNvSpPr/>
            <p:nvPr/>
          </p:nvSpPr>
          <p:spPr>
            <a:xfrm>
              <a:off x="6023520" y="482292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7" y="5580"/>
                  </a:lnTo>
                  <a:lnTo>
                    <a:pt x="15508" y="1497"/>
                  </a:lnTo>
                  <a:lnTo>
                    <a:pt x="25390" y="0"/>
                  </a:lnTo>
                  <a:lnTo>
                    <a:pt x="35277" y="1497"/>
                  </a:lnTo>
                  <a:lnTo>
                    <a:pt x="43351" y="5580"/>
                  </a:lnTo>
                  <a:lnTo>
                    <a:pt x="48794" y="11635"/>
                  </a:lnTo>
                  <a:lnTo>
                    <a:pt x="50790" y="19050"/>
                  </a:lnTo>
                  <a:lnTo>
                    <a:pt x="48794" y="26468"/>
                  </a:lnTo>
                  <a:lnTo>
                    <a:pt x="43351" y="32523"/>
                  </a:lnTo>
                  <a:lnTo>
                    <a:pt x="35277" y="36604"/>
                  </a:lnTo>
                  <a:lnTo>
                    <a:pt x="25390" y="38100"/>
                  </a:lnTo>
                  <a:lnTo>
                    <a:pt x="15508" y="36604"/>
                  </a:lnTo>
                  <a:lnTo>
                    <a:pt x="7437" y="32523"/>
                  </a:lnTo>
                  <a:lnTo>
                    <a:pt x="1995" y="26468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485" name="Group 41"/>
          <p:cNvGrpSpPr/>
          <p:nvPr/>
        </p:nvGrpSpPr>
        <p:grpSpPr>
          <a:xfrm>
            <a:off x="5556960" y="4402080"/>
            <a:ext cx="50400" cy="37800"/>
            <a:chOff x="5556960" y="4402080"/>
            <a:chExt cx="50400" cy="37800"/>
          </a:xfrm>
        </p:grpSpPr>
        <p:sp>
          <p:nvSpPr>
            <p:cNvPr id="486" name="CustomShape 42"/>
            <p:cNvSpPr/>
            <p:nvPr/>
          </p:nvSpPr>
          <p:spPr>
            <a:xfrm>
              <a:off x="5556960" y="44020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87" name="CustomShape 43"/>
            <p:cNvSpPr/>
            <p:nvPr/>
          </p:nvSpPr>
          <p:spPr>
            <a:xfrm>
              <a:off x="5556960" y="44020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488" name="Group 44"/>
          <p:cNvGrpSpPr/>
          <p:nvPr/>
        </p:nvGrpSpPr>
        <p:grpSpPr>
          <a:xfrm>
            <a:off x="5185440" y="5407200"/>
            <a:ext cx="43920" cy="37800"/>
            <a:chOff x="5185440" y="5407200"/>
            <a:chExt cx="43920" cy="37800"/>
          </a:xfrm>
        </p:grpSpPr>
        <p:sp>
          <p:nvSpPr>
            <p:cNvPr id="489" name="CustomShape 45"/>
            <p:cNvSpPr/>
            <p:nvPr/>
          </p:nvSpPr>
          <p:spPr>
            <a:xfrm>
              <a:off x="5185440" y="54072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2225" y="0"/>
                  </a:moveTo>
                  <a:lnTo>
                    <a:pt x="13571" y="1497"/>
                  </a:lnTo>
                  <a:lnTo>
                    <a:pt x="6507" y="5581"/>
                  </a:lnTo>
                  <a:lnTo>
                    <a:pt x="1745" y="11637"/>
                  </a:lnTo>
                  <a:lnTo>
                    <a:pt x="0" y="19050"/>
                  </a:lnTo>
                  <a:lnTo>
                    <a:pt x="1745" y="26462"/>
                  </a:lnTo>
                  <a:lnTo>
                    <a:pt x="6507" y="32518"/>
                  </a:lnTo>
                  <a:lnTo>
                    <a:pt x="13571" y="36602"/>
                  </a:lnTo>
                  <a:lnTo>
                    <a:pt x="22225" y="38100"/>
                  </a:lnTo>
                  <a:lnTo>
                    <a:pt x="30873" y="36602"/>
                  </a:lnTo>
                  <a:lnTo>
                    <a:pt x="37938" y="32518"/>
                  </a:lnTo>
                  <a:lnTo>
                    <a:pt x="42702" y="26462"/>
                  </a:lnTo>
                  <a:lnTo>
                    <a:pt x="44450" y="19050"/>
                  </a:lnTo>
                  <a:lnTo>
                    <a:pt x="42702" y="11637"/>
                  </a:lnTo>
                  <a:lnTo>
                    <a:pt x="37938" y="5581"/>
                  </a:lnTo>
                  <a:lnTo>
                    <a:pt x="30873" y="1497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0" name="CustomShape 46"/>
            <p:cNvSpPr/>
            <p:nvPr/>
          </p:nvSpPr>
          <p:spPr>
            <a:xfrm>
              <a:off x="5185440" y="54072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0" y="19050"/>
                  </a:moveTo>
                  <a:lnTo>
                    <a:pt x="1747" y="11635"/>
                  </a:lnTo>
                  <a:lnTo>
                    <a:pt x="6513" y="5580"/>
                  </a:lnTo>
                  <a:lnTo>
                    <a:pt x="13580" y="1497"/>
                  </a:lnTo>
                  <a:lnTo>
                    <a:pt x="22230" y="0"/>
                  </a:lnTo>
                  <a:lnTo>
                    <a:pt x="30878" y="1497"/>
                  </a:lnTo>
                  <a:lnTo>
                    <a:pt x="37941" y="5580"/>
                  </a:lnTo>
                  <a:lnTo>
                    <a:pt x="42703" y="11635"/>
                  </a:lnTo>
                  <a:lnTo>
                    <a:pt x="44450" y="19050"/>
                  </a:lnTo>
                  <a:lnTo>
                    <a:pt x="42703" y="26468"/>
                  </a:lnTo>
                  <a:lnTo>
                    <a:pt x="37941" y="32523"/>
                  </a:lnTo>
                  <a:lnTo>
                    <a:pt x="30878" y="36604"/>
                  </a:lnTo>
                  <a:lnTo>
                    <a:pt x="22230" y="38100"/>
                  </a:lnTo>
                  <a:lnTo>
                    <a:pt x="13580" y="36604"/>
                  </a:lnTo>
                  <a:lnTo>
                    <a:pt x="6513" y="32523"/>
                  </a:lnTo>
                  <a:lnTo>
                    <a:pt x="1747" y="26468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491" name="Group 47"/>
          <p:cNvGrpSpPr/>
          <p:nvPr/>
        </p:nvGrpSpPr>
        <p:grpSpPr>
          <a:xfrm>
            <a:off x="5280840" y="4653000"/>
            <a:ext cx="73800" cy="58680"/>
            <a:chOff x="5280840" y="4653000"/>
            <a:chExt cx="73800" cy="58680"/>
          </a:xfrm>
        </p:grpSpPr>
        <p:sp>
          <p:nvSpPr>
            <p:cNvPr id="492" name="CustomShape 48"/>
            <p:cNvSpPr/>
            <p:nvPr/>
          </p:nvSpPr>
          <p:spPr>
            <a:xfrm>
              <a:off x="5304240" y="4653000"/>
              <a:ext cx="50400" cy="43920"/>
            </a:xfrm>
            <a:custGeom>
              <a:avLst/>
              <a:gdLst/>
              <a:ahLst/>
              <a:cxnLst/>
              <a:rect l="l" t="t" r="r" b="b"/>
              <a:pathLst>
                <a:path w="50800" h="44450">
                  <a:moveTo>
                    <a:pt x="25400" y="0"/>
                  </a:moveTo>
                  <a:lnTo>
                    <a:pt x="15510" y="1747"/>
                  </a:lnTo>
                  <a:lnTo>
                    <a:pt x="7437" y="6511"/>
                  </a:lnTo>
                  <a:lnTo>
                    <a:pt x="1995" y="13576"/>
                  </a:lnTo>
                  <a:lnTo>
                    <a:pt x="0" y="22225"/>
                  </a:lnTo>
                  <a:lnTo>
                    <a:pt x="1995" y="30878"/>
                  </a:lnTo>
                  <a:lnTo>
                    <a:pt x="7437" y="37942"/>
                  </a:lnTo>
                  <a:lnTo>
                    <a:pt x="15510" y="42704"/>
                  </a:lnTo>
                  <a:lnTo>
                    <a:pt x="25400" y="44450"/>
                  </a:lnTo>
                  <a:lnTo>
                    <a:pt x="35289" y="42704"/>
                  </a:lnTo>
                  <a:lnTo>
                    <a:pt x="43362" y="37942"/>
                  </a:lnTo>
                  <a:lnTo>
                    <a:pt x="48804" y="30878"/>
                  </a:lnTo>
                  <a:lnTo>
                    <a:pt x="50800" y="22225"/>
                  </a:lnTo>
                  <a:lnTo>
                    <a:pt x="48804" y="13576"/>
                  </a:lnTo>
                  <a:lnTo>
                    <a:pt x="43362" y="6511"/>
                  </a:lnTo>
                  <a:lnTo>
                    <a:pt x="35289" y="174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3" name="CustomShape 49"/>
            <p:cNvSpPr/>
            <p:nvPr/>
          </p:nvSpPr>
          <p:spPr>
            <a:xfrm>
              <a:off x="5304240" y="4653000"/>
              <a:ext cx="50400" cy="43920"/>
            </a:xfrm>
            <a:custGeom>
              <a:avLst/>
              <a:gdLst/>
              <a:ahLst/>
              <a:cxnLst/>
              <a:rect l="l" t="t" r="r" b="b"/>
              <a:pathLst>
                <a:path w="50800" h="44450">
                  <a:moveTo>
                    <a:pt x="0" y="22230"/>
                  </a:moveTo>
                  <a:lnTo>
                    <a:pt x="1995" y="13575"/>
                  </a:lnTo>
                  <a:lnTo>
                    <a:pt x="7438" y="6510"/>
                  </a:lnTo>
                  <a:lnTo>
                    <a:pt x="15512" y="1746"/>
                  </a:lnTo>
                  <a:lnTo>
                    <a:pt x="25400" y="0"/>
                  </a:lnTo>
                  <a:lnTo>
                    <a:pt x="35287" y="1746"/>
                  </a:lnTo>
                  <a:lnTo>
                    <a:pt x="43361" y="6510"/>
                  </a:lnTo>
                  <a:lnTo>
                    <a:pt x="48804" y="13575"/>
                  </a:lnTo>
                  <a:lnTo>
                    <a:pt x="50800" y="22230"/>
                  </a:lnTo>
                  <a:lnTo>
                    <a:pt x="48804" y="30878"/>
                  </a:lnTo>
                  <a:lnTo>
                    <a:pt x="43361" y="37941"/>
                  </a:lnTo>
                  <a:lnTo>
                    <a:pt x="35287" y="42703"/>
                  </a:lnTo>
                  <a:lnTo>
                    <a:pt x="25400" y="44450"/>
                  </a:lnTo>
                  <a:lnTo>
                    <a:pt x="15512" y="42703"/>
                  </a:lnTo>
                  <a:lnTo>
                    <a:pt x="7438" y="37941"/>
                  </a:lnTo>
                  <a:lnTo>
                    <a:pt x="1995" y="30878"/>
                  </a:lnTo>
                  <a:lnTo>
                    <a:pt x="0" y="2223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4" name="CustomShape 50"/>
            <p:cNvSpPr/>
            <p:nvPr/>
          </p:nvSpPr>
          <p:spPr>
            <a:xfrm>
              <a:off x="5280840" y="46738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7863" y="0"/>
                  </a:moveTo>
                  <a:lnTo>
                    <a:pt x="17866" y="58"/>
                  </a:lnTo>
                  <a:lnTo>
                    <a:pt x="9293" y="2938"/>
                  </a:lnTo>
                  <a:lnTo>
                    <a:pt x="3039" y="8149"/>
                  </a:lnTo>
                  <a:lnTo>
                    <a:pt x="0" y="15201"/>
                  </a:lnTo>
                  <a:lnTo>
                    <a:pt x="909" y="22827"/>
                  </a:lnTo>
                  <a:lnTo>
                    <a:pt x="5424" y="29600"/>
                  </a:lnTo>
                  <a:lnTo>
                    <a:pt x="12828" y="34797"/>
                  </a:lnTo>
                  <a:lnTo>
                    <a:pt x="22402" y="37693"/>
                  </a:lnTo>
                  <a:lnTo>
                    <a:pt x="32400" y="37634"/>
                  </a:lnTo>
                  <a:lnTo>
                    <a:pt x="40973" y="34755"/>
                  </a:lnTo>
                  <a:lnTo>
                    <a:pt x="47227" y="29544"/>
                  </a:lnTo>
                  <a:lnTo>
                    <a:pt x="50266" y="22491"/>
                  </a:lnTo>
                  <a:lnTo>
                    <a:pt x="49355" y="14866"/>
                  </a:lnTo>
                  <a:lnTo>
                    <a:pt x="44837" y="8093"/>
                  </a:lnTo>
                  <a:lnTo>
                    <a:pt x="37432" y="2896"/>
                  </a:lnTo>
                  <a:lnTo>
                    <a:pt x="27863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5" name="CustomShape 51"/>
            <p:cNvSpPr/>
            <p:nvPr/>
          </p:nvSpPr>
          <p:spPr>
            <a:xfrm>
              <a:off x="5280840" y="46738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7870" y="0"/>
                  </a:moveTo>
                  <a:lnTo>
                    <a:pt x="37437" y="2899"/>
                  </a:lnTo>
                  <a:lnTo>
                    <a:pt x="44841" y="8100"/>
                  </a:lnTo>
                  <a:lnTo>
                    <a:pt x="49358" y="14875"/>
                  </a:lnTo>
                  <a:lnTo>
                    <a:pt x="50270" y="22500"/>
                  </a:lnTo>
                  <a:lnTo>
                    <a:pt x="47230" y="29550"/>
                  </a:lnTo>
                  <a:lnTo>
                    <a:pt x="40973" y="34761"/>
                  </a:lnTo>
                  <a:lnTo>
                    <a:pt x="32397" y="37641"/>
                  </a:lnTo>
                  <a:lnTo>
                    <a:pt x="22400" y="37700"/>
                  </a:lnTo>
                  <a:lnTo>
                    <a:pt x="12832" y="34800"/>
                  </a:lnTo>
                  <a:lnTo>
                    <a:pt x="5428" y="29600"/>
                  </a:lnTo>
                  <a:lnTo>
                    <a:pt x="911" y="22824"/>
                  </a:lnTo>
                  <a:lnTo>
                    <a:pt x="0" y="15200"/>
                  </a:lnTo>
                  <a:lnTo>
                    <a:pt x="3039" y="8149"/>
                  </a:lnTo>
                  <a:lnTo>
                    <a:pt x="9296" y="2938"/>
                  </a:lnTo>
                  <a:lnTo>
                    <a:pt x="17872" y="58"/>
                  </a:lnTo>
                  <a:lnTo>
                    <a:pt x="2787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496" name="Group 52"/>
          <p:cNvGrpSpPr/>
          <p:nvPr/>
        </p:nvGrpSpPr>
        <p:grpSpPr>
          <a:xfrm>
            <a:off x="6352200" y="5030640"/>
            <a:ext cx="120600" cy="63360"/>
            <a:chOff x="6352200" y="5030640"/>
            <a:chExt cx="120600" cy="63360"/>
          </a:xfrm>
        </p:grpSpPr>
        <p:sp>
          <p:nvSpPr>
            <p:cNvPr id="497" name="CustomShape 53"/>
            <p:cNvSpPr/>
            <p:nvPr/>
          </p:nvSpPr>
          <p:spPr>
            <a:xfrm>
              <a:off x="6352200" y="50306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8" name="CustomShape 54"/>
            <p:cNvSpPr/>
            <p:nvPr/>
          </p:nvSpPr>
          <p:spPr>
            <a:xfrm>
              <a:off x="6352200" y="50306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9" name="CustomShape 55"/>
            <p:cNvSpPr/>
            <p:nvPr/>
          </p:nvSpPr>
          <p:spPr>
            <a:xfrm>
              <a:off x="6422400" y="5043600"/>
              <a:ext cx="50400" cy="43920"/>
            </a:xfrm>
            <a:custGeom>
              <a:avLst/>
              <a:gdLst/>
              <a:ahLst/>
              <a:cxnLst/>
              <a:rect l="l" t="t" r="r" b="b"/>
              <a:pathLst>
                <a:path w="50800" h="44450">
                  <a:moveTo>
                    <a:pt x="28321" y="0"/>
                  </a:moveTo>
                  <a:lnTo>
                    <a:pt x="18288" y="311"/>
                  </a:lnTo>
                  <a:lnTo>
                    <a:pt x="9617" y="3865"/>
                  </a:lnTo>
                  <a:lnTo>
                    <a:pt x="3217" y="10074"/>
                  </a:lnTo>
                  <a:lnTo>
                    <a:pt x="0" y="18351"/>
                  </a:lnTo>
                  <a:lnTo>
                    <a:pt x="732" y="27196"/>
                  </a:lnTo>
                  <a:lnTo>
                    <a:pt x="5105" y="34967"/>
                  </a:lnTo>
                  <a:lnTo>
                    <a:pt x="12412" y="40841"/>
                  </a:lnTo>
                  <a:lnTo>
                    <a:pt x="21945" y="43992"/>
                  </a:lnTo>
                  <a:lnTo>
                    <a:pt x="31978" y="43681"/>
                  </a:lnTo>
                  <a:lnTo>
                    <a:pt x="40649" y="40127"/>
                  </a:lnTo>
                  <a:lnTo>
                    <a:pt x="47048" y="33918"/>
                  </a:lnTo>
                  <a:lnTo>
                    <a:pt x="50266" y="25641"/>
                  </a:lnTo>
                  <a:lnTo>
                    <a:pt x="49534" y="16796"/>
                  </a:lnTo>
                  <a:lnTo>
                    <a:pt x="45161" y="9024"/>
                  </a:lnTo>
                  <a:lnTo>
                    <a:pt x="37854" y="3150"/>
                  </a:lnTo>
                  <a:lnTo>
                    <a:pt x="28321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0" name="CustomShape 56"/>
            <p:cNvSpPr/>
            <p:nvPr/>
          </p:nvSpPr>
          <p:spPr>
            <a:xfrm>
              <a:off x="6422400" y="5043600"/>
              <a:ext cx="50400" cy="43920"/>
            </a:xfrm>
            <a:custGeom>
              <a:avLst/>
              <a:gdLst/>
              <a:ahLst/>
              <a:cxnLst/>
              <a:rect l="l" t="t" r="r" b="b"/>
              <a:pathLst>
                <a:path w="50800" h="44450">
                  <a:moveTo>
                    <a:pt x="28330" y="0"/>
                  </a:moveTo>
                  <a:lnTo>
                    <a:pt x="37862" y="3145"/>
                  </a:lnTo>
                  <a:lnTo>
                    <a:pt x="45168" y="9017"/>
                  </a:lnTo>
                  <a:lnTo>
                    <a:pt x="49540" y="16790"/>
                  </a:lnTo>
                  <a:lnTo>
                    <a:pt x="50270" y="25640"/>
                  </a:lnTo>
                  <a:lnTo>
                    <a:pt x="47054" y="33915"/>
                  </a:lnTo>
                  <a:lnTo>
                    <a:pt x="40655" y="40125"/>
                  </a:lnTo>
                  <a:lnTo>
                    <a:pt x="31983" y="43679"/>
                  </a:lnTo>
                  <a:lnTo>
                    <a:pt x="21950" y="43990"/>
                  </a:lnTo>
                  <a:lnTo>
                    <a:pt x="12412" y="40838"/>
                  </a:lnTo>
                  <a:lnTo>
                    <a:pt x="5106" y="34963"/>
                  </a:lnTo>
                  <a:lnTo>
                    <a:pt x="733" y="27189"/>
                  </a:lnTo>
                  <a:lnTo>
                    <a:pt x="0" y="18340"/>
                  </a:lnTo>
                  <a:lnTo>
                    <a:pt x="3217" y="10068"/>
                  </a:lnTo>
                  <a:lnTo>
                    <a:pt x="9620" y="3860"/>
                  </a:lnTo>
                  <a:lnTo>
                    <a:pt x="18295" y="306"/>
                  </a:lnTo>
                  <a:lnTo>
                    <a:pt x="2833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1" name="CustomShape 57"/>
            <p:cNvSpPr/>
            <p:nvPr/>
          </p:nvSpPr>
          <p:spPr>
            <a:xfrm>
              <a:off x="6409800" y="505620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4" h="38100">
                  <a:moveTo>
                    <a:pt x="31543" y="0"/>
                  </a:moveTo>
                  <a:lnTo>
                    <a:pt x="0" y="23619"/>
                  </a:lnTo>
                  <a:lnTo>
                    <a:pt x="3297" y="30553"/>
                  </a:lnTo>
                  <a:lnTo>
                    <a:pt x="9742" y="35528"/>
                  </a:lnTo>
                  <a:lnTo>
                    <a:pt x="18418" y="38088"/>
                  </a:lnTo>
                  <a:lnTo>
                    <a:pt x="28409" y="37779"/>
                  </a:lnTo>
                  <a:lnTo>
                    <a:pt x="37869" y="34525"/>
                  </a:lnTo>
                  <a:lnTo>
                    <a:pt x="45077" y="29056"/>
                  </a:lnTo>
                  <a:lnTo>
                    <a:pt x="49339" y="22122"/>
                  </a:lnTo>
                  <a:lnTo>
                    <a:pt x="49961" y="14475"/>
                  </a:lnTo>
                  <a:lnTo>
                    <a:pt x="46663" y="7538"/>
                  </a:lnTo>
                  <a:lnTo>
                    <a:pt x="40219" y="2560"/>
                  </a:lnTo>
                  <a:lnTo>
                    <a:pt x="31543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2" name="CustomShape 58"/>
            <p:cNvSpPr/>
            <p:nvPr/>
          </p:nvSpPr>
          <p:spPr>
            <a:xfrm>
              <a:off x="6409800" y="505620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4" h="38100">
                  <a:moveTo>
                    <a:pt x="21560" y="310"/>
                  </a:moveTo>
                  <a:lnTo>
                    <a:pt x="31550" y="0"/>
                  </a:lnTo>
                  <a:lnTo>
                    <a:pt x="40227" y="2560"/>
                  </a:lnTo>
                  <a:lnTo>
                    <a:pt x="46672" y="7535"/>
                  </a:lnTo>
                  <a:lnTo>
                    <a:pt x="49970" y="14470"/>
                  </a:lnTo>
                  <a:lnTo>
                    <a:pt x="49345" y="22124"/>
                  </a:lnTo>
                  <a:lnTo>
                    <a:pt x="45082" y="29062"/>
                  </a:lnTo>
                  <a:lnTo>
                    <a:pt x="37876" y="34534"/>
                  </a:lnTo>
                  <a:lnTo>
                    <a:pt x="28420" y="37790"/>
                  </a:lnTo>
                  <a:lnTo>
                    <a:pt x="18424" y="38094"/>
                  </a:lnTo>
                  <a:lnTo>
                    <a:pt x="9747" y="35531"/>
                  </a:lnTo>
                  <a:lnTo>
                    <a:pt x="3301" y="30555"/>
                  </a:lnTo>
                  <a:lnTo>
                    <a:pt x="0" y="23620"/>
                  </a:lnTo>
                  <a:lnTo>
                    <a:pt x="630" y="15967"/>
                  </a:lnTo>
                  <a:lnTo>
                    <a:pt x="4896" y="9032"/>
                  </a:lnTo>
                  <a:lnTo>
                    <a:pt x="12103" y="3564"/>
                  </a:lnTo>
                  <a:lnTo>
                    <a:pt x="21560" y="31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03" name="Group 59"/>
          <p:cNvGrpSpPr/>
          <p:nvPr/>
        </p:nvGrpSpPr>
        <p:grpSpPr>
          <a:xfrm>
            <a:off x="6298560" y="4420440"/>
            <a:ext cx="67320" cy="119520"/>
            <a:chOff x="6298560" y="4420440"/>
            <a:chExt cx="67320" cy="119520"/>
          </a:xfrm>
        </p:grpSpPr>
        <p:sp>
          <p:nvSpPr>
            <p:cNvPr id="504" name="CustomShape 60"/>
            <p:cNvSpPr/>
            <p:nvPr/>
          </p:nvSpPr>
          <p:spPr>
            <a:xfrm>
              <a:off x="6312600" y="450216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5" name="CustomShape 61"/>
            <p:cNvSpPr/>
            <p:nvPr/>
          </p:nvSpPr>
          <p:spPr>
            <a:xfrm>
              <a:off x="6312600" y="450216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6" name="CustomShape 62"/>
            <p:cNvSpPr/>
            <p:nvPr/>
          </p:nvSpPr>
          <p:spPr>
            <a:xfrm>
              <a:off x="6316560" y="442044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7" name="CustomShape 63"/>
            <p:cNvSpPr/>
            <p:nvPr/>
          </p:nvSpPr>
          <p:spPr>
            <a:xfrm>
              <a:off x="6316560" y="442044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482" y="27914"/>
                  </a:moveTo>
                  <a:lnTo>
                    <a:pt x="0" y="20249"/>
                  </a:lnTo>
                  <a:lnTo>
                    <a:pt x="3221" y="12770"/>
                  </a:lnTo>
                  <a:lnTo>
                    <a:pt x="9568" y="6321"/>
                  </a:lnTo>
                  <a:lnTo>
                    <a:pt x="18462" y="1744"/>
                  </a:lnTo>
                  <a:lnTo>
                    <a:pt x="28307" y="0"/>
                  </a:lnTo>
                  <a:lnTo>
                    <a:pt x="37261" y="1287"/>
                  </a:lnTo>
                  <a:lnTo>
                    <a:pt x="44353" y="5285"/>
                  </a:lnTo>
                  <a:lnTo>
                    <a:pt x="48612" y="11674"/>
                  </a:lnTo>
                  <a:lnTo>
                    <a:pt x="49095" y="19339"/>
                  </a:lnTo>
                  <a:lnTo>
                    <a:pt x="45873" y="26818"/>
                  </a:lnTo>
                  <a:lnTo>
                    <a:pt x="39526" y="33267"/>
                  </a:lnTo>
                  <a:lnTo>
                    <a:pt x="30632" y="37844"/>
                  </a:lnTo>
                  <a:lnTo>
                    <a:pt x="20787" y="39583"/>
                  </a:lnTo>
                  <a:lnTo>
                    <a:pt x="11833" y="38294"/>
                  </a:lnTo>
                  <a:lnTo>
                    <a:pt x="4742" y="34298"/>
                  </a:lnTo>
                  <a:lnTo>
                    <a:pt x="482" y="2791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8" name="CustomShape 64"/>
            <p:cNvSpPr/>
            <p:nvPr/>
          </p:nvSpPr>
          <p:spPr>
            <a:xfrm>
              <a:off x="6298560" y="447048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37"/>
                  </a:lnTo>
                  <a:lnTo>
                    <a:pt x="8377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8"/>
                  </a:lnTo>
                  <a:lnTo>
                    <a:pt x="4508" y="29924"/>
                  </a:lnTo>
                  <a:lnTo>
                    <a:pt x="10915" y="34975"/>
                  </a:lnTo>
                  <a:lnTo>
                    <a:pt x="19265" y="37693"/>
                  </a:lnTo>
                  <a:lnTo>
                    <a:pt x="28039" y="37456"/>
                  </a:lnTo>
                  <a:lnTo>
                    <a:pt x="35615" y="34431"/>
                  </a:lnTo>
                  <a:lnTo>
                    <a:pt x="41198" y="29122"/>
                  </a:lnTo>
                  <a:lnTo>
                    <a:pt x="43992" y="22034"/>
                  </a:lnTo>
                  <a:lnTo>
                    <a:pt x="43329" y="14444"/>
                  </a:lnTo>
                  <a:lnTo>
                    <a:pt x="39484" y="7769"/>
                  </a:lnTo>
                  <a:lnTo>
                    <a:pt x="33077" y="2717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9" name="CustomShape 65"/>
            <p:cNvSpPr/>
            <p:nvPr/>
          </p:nvSpPr>
          <p:spPr>
            <a:xfrm>
              <a:off x="6298560" y="447048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7" y="2722"/>
                  </a:lnTo>
                  <a:lnTo>
                    <a:pt x="39482" y="7776"/>
                  </a:lnTo>
                  <a:lnTo>
                    <a:pt x="43326" y="14452"/>
                  </a:lnTo>
                  <a:lnTo>
                    <a:pt x="43990" y="22040"/>
                  </a:lnTo>
                  <a:lnTo>
                    <a:pt x="41197" y="29126"/>
                  </a:lnTo>
                  <a:lnTo>
                    <a:pt x="35615" y="34433"/>
                  </a:lnTo>
                  <a:lnTo>
                    <a:pt x="28037" y="37459"/>
                  </a:lnTo>
                  <a:lnTo>
                    <a:pt x="19260" y="37700"/>
                  </a:lnTo>
                  <a:lnTo>
                    <a:pt x="10916" y="34977"/>
                  </a:lnTo>
                  <a:lnTo>
                    <a:pt x="4511" y="29923"/>
                  </a:lnTo>
                  <a:lnTo>
                    <a:pt x="665" y="23247"/>
                  </a:lnTo>
                  <a:lnTo>
                    <a:pt x="0" y="15660"/>
                  </a:lnTo>
                  <a:lnTo>
                    <a:pt x="2793" y="8573"/>
                  </a:lnTo>
                  <a:lnTo>
                    <a:pt x="8378" y="3266"/>
                  </a:lnTo>
                  <a:lnTo>
                    <a:pt x="15956" y="240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10" name="Group 66"/>
          <p:cNvGrpSpPr/>
          <p:nvPr/>
        </p:nvGrpSpPr>
        <p:grpSpPr>
          <a:xfrm>
            <a:off x="5785920" y="5170320"/>
            <a:ext cx="43560" cy="38880"/>
            <a:chOff x="5785920" y="5170320"/>
            <a:chExt cx="43560" cy="38880"/>
          </a:xfrm>
        </p:grpSpPr>
        <p:sp>
          <p:nvSpPr>
            <p:cNvPr id="511" name="CustomShape 67"/>
            <p:cNvSpPr/>
            <p:nvPr/>
          </p:nvSpPr>
          <p:spPr>
            <a:xfrm>
              <a:off x="5785920" y="5170320"/>
              <a:ext cx="43560" cy="38880"/>
            </a:xfrm>
            <a:custGeom>
              <a:avLst/>
              <a:gdLst/>
              <a:ahLst/>
              <a:cxnLst/>
              <a:rect l="l" t="t" r="r" b="b"/>
              <a:pathLst>
                <a:path w="43814" h="39370">
                  <a:moveTo>
                    <a:pt x="24359" y="0"/>
                  </a:moveTo>
                  <a:lnTo>
                    <a:pt x="15689" y="1346"/>
                  </a:lnTo>
                  <a:lnTo>
                    <a:pt x="7968" y="5529"/>
                  </a:lnTo>
                  <a:lnTo>
                    <a:pt x="2578" y="11653"/>
                  </a:lnTo>
                  <a:lnTo>
                    <a:pt x="0" y="18909"/>
                  </a:lnTo>
                  <a:lnTo>
                    <a:pt x="716" y="26492"/>
                  </a:lnTo>
                  <a:lnTo>
                    <a:pt x="4735" y="32961"/>
                  </a:lnTo>
                  <a:lnTo>
                    <a:pt x="11180" y="37176"/>
                  </a:lnTo>
                  <a:lnTo>
                    <a:pt x="19179" y="38787"/>
                  </a:lnTo>
                  <a:lnTo>
                    <a:pt x="27856" y="37440"/>
                  </a:lnTo>
                  <a:lnTo>
                    <a:pt x="35576" y="33263"/>
                  </a:lnTo>
                  <a:lnTo>
                    <a:pt x="40967" y="27139"/>
                  </a:lnTo>
                  <a:lnTo>
                    <a:pt x="43545" y="19879"/>
                  </a:lnTo>
                  <a:lnTo>
                    <a:pt x="42829" y="12294"/>
                  </a:lnTo>
                  <a:lnTo>
                    <a:pt x="38803" y="5826"/>
                  </a:lnTo>
                  <a:lnTo>
                    <a:pt x="32355" y="1610"/>
                  </a:lnTo>
                  <a:lnTo>
                    <a:pt x="24359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12" name="CustomShape 68"/>
            <p:cNvSpPr/>
            <p:nvPr/>
          </p:nvSpPr>
          <p:spPr>
            <a:xfrm>
              <a:off x="5785920" y="5170320"/>
              <a:ext cx="43560" cy="38880"/>
            </a:xfrm>
            <a:custGeom>
              <a:avLst/>
              <a:gdLst/>
              <a:ahLst/>
              <a:cxnLst/>
              <a:rect l="l" t="t" r="r" b="b"/>
              <a:pathLst>
                <a:path w="43814" h="39370">
                  <a:moveTo>
                    <a:pt x="718" y="26499"/>
                  </a:moveTo>
                  <a:lnTo>
                    <a:pt x="0" y="18914"/>
                  </a:lnTo>
                  <a:lnTo>
                    <a:pt x="2578" y="11655"/>
                  </a:lnTo>
                  <a:lnTo>
                    <a:pt x="7968" y="5530"/>
                  </a:lnTo>
                  <a:lnTo>
                    <a:pt x="15688" y="1349"/>
                  </a:lnTo>
                  <a:lnTo>
                    <a:pt x="24362" y="0"/>
                  </a:lnTo>
                  <a:lnTo>
                    <a:pt x="32359" y="1611"/>
                  </a:lnTo>
                  <a:lnTo>
                    <a:pt x="38805" y="5829"/>
                  </a:lnTo>
                  <a:lnTo>
                    <a:pt x="42828" y="12299"/>
                  </a:lnTo>
                  <a:lnTo>
                    <a:pt x="43546" y="19879"/>
                  </a:lnTo>
                  <a:lnTo>
                    <a:pt x="40968" y="27139"/>
                  </a:lnTo>
                  <a:lnTo>
                    <a:pt x="35577" y="33266"/>
                  </a:lnTo>
                  <a:lnTo>
                    <a:pt x="27858" y="37449"/>
                  </a:lnTo>
                  <a:lnTo>
                    <a:pt x="19183" y="38793"/>
                  </a:lnTo>
                  <a:lnTo>
                    <a:pt x="11186" y="37182"/>
                  </a:lnTo>
                  <a:lnTo>
                    <a:pt x="4740" y="32967"/>
                  </a:lnTo>
                  <a:lnTo>
                    <a:pt x="718" y="26499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13" name="Group 69"/>
          <p:cNvGrpSpPr/>
          <p:nvPr/>
        </p:nvGrpSpPr>
        <p:grpSpPr>
          <a:xfrm>
            <a:off x="6778440" y="4644360"/>
            <a:ext cx="49320" cy="39600"/>
            <a:chOff x="6778440" y="4644360"/>
            <a:chExt cx="49320" cy="39600"/>
          </a:xfrm>
        </p:grpSpPr>
        <p:sp>
          <p:nvSpPr>
            <p:cNvPr id="514" name="CustomShape 70"/>
            <p:cNvSpPr/>
            <p:nvPr/>
          </p:nvSpPr>
          <p:spPr>
            <a:xfrm>
              <a:off x="6778440" y="464436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15" name="CustomShape 71"/>
            <p:cNvSpPr/>
            <p:nvPr/>
          </p:nvSpPr>
          <p:spPr>
            <a:xfrm>
              <a:off x="6778440" y="464436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477" y="27908"/>
                  </a:moveTo>
                  <a:lnTo>
                    <a:pt x="0" y="20245"/>
                  </a:lnTo>
                  <a:lnTo>
                    <a:pt x="3223" y="12768"/>
                  </a:lnTo>
                  <a:lnTo>
                    <a:pt x="9568" y="6320"/>
                  </a:lnTo>
                  <a:lnTo>
                    <a:pt x="18457" y="1738"/>
                  </a:lnTo>
                  <a:lnTo>
                    <a:pt x="28302" y="0"/>
                  </a:lnTo>
                  <a:lnTo>
                    <a:pt x="37257" y="1290"/>
                  </a:lnTo>
                  <a:lnTo>
                    <a:pt x="44351" y="5289"/>
                  </a:lnTo>
                  <a:lnTo>
                    <a:pt x="48617" y="11678"/>
                  </a:lnTo>
                  <a:lnTo>
                    <a:pt x="49094" y="19342"/>
                  </a:lnTo>
                  <a:lnTo>
                    <a:pt x="45870" y="26818"/>
                  </a:lnTo>
                  <a:lnTo>
                    <a:pt x="39525" y="33267"/>
                  </a:lnTo>
                  <a:lnTo>
                    <a:pt x="30637" y="37848"/>
                  </a:lnTo>
                  <a:lnTo>
                    <a:pt x="20786" y="39587"/>
                  </a:lnTo>
                  <a:lnTo>
                    <a:pt x="11829" y="38297"/>
                  </a:lnTo>
                  <a:lnTo>
                    <a:pt x="4736" y="34298"/>
                  </a:lnTo>
                  <a:lnTo>
                    <a:pt x="477" y="27908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16" name="Group 72"/>
          <p:cNvGrpSpPr/>
          <p:nvPr/>
        </p:nvGrpSpPr>
        <p:grpSpPr>
          <a:xfrm>
            <a:off x="5957640" y="4968000"/>
            <a:ext cx="73440" cy="86400"/>
            <a:chOff x="5957640" y="4968000"/>
            <a:chExt cx="73440" cy="86400"/>
          </a:xfrm>
        </p:grpSpPr>
        <p:sp>
          <p:nvSpPr>
            <p:cNvPr id="517" name="CustomShape 73"/>
            <p:cNvSpPr/>
            <p:nvPr/>
          </p:nvSpPr>
          <p:spPr>
            <a:xfrm>
              <a:off x="5957640" y="496800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18" name="CustomShape 74"/>
            <p:cNvSpPr/>
            <p:nvPr/>
          </p:nvSpPr>
          <p:spPr>
            <a:xfrm>
              <a:off x="5957640" y="496800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477" y="27908"/>
                  </a:moveTo>
                  <a:lnTo>
                    <a:pt x="0" y="20245"/>
                  </a:lnTo>
                  <a:lnTo>
                    <a:pt x="3223" y="12768"/>
                  </a:lnTo>
                  <a:lnTo>
                    <a:pt x="9568" y="6320"/>
                  </a:lnTo>
                  <a:lnTo>
                    <a:pt x="18457" y="1738"/>
                  </a:lnTo>
                  <a:lnTo>
                    <a:pt x="28303" y="0"/>
                  </a:lnTo>
                  <a:lnTo>
                    <a:pt x="37260" y="1290"/>
                  </a:lnTo>
                  <a:lnTo>
                    <a:pt x="44355" y="5289"/>
                  </a:lnTo>
                  <a:lnTo>
                    <a:pt x="48617" y="11678"/>
                  </a:lnTo>
                  <a:lnTo>
                    <a:pt x="49094" y="19342"/>
                  </a:lnTo>
                  <a:lnTo>
                    <a:pt x="45870" y="26818"/>
                  </a:lnTo>
                  <a:lnTo>
                    <a:pt x="39525" y="33267"/>
                  </a:lnTo>
                  <a:lnTo>
                    <a:pt x="30637" y="37848"/>
                  </a:lnTo>
                  <a:lnTo>
                    <a:pt x="20790" y="39587"/>
                  </a:lnTo>
                  <a:lnTo>
                    <a:pt x="11833" y="38297"/>
                  </a:lnTo>
                  <a:lnTo>
                    <a:pt x="4738" y="34298"/>
                  </a:lnTo>
                  <a:lnTo>
                    <a:pt x="477" y="27908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19" name="CustomShape 75"/>
            <p:cNvSpPr/>
            <p:nvPr/>
          </p:nvSpPr>
          <p:spPr>
            <a:xfrm>
              <a:off x="5987160" y="50166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37"/>
                  </a:lnTo>
                  <a:lnTo>
                    <a:pt x="8377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3"/>
                  </a:lnTo>
                  <a:lnTo>
                    <a:pt x="4508" y="29919"/>
                  </a:lnTo>
                  <a:lnTo>
                    <a:pt x="10915" y="34974"/>
                  </a:lnTo>
                  <a:lnTo>
                    <a:pt x="19265" y="37693"/>
                  </a:lnTo>
                  <a:lnTo>
                    <a:pt x="28039" y="37456"/>
                  </a:lnTo>
                  <a:lnTo>
                    <a:pt x="35615" y="34431"/>
                  </a:lnTo>
                  <a:lnTo>
                    <a:pt x="41198" y="29122"/>
                  </a:lnTo>
                  <a:lnTo>
                    <a:pt x="43992" y="22034"/>
                  </a:lnTo>
                  <a:lnTo>
                    <a:pt x="43329" y="14444"/>
                  </a:lnTo>
                  <a:lnTo>
                    <a:pt x="39484" y="7769"/>
                  </a:lnTo>
                  <a:lnTo>
                    <a:pt x="33077" y="2717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20" name="CustomShape 76"/>
            <p:cNvSpPr/>
            <p:nvPr/>
          </p:nvSpPr>
          <p:spPr>
            <a:xfrm>
              <a:off x="5987160" y="50166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7" y="2722"/>
                  </a:lnTo>
                  <a:lnTo>
                    <a:pt x="39482" y="7776"/>
                  </a:lnTo>
                  <a:lnTo>
                    <a:pt x="43326" y="14452"/>
                  </a:lnTo>
                  <a:lnTo>
                    <a:pt x="43990" y="22040"/>
                  </a:lnTo>
                  <a:lnTo>
                    <a:pt x="41197" y="29126"/>
                  </a:lnTo>
                  <a:lnTo>
                    <a:pt x="35615" y="34433"/>
                  </a:lnTo>
                  <a:lnTo>
                    <a:pt x="28037" y="37459"/>
                  </a:lnTo>
                  <a:lnTo>
                    <a:pt x="19260" y="37700"/>
                  </a:lnTo>
                  <a:lnTo>
                    <a:pt x="10916" y="34977"/>
                  </a:lnTo>
                  <a:lnTo>
                    <a:pt x="4511" y="29923"/>
                  </a:lnTo>
                  <a:lnTo>
                    <a:pt x="665" y="23247"/>
                  </a:lnTo>
                  <a:lnTo>
                    <a:pt x="0" y="15660"/>
                  </a:lnTo>
                  <a:lnTo>
                    <a:pt x="2793" y="8573"/>
                  </a:lnTo>
                  <a:lnTo>
                    <a:pt x="8378" y="3266"/>
                  </a:lnTo>
                  <a:lnTo>
                    <a:pt x="15956" y="240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21" name="Group 77"/>
          <p:cNvGrpSpPr/>
          <p:nvPr/>
        </p:nvGrpSpPr>
        <p:grpSpPr>
          <a:xfrm>
            <a:off x="6107040" y="5454000"/>
            <a:ext cx="49320" cy="39600"/>
            <a:chOff x="6107040" y="5454000"/>
            <a:chExt cx="49320" cy="39600"/>
          </a:xfrm>
        </p:grpSpPr>
        <p:sp>
          <p:nvSpPr>
            <p:cNvPr id="522" name="CustomShape 78"/>
            <p:cNvSpPr/>
            <p:nvPr/>
          </p:nvSpPr>
          <p:spPr>
            <a:xfrm>
              <a:off x="6107040" y="545400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23" name="CustomShape 79"/>
            <p:cNvSpPr/>
            <p:nvPr/>
          </p:nvSpPr>
          <p:spPr>
            <a:xfrm>
              <a:off x="6107040" y="545400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482" y="27910"/>
                  </a:moveTo>
                  <a:lnTo>
                    <a:pt x="0" y="20245"/>
                  </a:lnTo>
                  <a:lnTo>
                    <a:pt x="3221" y="12766"/>
                  </a:lnTo>
                  <a:lnTo>
                    <a:pt x="9568" y="6317"/>
                  </a:lnTo>
                  <a:lnTo>
                    <a:pt x="18462" y="1740"/>
                  </a:lnTo>
                  <a:lnTo>
                    <a:pt x="28307" y="0"/>
                  </a:lnTo>
                  <a:lnTo>
                    <a:pt x="37261" y="1286"/>
                  </a:lnTo>
                  <a:lnTo>
                    <a:pt x="44353" y="5282"/>
                  </a:lnTo>
                  <a:lnTo>
                    <a:pt x="48612" y="11670"/>
                  </a:lnTo>
                  <a:lnTo>
                    <a:pt x="49095" y="19335"/>
                  </a:lnTo>
                  <a:lnTo>
                    <a:pt x="45873" y="26814"/>
                  </a:lnTo>
                  <a:lnTo>
                    <a:pt x="39526" y="33263"/>
                  </a:lnTo>
                  <a:lnTo>
                    <a:pt x="30632" y="37840"/>
                  </a:lnTo>
                  <a:lnTo>
                    <a:pt x="20787" y="39580"/>
                  </a:lnTo>
                  <a:lnTo>
                    <a:pt x="11833" y="38294"/>
                  </a:lnTo>
                  <a:lnTo>
                    <a:pt x="4742" y="34298"/>
                  </a:lnTo>
                  <a:lnTo>
                    <a:pt x="482" y="2791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24" name="Group 80"/>
          <p:cNvGrpSpPr/>
          <p:nvPr/>
        </p:nvGrpSpPr>
        <p:grpSpPr>
          <a:xfrm>
            <a:off x="6446520" y="5214240"/>
            <a:ext cx="49320" cy="39600"/>
            <a:chOff x="6446520" y="5214240"/>
            <a:chExt cx="49320" cy="39600"/>
          </a:xfrm>
        </p:grpSpPr>
        <p:sp>
          <p:nvSpPr>
            <p:cNvPr id="525" name="CustomShape 81"/>
            <p:cNvSpPr/>
            <p:nvPr/>
          </p:nvSpPr>
          <p:spPr>
            <a:xfrm>
              <a:off x="6446520" y="521424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26" name="CustomShape 82"/>
            <p:cNvSpPr/>
            <p:nvPr/>
          </p:nvSpPr>
          <p:spPr>
            <a:xfrm>
              <a:off x="6446520" y="521424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477" y="27914"/>
                  </a:moveTo>
                  <a:lnTo>
                    <a:pt x="0" y="20249"/>
                  </a:lnTo>
                  <a:lnTo>
                    <a:pt x="3223" y="12770"/>
                  </a:lnTo>
                  <a:lnTo>
                    <a:pt x="9568" y="6321"/>
                  </a:lnTo>
                  <a:lnTo>
                    <a:pt x="18457" y="1744"/>
                  </a:lnTo>
                  <a:lnTo>
                    <a:pt x="28303" y="0"/>
                  </a:lnTo>
                  <a:lnTo>
                    <a:pt x="37260" y="1287"/>
                  </a:lnTo>
                  <a:lnTo>
                    <a:pt x="44355" y="5285"/>
                  </a:lnTo>
                  <a:lnTo>
                    <a:pt x="48617" y="11674"/>
                  </a:lnTo>
                  <a:lnTo>
                    <a:pt x="49094" y="19339"/>
                  </a:lnTo>
                  <a:lnTo>
                    <a:pt x="45870" y="26818"/>
                  </a:lnTo>
                  <a:lnTo>
                    <a:pt x="39525" y="33267"/>
                  </a:lnTo>
                  <a:lnTo>
                    <a:pt x="30637" y="37844"/>
                  </a:lnTo>
                  <a:lnTo>
                    <a:pt x="20790" y="39583"/>
                  </a:lnTo>
                  <a:lnTo>
                    <a:pt x="11833" y="38294"/>
                  </a:lnTo>
                  <a:lnTo>
                    <a:pt x="4738" y="34298"/>
                  </a:lnTo>
                  <a:lnTo>
                    <a:pt x="477" y="2791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27" name="Group 83"/>
          <p:cNvGrpSpPr/>
          <p:nvPr/>
        </p:nvGrpSpPr>
        <p:grpSpPr>
          <a:xfrm>
            <a:off x="5365440" y="5137920"/>
            <a:ext cx="49320" cy="39600"/>
            <a:chOff x="5365440" y="5137920"/>
            <a:chExt cx="49320" cy="39600"/>
          </a:xfrm>
        </p:grpSpPr>
        <p:sp>
          <p:nvSpPr>
            <p:cNvPr id="528" name="CustomShape 84"/>
            <p:cNvSpPr/>
            <p:nvPr/>
          </p:nvSpPr>
          <p:spPr>
            <a:xfrm>
              <a:off x="5365440" y="513792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29" name="CustomShape 85"/>
            <p:cNvSpPr/>
            <p:nvPr/>
          </p:nvSpPr>
          <p:spPr>
            <a:xfrm>
              <a:off x="5365440" y="513792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476" y="27914"/>
                  </a:moveTo>
                  <a:lnTo>
                    <a:pt x="0" y="20249"/>
                  </a:lnTo>
                  <a:lnTo>
                    <a:pt x="3224" y="12770"/>
                  </a:lnTo>
                  <a:lnTo>
                    <a:pt x="9572" y="6321"/>
                  </a:lnTo>
                  <a:lnTo>
                    <a:pt x="18466" y="1744"/>
                  </a:lnTo>
                  <a:lnTo>
                    <a:pt x="28312" y="0"/>
                  </a:lnTo>
                  <a:lnTo>
                    <a:pt x="37265" y="1287"/>
                  </a:lnTo>
                  <a:lnTo>
                    <a:pt x="44357" y="5285"/>
                  </a:lnTo>
                  <a:lnTo>
                    <a:pt x="48616" y="11674"/>
                  </a:lnTo>
                  <a:lnTo>
                    <a:pt x="49093" y="19339"/>
                  </a:lnTo>
                  <a:lnTo>
                    <a:pt x="45870" y="26818"/>
                  </a:lnTo>
                  <a:lnTo>
                    <a:pt x="39525" y="33267"/>
                  </a:lnTo>
                  <a:lnTo>
                    <a:pt x="30636" y="37844"/>
                  </a:lnTo>
                  <a:lnTo>
                    <a:pt x="20791" y="39583"/>
                  </a:lnTo>
                  <a:lnTo>
                    <a:pt x="11836" y="38294"/>
                  </a:lnTo>
                  <a:lnTo>
                    <a:pt x="4742" y="34298"/>
                  </a:lnTo>
                  <a:lnTo>
                    <a:pt x="476" y="2791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30" name="Group 86"/>
          <p:cNvGrpSpPr/>
          <p:nvPr/>
        </p:nvGrpSpPr>
        <p:grpSpPr>
          <a:xfrm>
            <a:off x="6172200" y="4798440"/>
            <a:ext cx="49320" cy="39600"/>
            <a:chOff x="6172200" y="4798440"/>
            <a:chExt cx="49320" cy="39600"/>
          </a:xfrm>
        </p:grpSpPr>
        <p:sp>
          <p:nvSpPr>
            <p:cNvPr id="531" name="CustomShape 87"/>
            <p:cNvSpPr/>
            <p:nvPr/>
          </p:nvSpPr>
          <p:spPr>
            <a:xfrm>
              <a:off x="6172200" y="479844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2" name="CustomShape 88"/>
            <p:cNvSpPr/>
            <p:nvPr/>
          </p:nvSpPr>
          <p:spPr>
            <a:xfrm>
              <a:off x="6172200" y="479844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476" y="27908"/>
                  </a:moveTo>
                  <a:lnTo>
                    <a:pt x="0" y="20243"/>
                  </a:lnTo>
                  <a:lnTo>
                    <a:pt x="3224" y="12765"/>
                  </a:lnTo>
                  <a:lnTo>
                    <a:pt x="9572" y="6315"/>
                  </a:lnTo>
                  <a:lnTo>
                    <a:pt x="18466" y="1738"/>
                  </a:lnTo>
                  <a:lnTo>
                    <a:pt x="28312" y="0"/>
                  </a:lnTo>
                  <a:lnTo>
                    <a:pt x="37265" y="1290"/>
                  </a:lnTo>
                  <a:lnTo>
                    <a:pt x="44357" y="5289"/>
                  </a:lnTo>
                  <a:lnTo>
                    <a:pt x="48616" y="11678"/>
                  </a:lnTo>
                  <a:lnTo>
                    <a:pt x="49093" y="19338"/>
                  </a:lnTo>
                  <a:lnTo>
                    <a:pt x="45870" y="26813"/>
                  </a:lnTo>
                  <a:lnTo>
                    <a:pt x="39525" y="33262"/>
                  </a:lnTo>
                  <a:lnTo>
                    <a:pt x="30636" y="37838"/>
                  </a:lnTo>
                  <a:lnTo>
                    <a:pt x="20791" y="39583"/>
                  </a:lnTo>
                  <a:lnTo>
                    <a:pt x="11836" y="38296"/>
                  </a:lnTo>
                  <a:lnTo>
                    <a:pt x="4742" y="34297"/>
                  </a:lnTo>
                  <a:lnTo>
                    <a:pt x="476" y="27908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33" name="Group 89"/>
          <p:cNvGrpSpPr/>
          <p:nvPr/>
        </p:nvGrpSpPr>
        <p:grpSpPr>
          <a:xfrm>
            <a:off x="5562360" y="4518720"/>
            <a:ext cx="49320" cy="39600"/>
            <a:chOff x="5562360" y="4518720"/>
            <a:chExt cx="49320" cy="39600"/>
          </a:xfrm>
        </p:grpSpPr>
        <p:sp>
          <p:nvSpPr>
            <p:cNvPr id="534" name="CustomShape 90"/>
            <p:cNvSpPr/>
            <p:nvPr/>
          </p:nvSpPr>
          <p:spPr>
            <a:xfrm>
              <a:off x="5562360" y="451872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5" name="CustomShape 91"/>
            <p:cNvSpPr/>
            <p:nvPr/>
          </p:nvSpPr>
          <p:spPr>
            <a:xfrm>
              <a:off x="5562360" y="451872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482" y="27908"/>
                  </a:moveTo>
                  <a:lnTo>
                    <a:pt x="0" y="20245"/>
                  </a:lnTo>
                  <a:lnTo>
                    <a:pt x="3220" y="12768"/>
                  </a:lnTo>
                  <a:lnTo>
                    <a:pt x="9564" y="6320"/>
                  </a:lnTo>
                  <a:lnTo>
                    <a:pt x="18452" y="1738"/>
                  </a:lnTo>
                  <a:lnTo>
                    <a:pt x="28303" y="0"/>
                  </a:lnTo>
                  <a:lnTo>
                    <a:pt x="37260" y="1290"/>
                  </a:lnTo>
                  <a:lnTo>
                    <a:pt x="44353" y="5289"/>
                  </a:lnTo>
                  <a:lnTo>
                    <a:pt x="48612" y="11678"/>
                  </a:lnTo>
                  <a:lnTo>
                    <a:pt x="49089" y="19338"/>
                  </a:lnTo>
                  <a:lnTo>
                    <a:pt x="45866" y="26813"/>
                  </a:lnTo>
                  <a:lnTo>
                    <a:pt x="39521" y="33262"/>
                  </a:lnTo>
                  <a:lnTo>
                    <a:pt x="30632" y="37838"/>
                  </a:lnTo>
                  <a:lnTo>
                    <a:pt x="20787" y="39583"/>
                  </a:lnTo>
                  <a:lnTo>
                    <a:pt x="11834" y="38296"/>
                  </a:lnTo>
                  <a:lnTo>
                    <a:pt x="4742" y="34297"/>
                  </a:lnTo>
                  <a:lnTo>
                    <a:pt x="482" y="27908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36" name="Group 92"/>
          <p:cNvGrpSpPr/>
          <p:nvPr/>
        </p:nvGrpSpPr>
        <p:grpSpPr>
          <a:xfrm>
            <a:off x="5610240" y="5566680"/>
            <a:ext cx="49320" cy="39600"/>
            <a:chOff x="5610240" y="5566680"/>
            <a:chExt cx="49320" cy="39600"/>
          </a:xfrm>
        </p:grpSpPr>
        <p:sp>
          <p:nvSpPr>
            <p:cNvPr id="537" name="CustomShape 93"/>
            <p:cNvSpPr/>
            <p:nvPr/>
          </p:nvSpPr>
          <p:spPr>
            <a:xfrm>
              <a:off x="5610240" y="556668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8" name="CustomShape 94"/>
            <p:cNvSpPr/>
            <p:nvPr/>
          </p:nvSpPr>
          <p:spPr>
            <a:xfrm>
              <a:off x="5610240" y="556668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477" y="27908"/>
                  </a:moveTo>
                  <a:lnTo>
                    <a:pt x="0" y="20243"/>
                  </a:lnTo>
                  <a:lnTo>
                    <a:pt x="3223" y="12765"/>
                  </a:lnTo>
                  <a:lnTo>
                    <a:pt x="9568" y="6315"/>
                  </a:lnTo>
                  <a:lnTo>
                    <a:pt x="18457" y="1738"/>
                  </a:lnTo>
                  <a:lnTo>
                    <a:pt x="28302" y="0"/>
                  </a:lnTo>
                  <a:lnTo>
                    <a:pt x="37257" y="1290"/>
                  </a:lnTo>
                  <a:lnTo>
                    <a:pt x="44351" y="5289"/>
                  </a:lnTo>
                  <a:lnTo>
                    <a:pt x="48617" y="11678"/>
                  </a:lnTo>
                  <a:lnTo>
                    <a:pt x="49094" y="19338"/>
                  </a:lnTo>
                  <a:lnTo>
                    <a:pt x="45870" y="26813"/>
                  </a:lnTo>
                  <a:lnTo>
                    <a:pt x="39525" y="33262"/>
                  </a:lnTo>
                  <a:lnTo>
                    <a:pt x="30637" y="37838"/>
                  </a:lnTo>
                  <a:lnTo>
                    <a:pt x="20786" y="39583"/>
                  </a:lnTo>
                  <a:lnTo>
                    <a:pt x="11829" y="38296"/>
                  </a:lnTo>
                  <a:lnTo>
                    <a:pt x="4736" y="34297"/>
                  </a:lnTo>
                  <a:lnTo>
                    <a:pt x="477" y="27908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39" name="Group 95"/>
          <p:cNvGrpSpPr/>
          <p:nvPr/>
        </p:nvGrpSpPr>
        <p:grpSpPr>
          <a:xfrm>
            <a:off x="5422680" y="4822200"/>
            <a:ext cx="49320" cy="39600"/>
            <a:chOff x="5422680" y="4822200"/>
            <a:chExt cx="49320" cy="39600"/>
          </a:xfrm>
        </p:grpSpPr>
        <p:sp>
          <p:nvSpPr>
            <p:cNvPr id="540" name="CustomShape 96"/>
            <p:cNvSpPr/>
            <p:nvPr/>
          </p:nvSpPr>
          <p:spPr>
            <a:xfrm>
              <a:off x="5422680" y="482220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1" name="CustomShape 97"/>
            <p:cNvSpPr/>
            <p:nvPr/>
          </p:nvSpPr>
          <p:spPr>
            <a:xfrm>
              <a:off x="5422680" y="482220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476" y="27908"/>
                  </a:moveTo>
                  <a:lnTo>
                    <a:pt x="0" y="20245"/>
                  </a:lnTo>
                  <a:lnTo>
                    <a:pt x="3224" y="12768"/>
                  </a:lnTo>
                  <a:lnTo>
                    <a:pt x="9572" y="6320"/>
                  </a:lnTo>
                  <a:lnTo>
                    <a:pt x="18466" y="1738"/>
                  </a:lnTo>
                  <a:lnTo>
                    <a:pt x="28312" y="0"/>
                  </a:lnTo>
                  <a:lnTo>
                    <a:pt x="37265" y="1290"/>
                  </a:lnTo>
                  <a:lnTo>
                    <a:pt x="44357" y="5289"/>
                  </a:lnTo>
                  <a:lnTo>
                    <a:pt x="48616" y="11678"/>
                  </a:lnTo>
                  <a:lnTo>
                    <a:pt x="49093" y="19342"/>
                  </a:lnTo>
                  <a:lnTo>
                    <a:pt x="45870" y="26818"/>
                  </a:lnTo>
                  <a:lnTo>
                    <a:pt x="39525" y="33267"/>
                  </a:lnTo>
                  <a:lnTo>
                    <a:pt x="30636" y="37848"/>
                  </a:lnTo>
                  <a:lnTo>
                    <a:pt x="20791" y="39587"/>
                  </a:lnTo>
                  <a:lnTo>
                    <a:pt x="11836" y="38297"/>
                  </a:lnTo>
                  <a:lnTo>
                    <a:pt x="4742" y="34298"/>
                  </a:lnTo>
                  <a:lnTo>
                    <a:pt x="476" y="27908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42" name="Group 98"/>
          <p:cNvGrpSpPr/>
          <p:nvPr/>
        </p:nvGrpSpPr>
        <p:grpSpPr>
          <a:xfrm>
            <a:off x="5750640" y="4573800"/>
            <a:ext cx="43920" cy="37800"/>
            <a:chOff x="5750640" y="4573800"/>
            <a:chExt cx="43920" cy="37800"/>
          </a:xfrm>
        </p:grpSpPr>
        <p:sp>
          <p:nvSpPr>
            <p:cNvPr id="543" name="CustomShape 99"/>
            <p:cNvSpPr/>
            <p:nvPr/>
          </p:nvSpPr>
          <p:spPr>
            <a:xfrm>
              <a:off x="5750640" y="45738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37"/>
                  </a:lnTo>
                  <a:lnTo>
                    <a:pt x="8377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8"/>
                  </a:lnTo>
                  <a:lnTo>
                    <a:pt x="4508" y="29924"/>
                  </a:lnTo>
                  <a:lnTo>
                    <a:pt x="10915" y="34975"/>
                  </a:lnTo>
                  <a:lnTo>
                    <a:pt x="19265" y="37693"/>
                  </a:lnTo>
                  <a:lnTo>
                    <a:pt x="28039" y="37456"/>
                  </a:lnTo>
                  <a:lnTo>
                    <a:pt x="35615" y="34431"/>
                  </a:lnTo>
                  <a:lnTo>
                    <a:pt x="41198" y="29122"/>
                  </a:lnTo>
                  <a:lnTo>
                    <a:pt x="43992" y="22034"/>
                  </a:lnTo>
                  <a:lnTo>
                    <a:pt x="43329" y="14444"/>
                  </a:lnTo>
                  <a:lnTo>
                    <a:pt x="39484" y="7769"/>
                  </a:lnTo>
                  <a:lnTo>
                    <a:pt x="33077" y="2717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4" name="CustomShape 100"/>
            <p:cNvSpPr/>
            <p:nvPr/>
          </p:nvSpPr>
          <p:spPr>
            <a:xfrm>
              <a:off x="5750640" y="45738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3" y="2728"/>
                  </a:lnTo>
                  <a:lnTo>
                    <a:pt x="39477" y="7785"/>
                  </a:lnTo>
                  <a:lnTo>
                    <a:pt x="43320" y="14461"/>
                  </a:lnTo>
                  <a:lnTo>
                    <a:pt x="43980" y="22050"/>
                  </a:lnTo>
                  <a:lnTo>
                    <a:pt x="41187" y="29136"/>
                  </a:lnTo>
                  <a:lnTo>
                    <a:pt x="35605" y="34443"/>
                  </a:lnTo>
                  <a:lnTo>
                    <a:pt x="28027" y="37469"/>
                  </a:lnTo>
                  <a:lnTo>
                    <a:pt x="19250" y="37710"/>
                  </a:lnTo>
                  <a:lnTo>
                    <a:pt x="10906" y="34987"/>
                  </a:lnTo>
                  <a:lnTo>
                    <a:pt x="4502" y="29933"/>
                  </a:lnTo>
                  <a:lnTo>
                    <a:pt x="659" y="23257"/>
                  </a:lnTo>
                  <a:lnTo>
                    <a:pt x="0" y="15670"/>
                  </a:lnTo>
                  <a:lnTo>
                    <a:pt x="2792" y="8578"/>
                  </a:lnTo>
                  <a:lnTo>
                    <a:pt x="8375" y="3267"/>
                  </a:lnTo>
                  <a:lnTo>
                    <a:pt x="15952" y="240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45" name="Group 101"/>
          <p:cNvGrpSpPr/>
          <p:nvPr/>
        </p:nvGrpSpPr>
        <p:grpSpPr>
          <a:xfrm>
            <a:off x="5895360" y="4788000"/>
            <a:ext cx="43920" cy="37800"/>
            <a:chOff x="5895360" y="4788000"/>
            <a:chExt cx="43920" cy="37800"/>
          </a:xfrm>
        </p:grpSpPr>
        <p:sp>
          <p:nvSpPr>
            <p:cNvPr id="546" name="CustomShape 102"/>
            <p:cNvSpPr/>
            <p:nvPr/>
          </p:nvSpPr>
          <p:spPr>
            <a:xfrm>
              <a:off x="5895360" y="47880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37"/>
                  </a:lnTo>
                  <a:lnTo>
                    <a:pt x="8377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8"/>
                  </a:lnTo>
                  <a:lnTo>
                    <a:pt x="4508" y="29924"/>
                  </a:lnTo>
                  <a:lnTo>
                    <a:pt x="10915" y="34975"/>
                  </a:lnTo>
                  <a:lnTo>
                    <a:pt x="19265" y="37693"/>
                  </a:lnTo>
                  <a:lnTo>
                    <a:pt x="28039" y="37456"/>
                  </a:lnTo>
                  <a:lnTo>
                    <a:pt x="35615" y="34431"/>
                  </a:lnTo>
                  <a:lnTo>
                    <a:pt x="41198" y="29122"/>
                  </a:lnTo>
                  <a:lnTo>
                    <a:pt x="43992" y="22034"/>
                  </a:lnTo>
                  <a:lnTo>
                    <a:pt x="43329" y="14444"/>
                  </a:lnTo>
                  <a:lnTo>
                    <a:pt x="39484" y="7769"/>
                  </a:lnTo>
                  <a:lnTo>
                    <a:pt x="33077" y="2717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7" name="CustomShape 103"/>
            <p:cNvSpPr/>
            <p:nvPr/>
          </p:nvSpPr>
          <p:spPr>
            <a:xfrm>
              <a:off x="5895360" y="47880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7" y="2722"/>
                  </a:lnTo>
                  <a:lnTo>
                    <a:pt x="39482" y="7776"/>
                  </a:lnTo>
                  <a:lnTo>
                    <a:pt x="43326" y="14452"/>
                  </a:lnTo>
                  <a:lnTo>
                    <a:pt x="43990" y="22040"/>
                  </a:lnTo>
                  <a:lnTo>
                    <a:pt x="41196" y="29126"/>
                  </a:lnTo>
                  <a:lnTo>
                    <a:pt x="35611" y="34433"/>
                  </a:lnTo>
                  <a:lnTo>
                    <a:pt x="28033" y="37459"/>
                  </a:lnTo>
                  <a:lnTo>
                    <a:pt x="19260" y="37700"/>
                  </a:lnTo>
                  <a:lnTo>
                    <a:pt x="10912" y="34977"/>
                  </a:lnTo>
                  <a:lnTo>
                    <a:pt x="4507" y="29923"/>
                  </a:lnTo>
                  <a:lnTo>
                    <a:pt x="663" y="23247"/>
                  </a:lnTo>
                  <a:lnTo>
                    <a:pt x="0" y="15660"/>
                  </a:lnTo>
                  <a:lnTo>
                    <a:pt x="2792" y="8573"/>
                  </a:lnTo>
                  <a:lnTo>
                    <a:pt x="8375" y="3266"/>
                  </a:lnTo>
                  <a:lnTo>
                    <a:pt x="15952" y="240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48" name="Group 104"/>
          <p:cNvGrpSpPr/>
          <p:nvPr/>
        </p:nvGrpSpPr>
        <p:grpSpPr>
          <a:xfrm>
            <a:off x="5393520" y="5026320"/>
            <a:ext cx="50400" cy="37800"/>
            <a:chOff x="5393520" y="5026320"/>
            <a:chExt cx="50400" cy="37800"/>
          </a:xfrm>
        </p:grpSpPr>
        <p:sp>
          <p:nvSpPr>
            <p:cNvPr id="549" name="CustomShape 105"/>
            <p:cNvSpPr/>
            <p:nvPr/>
          </p:nvSpPr>
          <p:spPr>
            <a:xfrm>
              <a:off x="5393520" y="502632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7863" y="0"/>
                  </a:moveTo>
                  <a:lnTo>
                    <a:pt x="17866" y="58"/>
                  </a:lnTo>
                  <a:lnTo>
                    <a:pt x="9293" y="2938"/>
                  </a:lnTo>
                  <a:lnTo>
                    <a:pt x="3039" y="8149"/>
                  </a:lnTo>
                  <a:lnTo>
                    <a:pt x="0" y="15201"/>
                  </a:lnTo>
                  <a:lnTo>
                    <a:pt x="909" y="22827"/>
                  </a:lnTo>
                  <a:lnTo>
                    <a:pt x="5424" y="29600"/>
                  </a:lnTo>
                  <a:lnTo>
                    <a:pt x="12828" y="34797"/>
                  </a:lnTo>
                  <a:lnTo>
                    <a:pt x="22402" y="37693"/>
                  </a:lnTo>
                  <a:lnTo>
                    <a:pt x="32400" y="37634"/>
                  </a:lnTo>
                  <a:lnTo>
                    <a:pt x="40973" y="34755"/>
                  </a:lnTo>
                  <a:lnTo>
                    <a:pt x="47227" y="29544"/>
                  </a:lnTo>
                  <a:lnTo>
                    <a:pt x="50266" y="22491"/>
                  </a:lnTo>
                  <a:lnTo>
                    <a:pt x="49357" y="14866"/>
                  </a:lnTo>
                  <a:lnTo>
                    <a:pt x="44842" y="8093"/>
                  </a:lnTo>
                  <a:lnTo>
                    <a:pt x="37438" y="2896"/>
                  </a:lnTo>
                  <a:lnTo>
                    <a:pt x="27863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50" name="CustomShape 106"/>
            <p:cNvSpPr/>
            <p:nvPr/>
          </p:nvSpPr>
          <p:spPr>
            <a:xfrm>
              <a:off x="5393520" y="502632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7870" y="0"/>
                  </a:moveTo>
                  <a:lnTo>
                    <a:pt x="37443" y="2903"/>
                  </a:lnTo>
                  <a:lnTo>
                    <a:pt x="44848" y="8103"/>
                  </a:lnTo>
                  <a:lnTo>
                    <a:pt x="49364" y="14876"/>
                  </a:lnTo>
                  <a:lnTo>
                    <a:pt x="50270" y="22500"/>
                  </a:lnTo>
                  <a:lnTo>
                    <a:pt x="47230" y="29550"/>
                  </a:lnTo>
                  <a:lnTo>
                    <a:pt x="40973" y="34762"/>
                  </a:lnTo>
                  <a:lnTo>
                    <a:pt x="32397" y="37645"/>
                  </a:lnTo>
                  <a:lnTo>
                    <a:pt x="22400" y="37710"/>
                  </a:lnTo>
                  <a:lnTo>
                    <a:pt x="12832" y="34806"/>
                  </a:lnTo>
                  <a:lnTo>
                    <a:pt x="5428" y="29606"/>
                  </a:lnTo>
                  <a:lnTo>
                    <a:pt x="911" y="22833"/>
                  </a:lnTo>
                  <a:lnTo>
                    <a:pt x="0" y="15210"/>
                  </a:lnTo>
                  <a:lnTo>
                    <a:pt x="3039" y="8159"/>
                  </a:lnTo>
                  <a:lnTo>
                    <a:pt x="9296" y="2947"/>
                  </a:lnTo>
                  <a:lnTo>
                    <a:pt x="17872" y="64"/>
                  </a:lnTo>
                  <a:lnTo>
                    <a:pt x="2787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51" name="Group 107"/>
          <p:cNvGrpSpPr/>
          <p:nvPr/>
        </p:nvGrpSpPr>
        <p:grpSpPr>
          <a:xfrm>
            <a:off x="5974560" y="4286520"/>
            <a:ext cx="43920" cy="37800"/>
            <a:chOff x="5974560" y="4286520"/>
            <a:chExt cx="43920" cy="37800"/>
          </a:xfrm>
        </p:grpSpPr>
        <p:sp>
          <p:nvSpPr>
            <p:cNvPr id="552" name="CustomShape 108"/>
            <p:cNvSpPr/>
            <p:nvPr/>
          </p:nvSpPr>
          <p:spPr>
            <a:xfrm>
              <a:off x="5974560" y="428652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37"/>
                  </a:lnTo>
                  <a:lnTo>
                    <a:pt x="8377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8"/>
                  </a:lnTo>
                  <a:lnTo>
                    <a:pt x="4508" y="29924"/>
                  </a:lnTo>
                  <a:lnTo>
                    <a:pt x="10915" y="34975"/>
                  </a:lnTo>
                  <a:lnTo>
                    <a:pt x="19265" y="37693"/>
                  </a:lnTo>
                  <a:lnTo>
                    <a:pt x="28039" y="37456"/>
                  </a:lnTo>
                  <a:lnTo>
                    <a:pt x="35615" y="34431"/>
                  </a:lnTo>
                  <a:lnTo>
                    <a:pt x="41198" y="29122"/>
                  </a:lnTo>
                  <a:lnTo>
                    <a:pt x="43992" y="22034"/>
                  </a:lnTo>
                  <a:lnTo>
                    <a:pt x="43329" y="14444"/>
                  </a:lnTo>
                  <a:lnTo>
                    <a:pt x="39484" y="7769"/>
                  </a:lnTo>
                  <a:lnTo>
                    <a:pt x="33077" y="2717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53" name="CustomShape 109"/>
            <p:cNvSpPr/>
            <p:nvPr/>
          </p:nvSpPr>
          <p:spPr>
            <a:xfrm>
              <a:off x="5974560" y="428652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7" y="2722"/>
                  </a:lnTo>
                  <a:lnTo>
                    <a:pt x="39482" y="7776"/>
                  </a:lnTo>
                  <a:lnTo>
                    <a:pt x="43326" y="14452"/>
                  </a:lnTo>
                  <a:lnTo>
                    <a:pt x="43990" y="22040"/>
                  </a:lnTo>
                  <a:lnTo>
                    <a:pt x="41197" y="29126"/>
                  </a:lnTo>
                  <a:lnTo>
                    <a:pt x="35615" y="34433"/>
                  </a:lnTo>
                  <a:lnTo>
                    <a:pt x="28037" y="37459"/>
                  </a:lnTo>
                  <a:lnTo>
                    <a:pt x="19260" y="37700"/>
                  </a:lnTo>
                  <a:lnTo>
                    <a:pt x="10916" y="34977"/>
                  </a:lnTo>
                  <a:lnTo>
                    <a:pt x="4511" y="29923"/>
                  </a:lnTo>
                  <a:lnTo>
                    <a:pt x="665" y="23247"/>
                  </a:lnTo>
                  <a:lnTo>
                    <a:pt x="0" y="15660"/>
                  </a:lnTo>
                  <a:lnTo>
                    <a:pt x="2793" y="8572"/>
                  </a:lnTo>
                  <a:lnTo>
                    <a:pt x="8378" y="3262"/>
                  </a:lnTo>
                  <a:lnTo>
                    <a:pt x="15956" y="236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54" name="Group 110"/>
          <p:cNvGrpSpPr/>
          <p:nvPr/>
        </p:nvGrpSpPr>
        <p:grpSpPr>
          <a:xfrm>
            <a:off x="6572880" y="4707000"/>
            <a:ext cx="44280" cy="37800"/>
            <a:chOff x="6572880" y="4707000"/>
            <a:chExt cx="44280" cy="37800"/>
          </a:xfrm>
        </p:grpSpPr>
        <p:sp>
          <p:nvSpPr>
            <p:cNvPr id="555" name="CustomShape 111"/>
            <p:cNvSpPr/>
            <p:nvPr/>
          </p:nvSpPr>
          <p:spPr>
            <a:xfrm>
              <a:off x="6572880" y="47070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37"/>
                  </a:lnTo>
                  <a:lnTo>
                    <a:pt x="8377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8"/>
                  </a:lnTo>
                  <a:lnTo>
                    <a:pt x="4508" y="29924"/>
                  </a:lnTo>
                  <a:lnTo>
                    <a:pt x="10915" y="34975"/>
                  </a:lnTo>
                  <a:lnTo>
                    <a:pt x="19265" y="37693"/>
                  </a:lnTo>
                  <a:lnTo>
                    <a:pt x="28039" y="37456"/>
                  </a:lnTo>
                  <a:lnTo>
                    <a:pt x="35615" y="34431"/>
                  </a:lnTo>
                  <a:lnTo>
                    <a:pt x="41198" y="29122"/>
                  </a:lnTo>
                  <a:lnTo>
                    <a:pt x="43992" y="22034"/>
                  </a:lnTo>
                  <a:lnTo>
                    <a:pt x="43329" y="14444"/>
                  </a:lnTo>
                  <a:lnTo>
                    <a:pt x="39484" y="7769"/>
                  </a:lnTo>
                  <a:lnTo>
                    <a:pt x="33077" y="2717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56" name="CustomShape 112"/>
            <p:cNvSpPr/>
            <p:nvPr/>
          </p:nvSpPr>
          <p:spPr>
            <a:xfrm>
              <a:off x="6573240" y="47070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7" y="2728"/>
                  </a:lnTo>
                  <a:lnTo>
                    <a:pt x="39482" y="7785"/>
                  </a:lnTo>
                  <a:lnTo>
                    <a:pt x="43326" y="14461"/>
                  </a:lnTo>
                  <a:lnTo>
                    <a:pt x="43990" y="22050"/>
                  </a:lnTo>
                  <a:lnTo>
                    <a:pt x="41197" y="29136"/>
                  </a:lnTo>
                  <a:lnTo>
                    <a:pt x="35615" y="34443"/>
                  </a:lnTo>
                  <a:lnTo>
                    <a:pt x="28037" y="37469"/>
                  </a:lnTo>
                  <a:lnTo>
                    <a:pt x="19260" y="37710"/>
                  </a:lnTo>
                  <a:lnTo>
                    <a:pt x="10912" y="34987"/>
                  </a:lnTo>
                  <a:lnTo>
                    <a:pt x="4507" y="29933"/>
                  </a:lnTo>
                  <a:lnTo>
                    <a:pt x="663" y="23257"/>
                  </a:lnTo>
                  <a:lnTo>
                    <a:pt x="0" y="15670"/>
                  </a:lnTo>
                  <a:lnTo>
                    <a:pt x="2792" y="8578"/>
                  </a:lnTo>
                  <a:lnTo>
                    <a:pt x="8375" y="3267"/>
                  </a:lnTo>
                  <a:lnTo>
                    <a:pt x="15952" y="240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57" name="Group 113"/>
          <p:cNvGrpSpPr/>
          <p:nvPr/>
        </p:nvGrpSpPr>
        <p:grpSpPr>
          <a:xfrm>
            <a:off x="5380920" y="4267440"/>
            <a:ext cx="50400" cy="37800"/>
            <a:chOff x="5380920" y="4267440"/>
            <a:chExt cx="50400" cy="37800"/>
          </a:xfrm>
        </p:grpSpPr>
        <p:sp>
          <p:nvSpPr>
            <p:cNvPr id="558" name="CustomShape 114"/>
            <p:cNvSpPr/>
            <p:nvPr/>
          </p:nvSpPr>
          <p:spPr>
            <a:xfrm>
              <a:off x="5380920" y="42674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7876" y="0"/>
                  </a:moveTo>
                  <a:lnTo>
                    <a:pt x="17871" y="58"/>
                  </a:lnTo>
                  <a:lnTo>
                    <a:pt x="9294" y="2938"/>
                  </a:lnTo>
                  <a:lnTo>
                    <a:pt x="3039" y="8149"/>
                  </a:lnTo>
                  <a:lnTo>
                    <a:pt x="0" y="15201"/>
                  </a:lnTo>
                  <a:lnTo>
                    <a:pt x="909" y="22827"/>
                  </a:lnTo>
                  <a:lnTo>
                    <a:pt x="5424" y="29600"/>
                  </a:lnTo>
                  <a:lnTo>
                    <a:pt x="12828" y="34797"/>
                  </a:lnTo>
                  <a:lnTo>
                    <a:pt x="22402" y="37693"/>
                  </a:lnTo>
                  <a:lnTo>
                    <a:pt x="32400" y="37634"/>
                  </a:lnTo>
                  <a:lnTo>
                    <a:pt x="40973" y="34755"/>
                  </a:lnTo>
                  <a:lnTo>
                    <a:pt x="47227" y="29544"/>
                  </a:lnTo>
                  <a:lnTo>
                    <a:pt x="50266" y="22491"/>
                  </a:lnTo>
                  <a:lnTo>
                    <a:pt x="49357" y="14866"/>
                  </a:lnTo>
                  <a:lnTo>
                    <a:pt x="44843" y="8093"/>
                  </a:lnTo>
                  <a:lnTo>
                    <a:pt x="37443" y="2896"/>
                  </a:lnTo>
                  <a:lnTo>
                    <a:pt x="2787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59" name="CustomShape 115"/>
            <p:cNvSpPr/>
            <p:nvPr/>
          </p:nvSpPr>
          <p:spPr>
            <a:xfrm>
              <a:off x="5380920" y="42674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7870" y="0"/>
                  </a:moveTo>
                  <a:lnTo>
                    <a:pt x="37443" y="2899"/>
                  </a:lnTo>
                  <a:lnTo>
                    <a:pt x="44848" y="8100"/>
                  </a:lnTo>
                  <a:lnTo>
                    <a:pt x="49364" y="14875"/>
                  </a:lnTo>
                  <a:lnTo>
                    <a:pt x="50270" y="22500"/>
                  </a:lnTo>
                  <a:lnTo>
                    <a:pt x="47230" y="29550"/>
                  </a:lnTo>
                  <a:lnTo>
                    <a:pt x="40973" y="34761"/>
                  </a:lnTo>
                  <a:lnTo>
                    <a:pt x="32397" y="37641"/>
                  </a:lnTo>
                  <a:lnTo>
                    <a:pt x="22400" y="37700"/>
                  </a:lnTo>
                  <a:lnTo>
                    <a:pt x="12832" y="34800"/>
                  </a:lnTo>
                  <a:lnTo>
                    <a:pt x="5428" y="29600"/>
                  </a:lnTo>
                  <a:lnTo>
                    <a:pt x="911" y="22824"/>
                  </a:lnTo>
                  <a:lnTo>
                    <a:pt x="0" y="15200"/>
                  </a:lnTo>
                  <a:lnTo>
                    <a:pt x="3039" y="8149"/>
                  </a:lnTo>
                  <a:lnTo>
                    <a:pt x="9296" y="2938"/>
                  </a:lnTo>
                  <a:lnTo>
                    <a:pt x="17872" y="58"/>
                  </a:lnTo>
                  <a:lnTo>
                    <a:pt x="2787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60" name="Group 116"/>
          <p:cNvGrpSpPr/>
          <p:nvPr/>
        </p:nvGrpSpPr>
        <p:grpSpPr>
          <a:xfrm>
            <a:off x="5684040" y="5248440"/>
            <a:ext cx="43920" cy="37800"/>
            <a:chOff x="5684040" y="5248440"/>
            <a:chExt cx="43920" cy="37800"/>
          </a:xfrm>
        </p:grpSpPr>
        <p:sp>
          <p:nvSpPr>
            <p:cNvPr id="561" name="CustomShape 117"/>
            <p:cNvSpPr/>
            <p:nvPr/>
          </p:nvSpPr>
          <p:spPr>
            <a:xfrm>
              <a:off x="5684040" y="524844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37"/>
                  </a:lnTo>
                  <a:lnTo>
                    <a:pt x="8377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3"/>
                  </a:lnTo>
                  <a:lnTo>
                    <a:pt x="4508" y="29919"/>
                  </a:lnTo>
                  <a:lnTo>
                    <a:pt x="10915" y="34974"/>
                  </a:lnTo>
                  <a:lnTo>
                    <a:pt x="19265" y="37693"/>
                  </a:lnTo>
                  <a:lnTo>
                    <a:pt x="28039" y="37456"/>
                  </a:lnTo>
                  <a:lnTo>
                    <a:pt x="35615" y="34431"/>
                  </a:lnTo>
                  <a:lnTo>
                    <a:pt x="41198" y="29122"/>
                  </a:lnTo>
                  <a:lnTo>
                    <a:pt x="43992" y="22034"/>
                  </a:lnTo>
                  <a:lnTo>
                    <a:pt x="43329" y="14444"/>
                  </a:lnTo>
                  <a:lnTo>
                    <a:pt x="39484" y="7769"/>
                  </a:lnTo>
                  <a:lnTo>
                    <a:pt x="33077" y="2717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62" name="CustomShape 118"/>
            <p:cNvSpPr/>
            <p:nvPr/>
          </p:nvSpPr>
          <p:spPr>
            <a:xfrm>
              <a:off x="5684040" y="524844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7" y="2722"/>
                  </a:lnTo>
                  <a:lnTo>
                    <a:pt x="39482" y="7777"/>
                  </a:lnTo>
                  <a:lnTo>
                    <a:pt x="43326" y="14456"/>
                  </a:lnTo>
                  <a:lnTo>
                    <a:pt x="43990" y="22050"/>
                  </a:lnTo>
                  <a:lnTo>
                    <a:pt x="41197" y="29136"/>
                  </a:lnTo>
                  <a:lnTo>
                    <a:pt x="35615" y="34443"/>
                  </a:lnTo>
                  <a:lnTo>
                    <a:pt x="28037" y="37469"/>
                  </a:lnTo>
                  <a:lnTo>
                    <a:pt x="19260" y="37710"/>
                  </a:lnTo>
                  <a:lnTo>
                    <a:pt x="10912" y="34983"/>
                  </a:lnTo>
                  <a:lnTo>
                    <a:pt x="4507" y="29928"/>
                  </a:lnTo>
                  <a:lnTo>
                    <a:pt x="663" y="23252"/>
                  </a:lnTo>
                  <a:lnTo>
                    <a:pt x="0" y="15660"/>
                  </a:lnTo>
                  <a:lnTo>
                    <a:pt x="2792" y="8573"/>
                  </a:lnTo>
                  <a:lnTo>
                    <a:pt x="8375" y="3266"/>
                  </a:lnTo>
                  <a:lnTo>
                    <a:pt x="15952" y="240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63" name="Group 119"/>
          <p:cNvGrpSpPr/>
          <p:nvPr/>
        </p:nvGrpSpPr>
        <p:grpSpPr>
          <a:xfrm>
            <a:off x="6339600" y="5291280"/>
            <a:ext cx="134280" cy="59760"/>
            <a:chOff x="6339600" y="5291280"/>
            <a:chExt cx="134280" cy="59760"/>
          </a:xfrm>
        </p:grpSpPr>
        <p:sp>
          <p:nvSpPr>
            <p:cNvPr id="564" name="CustomShape 120"/>
            <p:cNvSpPr/>
            <p:nvPr/>
          </p:nvSpPr>
          <p:spPr>
            <a:xfrm>
              <a:off x="6339600" y="5291280"/>
              <a:ext cx="43920" cy="4392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25184" y="0"/>
                  </a:moveTo>
                  <a:lnTo>
                    <a:pt x="16375" y="484"/>
                  </a:lnTo>
                  <a:lnTo>
                    <a:pt x="8701" y="4184"/>
                  </a:lnTo>
                  <a:lnTo>
                    <a:pt x="2972" y="10494"/>
                  </a:lnTo>
                  <a:lnTo>
                    <a:pt x="0" y="18808"/>
                  </a:lnTo>
                  <a:lnTo>
                    <a:pt x="484" y="27617"/>
                  </a:lnTo>
                  <a:lnTo>
                    <a:pt x="4184" y="35291"/>
                  </a:lnTo>
                  <a:lnTo>
                    <a:pt x="10494" y="41020"/>
                  </a:lnTo>
                  <a:lnTo>
                    <a:pt x="18808" y="43992"/>
                  </a:lnTo>
                  <a:lnTo>
                    <a:pt x="27617" y="43507"/>
                  </a:lnTo>
                  <a:lnTo>
                    <a:pt x="35291" y="39808"/>
                  </a:lnTo>
                  <a:lnTo>
                    <a:pt x="41020" y="33498"/>
                  </a:lnTo>
                  <a:lnTo>
                    <a:pt x="43992" y="25184"/>
                  </a:lnTo>
                  <a:lnTo>
                    <a:pt x="43507" y="16375"/>
                  </a:lnTo>
                  <a:lnTo>
                    <a:pt x="39808" y="8701"/>
                  </a:lnTo>
                  <a:lnTo>
                    <a:pt x="33498" y="2972"/>
                  </a:lnTo>
                  <a:lnTo>
                    <a:pt x="2518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65" name="CustomShape 121"/>
            <p:cNvSpPr/>
            <p:nvPr/>
          </p:nvSpPr>
          <p:spPr>
            <a:xfrm>
              <a:off x="6339600" y="5291280"/>
              <a:ext cx="43920" cy="4392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25180" y="0"/>
                  </a:moveTo>
                  <a:lnTo>
                    <a:pt x="33492" y="2969"/>
                  </a:lnTo>
                  <a:lnTo>
                    <a:pt x="39801" y="8697"/>
                  </a:lnTo>
                  <a:lnTo>
                    <a:pt x="43502" y="16371"/>
                  </a:lnTo>
                  <a:lnTo>
                    <a:pt x="43990" y="25180"/>
                  </a:lnTo>
                  <a:lnTo>
                    <a:pt x="41020" y="33492"/>
                  </a:lnTo>
                  <a:lnTo>
                    <a:pt x="35291" y="39801"/>
                  </a:lnTo>
                  <a:lnTo>
                    <a:pt x="27614" y="43502"/>
                  </a:lnTo>
                  <a:lnTo>
                    <a:pt x="18800" y="43990"/>
                  </a:lnTo>
                  <a:lnTo>
                    <a:pt x="10489" y="41015"/>
                  </a:lnTo>
                  <a:lnTo>
                    <a:pt x="4183" y="35287"/>
                  </a:lnTo>
                  <a:lnTo>
                    <a:pt x="486" y="27612"/>
                  </a:lnTo>
                  <a:lnTo>
                    <a:pt x="0" y="18800"/>
                  </a:lnTo>
                  <a:lnTo>
                    <a:pt x="2969" y="10487"/>
                  </a:lnTo>
                  <a:lnTo>
                    <a:pt x="8697" y="4180"/>
                  </a:lnTo>
                  <a:lnTo>
                    <a:pt x="16371" y="482"/>
                  </a:lnTo>
                  <a:lnTo>
                    <a:pt x="2518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66" name="CustomShape 122"/>
            <p:cNvSpPr/>
            <p:nvPr/>
          </p:nvSpPr>
          <p:spPr>
            <a:xfrm>
              <a:off x="6424200" y="531324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4" h="38100">
                  <a:moveTo>
                    <a:pt x="31543" y="0"/>
                  </a:moveTo>
                  <a:lnTo>
                    <a:pt x="0" y="23619"/>
                  </a:lnTo>
                  <a:lnTo>
                    <a:pt x="3297" y="30553"/>
                  </a:lnTo>
                  <a:lnTo>
                    <a:pt x="9742" y="35528"/>
                  </a:lnTo>
                  <a:lnTo>
                    <a:pt x="18418" y="38088"/>
                  </a:lnTo>
                  <a:lnTo>
                    <a:pt x="28409" y="37779"/>
                  </a:lnTo>
                  <a:lnTo>
                    <a:pt x="37867" y="34525"/>
                  </a:lnTo>
                  <a:lnTo>
                    <a:pt x="45072" y="29054"/>
                  </a:lnTo>
                  <a:lnTo>
                    <a:pt x="49333" y="22117"/>
                  </a:lnTo>
                  <a:lnTo>
                    <a:pt x="49961" y="14462"/>
                  </a:lnTo>
                  <a:lnTo>
                    <a:pt x="46663" y="7533"/>
                  </a:lnTo>
                  <a:lnTo>
                    <a:pt x="40219" y="2559"/>
                  </a:lnTo>
                  <a:lnTo>
                    <a:pt x="31543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67" name="CustomShape 123"/>
            <p:cNvSpPr/>
            <p:nvPr/>
          </p:nvSpPr>
          <p:spPr>
            <a:xfrm>
              <a:off x="6424200" y="531324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4" h="38100">
                  <a:moveTo>
                    <a:pt x="21550" y="304"/>
                  </a:moveTo>
                  <a:lnTo>
                    <a:pt x="31545" y="0"/>
                  </a:lnTo>
                  <a:lnTo>
                    <a:pt x="40222" y="2562"/>
                  </a:lnTo>
                  <a:lnTo>
                    <a:pt x="46668" y="7535"/>
                  </a:lnTo>
                  <a:lnTo>
                    <a:pt x="49970" y="14464"/>
                  </a:lnTo>
                  <a:lnTo>
                    <a:pt x="49345" y="22119"/>
                  </a:lnTo>
                  <a:lnTo>
                    <a:pt x="45082" y="29057"/>
                  </a:lnTo>
                  <a:lnTo>
                    <a:pt x="37876" y="34529"/>
                  </a:lnTo>
                  <a:lnTo>
                    <a:pt x="28420" y="37784"/>
                  </a:lnTo>
                  <a:lnTo>
                    <a:pt x="18424" y="38095"/>
                  </a:lnTo>
                  <a:lnTo>
                    <a:pt x="9747" y="35534"/>
                  </a:lnTo>
                  <a:lnTo>
                    <a:pt x="3301" y="30559"/>
                  </a:lnTo>
                  <a:lnTo>
                    <a:pt x="0" y="23624"/>
                  </a:lnTo>
                  <a:lnTo>
                    <a:pt x="625" y="15970"/>
                  </a:lnTo>
                  <a:lnTo>
                    <a:pt x="4887" y="9032"/>
                  </a:lnTo>
                  <a:lnTo>
                    <a:pt x="12093" y="3560"/>
                  </a:lnTo>
                  <a:lnTo>
                    <a:pt x="21550" y="30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68" name="Group 124"/>
          <p:cNvGrpSpPr/>
          <p:nvPr/>
        </p:nvGrpSpPr>
        <p:grpSpPr>
          <a:xfrm>
            <a:off x="5577840" y="4783320"/>
            <a:ext cx="49680" cy="43920"/>
            <a:chOff x="5577840" y="4783320"/>
            <a:chExt cx="49680" cy="43920"/>
          </a:xfrm>
        </p:grpSpPr>
        <p:sp>
          <p:nvSpPr>
            <p:cNvPr id="569" name="CustomShape 125"/>
            <p:cNvSpPr/>
            <p:nvPr/>
          </p:nvSpPr>
          <p:spPr>
            <a:xfrm>
              <a:off x="5577840" y="478332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31016" y="0"/>
                  </a:moveTo>
                  <a:lnTo>
                    <a:pt x="0" y="26492"/>
                  </a:lnTo>
                  <a:lnTo>
                    <a:pt x="3521" y="34644"/>
                  </a:lnTo>
                  <a:lnTo>
                    <a:pt x="10147" y="40612"/>
                  </a:lnTo>
                  <a:lnTo>
                    <a:pt x="18945" y="43841"/>
                  </a:lnTo>
                  <a:lnTo>
                    <a:pt x="28981" y="43777"/>
                  </a:lnTo>
                  <a:lnTo>
                    <a:pt x="38394" y="40278"/>
                  </a:lnTo>
                  <a:lnTo>
                    <a:pt x="45477" y="34138"/>
                  </a:lnTo>
                  <a:lnTo>
                    <a:pt x="49557" y="26207"/>
                  </a:lnTo>
                  <a:lnTo>
                    <a:pt x="49961" y="17336"/>
                  </a:lnTo>
                  <a:lnTo>
                    <a:pt x="46440" y="9192"/>
                  </a:lnTo>
                  <a:lnTo>
                    <a:pt x="39814" y="3227"/>
                  </a:lnTo>
                  <a:lnTo>
                    <a:pt x="3101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70" name="CustomShape 126"/>
            <p:cNvSpPr/>
            <p:nvPr/>
          </p:nvSpPr>
          <p:spPr>
            <a:xfrm>
              <a:off x="5577840" y="478332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20980" y="64"/>
                  </a:moveTo>
                  <a:lnTo>
                    <a:pt x="31020" y="0"/>
                  </a:lnTo>
                  <a:lnTo>
                    <a:pt x="39821" y="3229"/>
                  </a:lnTo>
                  <a:lnTo>
                    <a:pt x="46448" y="9196"/>
                  </a:lnTo>
                  <a:lnTo>
                    <a:pt x="49970" y="17344"/>
                  </a:lnTo>
                  <a:lnTo>
                    <a:pt x="49564" y="26216"/>
                  </a:lnTo>
                  <a:lnTo>
                    <a:pt x="45483" y="34145"/>
                  </a:lnTo>
                  <a:lnTo>
                    <a:pt x="38400" y="40284"/>
                  </a:lnTo>
                  <a:lnTo>
                    <a:pt x="28990" y="43784"/>
                  </a:lnTo>
                  <a:lnTo>
                    <a:pt x="18950" y="43849"/>
                  </a:lnTo>
                  <a:lnTo>
                    <a:pt x="10152" y="40619"/>
                  </a:lnTo>
                  <a:lnTo>
                    <a:pt x="3525" y="34652"/>
                  </a:lnTo>
                  <a:lnTo>
                    <a:pt x="0" y="26504"/>
                  </a:lnTo>
                  <a:lnTo>
                    <a:pt x="405" y="17637"/>
                  </a:lnTo>
                  <a:lnTo>
                    <a:pt x="4486" y="9707"/>
                  </a:lnTo>
                  <a:lnTo>
                    <a:pt x="11569" y="3565"/>
                  </a:lnTo>
                  <a:lnTo>
                    <a:pt x="20980" y="6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71" name="Group 127"/>
          <p:cNvGrpSpPr/>
          <p:nvPr/>
        </p:nvGrpSpPr>
        <p:grpSpPr>
          <a:xfrm>
            <a:off x="6089040" y="5648400"/>
            <a:ext cx="43560" cy="37800"/>
            <a:chOff x="6089040" y="5648400"/>
            <a:chExt cx="43560" cy="37800"/>
          </a:xfrm>
        </p:grpSpPr>
        <p:sp>
          <p:nvSpPr>
            <p:cNvPr id="572" name="CustomShape 128"/>
            <p:cNvSpPr/>
            <p:nvPr/>
          </p:nvSpPr>
          <p:spPr>
            <a:xfrm>
              <a:off x="6089040" y="564840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27202" y="0"/>
                  </a:moveTo>
                  <a:lnTo>
                    <a:pt x="0" y="22824"/>
                  </a:lnTo>
                  <a:lnTo>
                    <a:pt x="3052" y="29805"/>
                  </a:lnTo>
                  <a:lnTo>
                    <a:pt x="8828" y="34905"/>
                  </a:lnTo>
                  <a:lnTo>
                    <a:pt x="16510" y="37647"/>
                  </a:lnTo>
                  <a:lnTo>
                    <a:pt x="25285" y="37556"/>
                  </a:lnTo>
                  <a:lnTo>
                    <a:pt x="33528" y="34527"/>
                  </a:lnTo>
                  <a:lnTo>
                    <a:pt x="39743" y="29242"/>
                  </a:lnTo>
                  <a:lnTo>
                    <a:pt x="43336" y="22431"/>
                  </a:lnTo>
                  <a:lnTo>
                    <a:pt x="43713" y="14823"/>
                  </a:lnTo>
                  <a:lnTo>
                    <a:pt x="40660" y="7842"/>
                  </a:lnTo>
                  <a:lnTo>
                    <a:pt x="34885" y="2742"/>
                  </a:lnTo>
                  <a:lnTo>
                    <a:pt x="27202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73" name="CustomShape 129"/>
            <p:cNvSpPr/>
            <p:nvPr/>
          </p:nvSpPr>
          <p:spPr>
            <a:xfrm>
              <a:off x="6089040" y="564840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18430" y="90"/>
                  </a:moveTo>
                  <a:lnTo>
                    <a:pt x="27206" y="0"/>
                  </a:lnTo>
                  <a:lnTo>
                    <a:pt x="34888" y="2741"/>
                  </a:lnTo>
                  <a:lnTo>
                    <a:pt x="40664" y="7840"/>
                  </a:lnTo>
                  <a:lnTo>
                    <a:pt x="43720" y="14820"/>
                  </a:lnTo>
                  <a:lnTo>
                    <a:pt x="43339" y="22429"/>
                  </a:lnTo>
                  <a:lnTo>
                    <a:pt x="39743" y="29242"/>
                  </a:lnTo>
                  <a:lnTo>
                    <a:pt x="33528" y="34530"/>
                  </a:lnTo>
                  <a:lnTo>
                    <a:pt x="25290" y="37560"/>
                  </a:lnTo>
                  <a:lnTo>
                    <a:pt x="16512" y="37646"/>
                  </a:lnTo>
                  <a:lnTo>
                    <a:pt x="8827" y="34905"/>
                  </a:lnTo>
                  <a:lnTo>
                    <a:pt x="3051" y="29809"/>
                  </a:lnTo>
                  <a:lnTo>
                    <a:pt x="0" y="22830"/>
                  </a:lnTo>
                  <a:lnTo>
                    <a:pt x="379" y="15221"/>
                  </a:lnTo>
                  <a:lnTo>
                    <a:pt x="3972" y="8407"/>
                  </a:lnTo>
                  <a:lnTo>
                    <a:pt x="10186" y="3120"/>
                  </a:lnTo>
                  <a:lnTo>
                    <a:pt x="18430" y="9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74" name="Group 130"/>
          <p:cNvGrpSpPr/>
          <p:nvPr/>
        </p:nvGrpSpPr>
        <p:grpSpPr>
          <a:xfrm>
            <a:off x="5433480" y="5302440"/>
            <a:ext cx="43560" cy="43560"/>
            <a:chOff x="5433480" y="5302440"/>
            <a:chExt cx="43560" cy="43560"/>
          </a:xfrm>
        </p:grpSpPr>
        <p:sp>
          <p:nvSpPr>
            <p:cNvPr id="575" name="CustomShape 131"/>
            <p:cNvSpPr/>
            <p:nvPr/>
          </p:nvSpPr>
          <p:spPr>
            <a:xfrm>
              <a:off x="5433480" y="5302440"/>
              <a:ext cx="43560" cy="43560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17856" y="0"/>
                  </a:moveTo>
                  <a:lnTo>
                    <a:pt x="9660" y="3275"/>
                  </a:lnTo>
                  <a:lnTo>
                    <a:pt x="3570" y="9232"/>
                  </a:lnTo>
                  <a:lnTo>
                    <a:pt x="159" y="17037"/>
                  </a:lnTo>
                  <a:lnTo>
                    <a:pt x="0" y="25857"/>
                  </a:lnTo>
                  <a:lnTo>
                    <a:pt x="3275" y="34053"/>
                  </a:lnTo>
                  <a:lnTo>
                    <a:pt x="9232" y="40143"/>
                  </a:lnTo>
                  <a:lnTo>
                    <a:pt x="17037" y="43554"/>
                  </a:lnTo>
                  <a:lnTo>
                    <a:pt x="25857" y="43713"/>
                  </a:lnTo>
                  <a:lnTo>
                    <a:pt x="34053" y="40437"/>
                  </a:lnTo>
                  <a:lnTo>
                    <a:pt x="40143" y="34480"/>
                  </a:lnTo>
                  <a:lnTo>
                    <a:pt x="43554" y="26675"/>
                  </a:lnTo>
                  <a:lnTo>
                    <a:pt x="43713" y="17856"/>
                  </a:lnTo>
                  <a:lnTo>
                    <a:pt x="40437" y="9660"/>
                  </a:lnTo>
                  <a:lnTo>
                    <a:pt x="34480" y="3570"/>
                  </a:lnTo>
                  <a:lnTo>
                    <a:pt x="26675" y="159"/>
                  </a:lnTo>
                  <a:lnTo>
                    <a:pt x="1785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76" name="CustomShape 132"/>
            <p:cNvSpPr/>
            <p:nvPr/>
          </p:nvSpPr>
          <p:spPr>
            <a:xfrm>
              <a:off x="5433480" y="5302440"/>
              <a:ext cx="43560" cy="43560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17860" y="0"/>
                  </a:moveTo>
                  <a:lnTo>
                    <a:pt x="26681" y="160"/>
                  </a:lnTo>
                  <a:lnTo>
                    <a:pt x="34487" y="3575"/>
                  </a:lnTo>
                  <a:lnTo>
                    <a:pt x="40444" y="9666"/>
                  </a:lnTo>
                  <a:lnTo>
                    <a:pt x="43720" y="17860"/>
                  </a:lnTo>
                  <a:lnTo>
                    <a:pt x="43560" y="26682"/>
                  </a:lnTo>
                  <a:lnTo>
                    <a:pt x="40148" y="34488"/>
                  </a:lnTo>
                  <a:lnTo>
                    <a:pt x="34057" y="40448"/>
                  </a:lnTo>
                  <a:lnTo>
                    <a:pt x="25860" y="43730"/>
                  </a:lnTo>
                  <a:lnTo>
                    <a:pt x="17038" y="43569"/>
                  </a:lnTo>
                  <a:lnTo>
                    <a:pt x="9232" y="40155"/>
                  </a:lnTo>
                  <a:lnTo>
                    <a:pt x="3275" y="34063"/>
                  </a:lnTo>
                  <a:lnTo>
                    <a:pt x="0" y="25870"/>
                  </a:lnTo>
                  <a:lnTo>
                    <a:pt x="159" y="17047"/>
                  </a:lnTo>
                  <a:lnTo>
                    <a:pt x="3571" y="9241"/>
                  </a:lnTo>
                  <a:lnTo>
                    <a:pt x="9662" y="3281"/>
                  </a:lnTo>
                  <a:lnTo>
                    <a:pt x="1786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77" name="Group 133"/>
          <p:cNvGrpSpPr/>
          <p:nvPr/>
        </p:nvGrpSpPr>
        <p:grpSpPr>
          <a:xfrm>
            <a:off x="5682600" y="4454640"/>
            <a:ext cx="43560" cy="37800"/>
            <a:chOff x="5682600" y="4454640"/>
            <a:chExt cx="43560" cy="37800"/>
          </a:xfrm>
        </p:grpSpPr>
        <p:sp>
          <p:nvSpPr>
            <p:cNvPr id="578" name="CustomShape 134"/>
            <p:cNvSpPr/>
            <p:nvPr/>
          </p:nvSpPr>
          <p:spPr>
            <a:xfrm>
              <a:off x="5682600" y="445464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27202" y="0"/>
                  </a:moveTo>
                  <a:lnTo>
                    <a:pt x="0" y="22824"/>
                  </a:lnTo>
                  <a:lnTo>
                    <a:pt x="3052" y="29805"/>
                  </a:lnTo>
                  <a:lnTo>
                    <a:pt x="8828" y="34905"/>
                  </a:lnTo>
                  <a:lnTo>
                    <a:pt x="16510" y="37647"/>
                  </a:lnTo>
                  <a:lnTo>
                    <a:pt x="25285" y="37556"/>
                  </a:lnTo>
                  <a:lnTo>
                    <a:pt x="33528" y="34527"/>
                  </a:lnTo>
                  <a:lnTo>
                    <a:pt x="39743" y="29242"/>
                  </a:lnTo>
                  <a:lnTo>
                    <a:pt x="43336" y="22431"/>
                  </a:lnTo>
                  <a:lnTo>
                    <a:pt x="43713" y="14823"/>
                  </a:lnTo>
                  <a:lnTo>
                    <a:pt x="40660" y="7842"/>
                  </a:lnTo>
                  <a:lnTo>
                    <a:pt x="34885" y="2742"/>
                  </a:lnTo>
                  <a:lnTo>
                    <a:pt x="27202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79" name="CustomShape 135"/>
            <p:cNvSpPr/>
            <p:nvPr/>
          </p:nvSpPr>
          <p:spPr>
            <a:xfrm>
              <a:off x="5682600" y="445464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18430" y="86"/>
                  </a:moveTo>
                  <a:lnTo>
                    <a:pt x="27206" y="0"/>
                  </a:lnTo>
                  <a:lnTo>
                    <a:pt x="34888" y="2741"/>
                  </a:lnTo>
                  <a:lnTo>
                    <a:pt x="40664" y="7837"/>
                  </a:lnTo>
                  <a:lnTo>
                    <a:pt x="43720" y="14816"/>
                  </a:lnTo>
                  <a:lnTo>
                    <a:pt x="43339" y="22425"/>
                  </a:lnTo>
                  <a:lnTo>
                    <a:pt x="39743" y="29238"/>
                  </a:lnTo>
                  <a:lnTo>
                    <a:pt x="33528" y="34526"/>
                  </a:lnTo>
                  <a:lnTo>
                    <a:pt x="25290" y="37556"/>
                  </a:lnTo>
                  <a:lnTo>
                    <a:pt x="16512" y="37646"/>
                  </a:lnTo>
                  <a:lnTo>
                    <a:pt x="8827" y="34905"/>
                  </a:lnTo>
                  <a:lnTo>
                    <a:pt x="3051" y="29806"/>
                  </a:lnTo>
                  <a:lnTo>
                    <a:pt x="0" y="22826"/>
                  </a:lnTo>
                  <a:lnTo>
                    <a:pt x="379" y="15217"/>
                  </a:lnTo>
                  <a:lnTo>
                    <a:pt x="3972" y="8403"/>
                  </a:lnTo>
                  <a:lnTo>
                    <a:pt x="10186" y="3116"/>
                  </a:lnTo>
                  <a:lnTo>
                    <a:pt x="18430" y="86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80" name="Group 136"/>
          <p:cNvGrpSpPr/>
          <p:nvPr/>
        </p:nvGrpSpPr>
        <p:grpSpPr>
          <a:xfrm>
            <a:off x="5979600" y="5143680"/>
            <a:ext cx="49680" cy="37800"/>
            <a:chOff x="5979600" y="5143680"/>
            <a:chExt cx="49680" cy="37800"/>
          </a:xfrm>
        </p:grpSpPr>
        <p:sp>
          <p:nvSpPr>
            <p:cNvPr id="581" name="CustomShape 137"/>
            <p:cNvSpPr/>
            <p:nvPr/>
          </p:nvSpPr>
          <p:spPr>
            <a:xfrm>
              <a:off x="5979600" y="514368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4" h="38100">
                  <a:moveTo>
                    <a:pt x="31543" y="0"/>
                  </a:moveTo>
                  <a:lnTo>
                    <a:pt x="0" y="23613"/>
                  </a:lnTo>
                  <a:lnTo>
                    <a:pt x="3297" y="30548"/>
                  </a:lnTo>
                  <a:lnTo>
                    <a:pt x="9742" y="35523"/>
                  </a:lnTo>
                  <a:lnTo>
                    <a:pt x="18418" y="38083"/>
                  </a:lnTo>
                  <a:lnTo>
                    <a:pt x="28409" y="37774"/>
                  </a:lnTo>
                  <a:lnTo>
                    <a:pt x="37867" y="34520"/>
                  </a:lnTo>
                  <a:lnTo>
                    <a:pt x="45072" y="29050"/>
                  </a:lnTo>
                  <a:lnTo>
                    <a:pt x="49333" y="22116"/>
                  </a:lnTo>
                  <a:lnTo>
                    <a:pt x="49961" y="14469"/>
                  </a:lnTo>
                  <a:lnTo>
                    <a:pt x="46663" y="7535"/>
                  </a:lnTo>
                  <a:lnTo>
                    <a:pt x="40219" y="2560"/>
                  </a:lnTo>
                  <a:lnTo>
                    <a:pt x="31543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82" name="CustomShape 138"/>
            <p:cNvSpPr/>
            <p:nvPr/>
          </p:nvSpPr>
          <p:spPr>
            <a:xfrm>
              <a:off x="5979600" y="514368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4" h="38100">
                  <a:moveTo>
                    <a:pt x="21550" y="310"/>
                  </a:moveTo>
                  <a:lnTo>
                    <a:pt x="31545" y="0"/>
                  </a:lnTo>
                  <a:lnTo>
                    <a:pt x="40222" y="2560"/>
                  </a:lnTo>
                  <a:lnTo>
                    <a:pt x="46668" y="7535"/>
                  </a:lnTo>
                  <a:lnTo>
                    <a:pt x="49970" y="14470"/>
                  </a:lnTo>
                  <a:lnTo>
                    <a:pt x="49345" y="22124"/>
                  </a:lnTo>
                  <a:lnTo>
                    <a:pt x="45082" y="29062"/>
                  </a:lnTo>
                  <a:lnTo>
                    <a:pt x="37876" y="34534"/>
                  </a:lnTo>
                  <a:lnTo>
                    <a:pt x="28420" y="37790"/>
                  </a:lnTo>
                  <a:lnTo>
                    <a:pt x="18424" y="38100"/>
                  </a:lnTo>
                  <a:lnTo>
                    <a:pt x="9747" y="35540"/>
                  </a:lnTo>
                  <a:lnTo>
                    <a:pt x="3301" y="30565"/>
                  </a:lnTo>
                  <a:lnTo>
                    <a:pt x="0" y="23630"/>
                  </a:lnTo>
                  <a:lnTo>
                    <a:pt x="625" y="15975"/>
                  </a:lnTo>
                  <a:lnTo>
                    <a:pt x="4887" y="9037"/>
                  </a:lnTo>
                  <a:lnTo>
                    <a:pt x="12093" y="3565"/>
                  </a:lnTo>
                  <a:lnTo>
                    <a:pt x="21550" y="31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83" name="Group 139"/>
          <p:cNvGrpSpPr/>
          <p:nvPr/>
        </p:nvGrpSpPr>
        <p:grpSpPr>
          <a:xfrm>
            <a:off x="6411240" y="4700520"/>
            <a:ext cx="49680" cy="37800"/>
            <a:chOff x="6411240" y="4700520"/>
            <a:chExt cx="49680" cy="37800"/>
          </a:xfrm>
        </p:grpSpPr>
        <p:sp>
          <p:nvSpPr>
            <p:cNvPr id="584" name="CustomShape 140"/>
            <p:cNvSpPr/>
            <p:nvPr/>
          </p:nvSpPr>
          <p:spPr>
            <a:xfrm>
              <a:off x="6411240" y="470052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4" h="38100">
                  <a:moveTo>
                    <a:pt x="31543" y="0"/>
                  </a:moveTo>
                  <a:lnTo>
                    <a:pt x="0" y="23624"/>
                  </a:lnTo>
                  <a:lnTo>
                    <a:pt x="3297" y="30558"/>
                  </a:lnTo>
                  <a:lnTo>
                    <a:pt x="9742" y="35533"/>
                  </a:lnTo>
                  <a:lnTo>
                    <a:pt x="18418" y="38094"/>
                  </a:lnTo>
                  <a:lnTo>
                    <a:pt x="28409" y="37784"/>
                  </a:lnTo>
                  <a:lnTo>
                    <a:pt x="37867" y="34531"/>
                  </a:lnTo>
                  <a:lnTo>
                    <a:pt x="45072" y="29061"/>
                  </a:lnTo>
                  <a:lnTo>
                    <a:pt x="49333" y="22127"/>
                  </a:lnTo>
                  <a:lnTo>
                    <a:pt x="49961" y="14480"/>
                  </a:lnTo>
                  <a:lnTo>
                    <a:pt x="46663" y="7543"/>
                  </a:lnTo>
                  <a:lnTo>
                    <a:pt x="40219" y="2564"/>
                  </a:lnTo>
                  <a:lnTo>
                    <a:pt x="31543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85" name="CustomShape 141"/>
            <p:cNvSpPr/>
            <p:nvPr/>
          </p:nvSpPr>
          <p:spPr>
            <a:xfrm>
              <a:off x="6411240" y="470052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4" h="38100">
                  <a:moveTo>
                    <a:pt x="21550" y="310"/>
                  </a:moveTo>
                  <a:lnTo>
                    <a:pt x="31545" y="0"/>
                  </a:lnTo>
                  <a:lnTo>
                    <a:pt x="40222" y="2560"/>
                  </a:lnTo>
                  <a:lnTo>
                    <a:pt x="46668" y="7535"/>
                  </a:lnTo>
                  <a:lnTo>
                    <a:pt x="49970" y="14470"/>
                  </a:lnTo>
                  <a:lnTo>
                    <a:pt x="49345" y="22124"/>
                  </a:lnTo>
                  <a:lnTo>
                    <a:pt x="45082" y="29061"/>
                  </a:lnTo>
                  <a:lnTo>
                    <a:pt x="37876" y="34530"/>
                  </a:lnTo>
                  <a:lnTo>
                    <a:pt x="28420" y="37780"/>
                  </a:lnTo>
                  <a:lnTo>
                    <a:pt x="18424" y="38090"/>
                  </a:lnTo>
                  <a:lnTo>
                    <a:pt x="9747" y="35530"/>
                  </a:lnTo>
                  <a:lnTo>
                    <a:pt x="3301" y="30555"/>
                  </a:lnTo>
                  <a:lnTo>
                    <a:pt x="0" y="23620"/>
                  </a:lnTo>
                  <a:lnTo>
                    <a:pt x="625" y="15971"/>
                  </a:lnTo>
                  <a:lnTo>
                    <a:pt x="4887" y="9036"/>
                  </a:lnTo>
                  <a:lnTo>
                    <a:pt x="12093" y="3565"/>
                  </a:lnTo>
                  <a:lnTo>
                    <a:pt x="21550" y="31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86" name="Group 142"/>
          <p:cNvGrpSpPr/>
          <p:nvPr/>
        </p:nvGrpSpPr>
        <p:grpSpPr>
          <a:xfrm>
            <a:off x="5112720" y="4586760"/>
            <a:ext cx="49680" cy="43920"/>
            <a:chOff x="5112720" y="4586760"/>
            <a:chExt cx="49680" cy="43920"/>
          </a:xfrm>
        </p:grpSpPr>
        <p:sp>
          <p:nvSpPr>
            <p:cNvPr id="587" name="CustomShape 143"/>
            <p:cNvSpPr/>
            <p:nvPr/>
          </p:nvSpPr>
          <p:spPr>
            <a:xfrm>
              <a:off x="5112720" y="458676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31016" y="0"/>
                  </a:moveTo>
                  <a:lnTo>
                    <a:pt x="0" y="26492"/>
                  </a:lnTo>
                  <a:lnTo>
                    <a:pt x="3521" y="34644"/>
                  </a:lnTo>
                  <a:lnTo>
                    <a:pt x="10147" y="40611"/>
                  </a:lnTo>
                  <a:lnTo>
                    <a:pt x="18945" y="43841"/>
                  </a:lnTo>
                  <a:lnTo>
                    <a:pt x="28981" y="43777"/>
                  </a:lnTo>
                  <a:lnTo>
                    <a:pt x="38394" y="40278"/>
                  </a:lnTo>
                  <a:lnTo>
                    <a:pt x="45477" y="34139"/>
                  </a:lnTo>
                  <a:lnTo>
                    <a:pt x="49557" y="26212"/>
                  </a:lnTo>
                  <a:lnTo>
                    <a:pt x="49961" y="17348"/>
                  </a:lnTo>
                  <a:lnTo>
                    <a:pt x="46440" y="9197"/>
                  </a:lnTo>
                  <a:lnTo>
                    <a:pt x="39814" y="3229"/>
                  </a:lnTo>
                  <a:lnTo>
                    <a:pt x="3101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88" name="CustomShape 144"/>
            <p:cNvSpPr/>
            <p:nvPr/>
          </p:nvSpPr>
          <p:spPr>
            <a:xfrm>
              <a:off x="5112720" y="458676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20980" y="64"/>
                  </a:moveTo>
                  <a:lnTo>
                    <a:pt x="31015" y="0"/>
                  </a:lnTo>
                  <a:lnTo>
                    <a:pt x="39812" y="3229"/>
                  </a:lnTo>
                  <a:lnTo>
                    <a:pt x="46438" y="9196"/>
                  </a:lnTo>
                  <a:lnTo>
                    <a:pt x="49960" y="17344"/>
                  </a:lnTo>
                  <a:lnTo>
                    <a:pt x="49559" y="26216"/>
                  </a:lnTo>
                  <a:lnTo>
                    <a:pt x="45477" y="34145"/>
                  </a:lnTo>
                  <a:lnTo>
                    <a:pt x="38392" y="40284"/>
                  </a:lnTo>
                  <a:lnTo>
                    <a:pt x="28980" y="43784"/>
                  </a:lnTo>
                  <a:lnTo>
                    <a:pt x="18945" y="43849"/>
                  </a:lnTo>
                  <a:lnTo>
                    <a:pt x="10147" y="40619"/>
                  </a:lnTo>
                  <a:lnTo>
                    <a:pt x="3521" y="34652"/>
                  </a:lnTo>
                  <a:lnTo>
                    <a:pt x="0" y="26504"/>
                  </a:lnTo>
                  <a:lnTo>
                    <a:pt x="400" y="17637"/>
                  </a:lnTo>
                  <a:lnTo>
                    <a:pt x="4482" y="9707"/>
                  </a:lnTo>
                  <a:lnTo>
                    <a:pt x="11567" y="3565"/>
                  </a:lnTo>
                  <a:lnTo>
                    <a:pt x="20980" y="6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89" name="Group 145"/>
          <p:cNvGrpSpPr/>
          <p:nvPr/>
        </p:nvGrpSpPr>
        <p:grpSpPr>
          <a:xfrm>
            <a:off x="6118920" y="3246480"/>
            <a:ext cx="50400" cy="37800"/>
            <a:chOff x="6118920" y="3246480"/>
            <a:chExt cx="50400" cy="37800"/>
          </a:xfrm>
        </p:grpSpPr>
        <p:sp>
          <p:nvSpPr>
            <p:cNvPr id="590" name="CustomShape 146"/>
            <p:cNvSpPr/>
            <p:nvPr/>
          </p:nvSpPr>
          <p:spPr>
            <a:xfrm>
              <a:off x="6118920" y="32464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1" name="CustomShape 147"/>
            <p:cNvSpPr/>
            <p:nvPr/>
          </p:nvSpPr>
          <p:spPr>
            <a:xfrm>
              <a:off x="6118920" y="32464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7" y="11635"/>
                  </a:lnTo>
                  <a:lnTo>
                    <a:pt x="7442" y="5580"/>
                  </a:lnTo>
                  <a:lnTo>
                    <a:pt x="15516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6" y="36602"/>
                  </a:lnTo>
                  <a:lnTo>
                    <a:pt x="7442" y="32520"/>
                  </a:lnTo>
                  <a:lnTo>
                    <a:pt x="1997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92" name="Group 148"/>
          <p:cNvGrpSpPr/>
          <p:nvPr/>
        </p:nvGrpSpPr>
        <p:grpSpPr>
          <a:xfrm>
            <a:off x="7174800" y="3003480"/>
            <a:ext cx="145440" cy="119520"/>
            <a:chOff x="7174800" y="3003480"/>
            <a:chExt cx="145440" cy="119520"/>
          </a:xfrm>
        </p:grpSpPr>
        <p:sp>
          <p:nvSpPr>
            <p:cNvPr id="593" name="CustomShape 149"/>
            <p:cNvSpPr/>
            <p:nvPr/>
          </p:nvSpPr>
          <p:spPr>
            <a:xfrm>
              <a:off x="7269840" y="30034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4" name="CustomShape 150"/>
            <p:cNvSpPr/>
            <p:nvPr/>
          </p:nvSpPr>
          <p:spPr>
            <a:xfrm>
              <a:off x="7269840" y="30034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5" name="CustomShape 151"/>
            <p:cNvSpPr/>
            <p:nvPr/>
          </p:nvSpPr>
          <p:spPr>
            <a:xfrm>
              <a:off x="7174800" y="3084120"/>
              <a:ext cx="43560" cy="38880"/>
            </a:xfrm>
            <a:custGeom>
              <a:avLst/>
              <a:gdLst/>
              <a:ahLst/>
              <a:cxnLst/>
              <a:rect l="l" t="t" r="r" b="b"/>
              <a:pathLst>
                <a:path w="43815" h="39369">
                  <a:moveTo>
                    <a:pt x="24359" y="0"/>
                  </a:moveTo>
                  <a:lnTo>
                    <a:pt x="15689" y="1346"/>
                  </a:lnTo>
                  <a:lnTo>
                    <a:pt x="7968" y="5529"/>
                  </a:lnTo>
                  <a:lnTo>
                    <a:pt x="2578" y="11653"/>
                  </a:lnTo>
                  <a:lnTo>
                    <a:pt x="0" y="18909"/>
                  </a:lnTo>
                  <a:lnTo>
                    <a:pt x="716" y="26492"/>
                  </a:lnTo>
                  <a:lnTo>
                    <a:pt x="4737" y="32961"/>
                  </a:lnTo>
                  <a:lnTo>
                    <a:pt x="11185" y="37176"/>
                  </a:lnTo>
                  <a:lnTo>
                    <a:pt x="19184" y="38787"/>
                  </a:lnTo>
                  <a:lnTo>
                    <a:pt x="27856" y="37440"/>
                  </a:lnTo>
                  <a:lnTo>
                    <a:pt x="35576" y="33263"/>
                  </a:lnTo>
                  <a:lnTo>
                    <a:pt x="40967" y="27139"/>
                  </a:lnTo>
                  <a:lnTo>
                    <a:pt x="43545" y="19879"/>
                  </a:lnTo>
                  <a:lnTo>
                    <a:pt x="42829" y="12294"/>
                  </a:lnTo>
                  <a:lnTo>
                    <a:pt x="38803" y="5826"/>
                  </a:lnTo>
                  <a:lnTo>
                    <a:pt x="32355" y="1610"/>
                  </a:lnTo>
                  <a:lnTo>
                    <a:pt x="24359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6" name="CustomShape 152"/>
            <p:cNvSpPr/>
            <p:nvPr/>
          </p:nvSpPr>
          <p:spPr>
            <a:xfrm>
              <a:off x="7174800" y="3084120"/>
              <a:ext cx="43560" cy="38880"/>
            </a:xfrm>
            <a:custGeom>
              <a:avLst/>
              <a:gdLst/>
              <a:ahLst/>
              <a:cxnLst/>
              <a:rect l="l" t="t" r="r" b="b"/>
              <a:pathLst>
                <a:path w="43815" h="39369">
                  <a:moveTo>
                    <a:pt x="713" y="26504"/>
                  </a:moveTo>
                  <a:lnTo>
                    <a:pt x="0" y="18918"/>
                  </a:lnTo>
                  <a:lnTo>
                    <a:pt x="2577" y="11656"/>
                  </a:lnTo>
                  <a:lnTo>
                    <a:pt x="7965" y="5527"/>
                  </a:lnTo>
                  <a:lnTo>
                    <a:pt x="15683" y="1344"/>
                  </a:lnTo>
                  <a:lnTo>
                    <a:pt x="24358" y="0"/>
                  </a:lnTo>
                  <a:lnTo>
                    <a:pt x="32356" y="1611"/>
                  </a:lnTo>
                  <a:lnTo>
                    <a:pt x="38805" y="5826"/>
                  </a:lnTo>
                  <a:lnTo>
                    <a:pt x="42833" y="12294"/>
                  </a:lnTo>
                  <a:lnTo>
                    <a:pt x="43547" y="19879"/>
                  </a:lnTo>
                  <a:lnTo>
                    <a:pt x="40970" y="27138"/>
                  </a:lnTo>
                  <a:lnTo>
                    <a:pt x="35581" y="33263"/>
                  </a:lnTo>
                  <a:lnTo>
                    <a:pt x="27863" y="37444"/>
                  </a:lnTo>
                  <a:lnTo>
                    <a:pt x="19187" y="38794"/>
                  </a:lnTo>
                  <a:lnTo>
                    <a:pt x="11187" y="37183"/>
                  </a:lnTo>
                  <a:lnTo>
                    <a:pt x="4738" y="32968"/>
                  </a:lnTo>
                  <a:lnTo>
                    <a:pt x="713" y="2650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97" name="Group 153"/>
          <p:cNvGrpSpPr/>
          <p:nvPr/>
        </p:nvGrpSpPr>
        <p:grpSpPr>
          <a:xfrm>
            <a:off x="6363360" y="3100320"/>
            <a:ext cx="97920" cy="58680"/>
            <a:chOff x="6363360" y="3100320"/>
            <a:chExt cx="97920" cy="58680"/>
          </a:xfrm>
        </p:grpSpPr>
        <p:sp>
          <p:nvSpPr>
            <p:cNvPr id="598" name="CustomShape 154"/>
            <p:cNvSpPr/>
            <p:nvPr/>
          </p:nvSpPr>
          <p:spPr>
            <a:xfrm>
              <a:off x="6363360" y="310032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9" name="CustomShape 155"/>
            <p:cNvSpPr/>
            <p:nvPr/>
          </p:nvSpPr>
          <p:spPr>
            <a:xfrm>
              <a:off x="6363360" y="310032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0" name="CustomShape 156"/>
            <p:cNvSpPr/>
            <p:nvPr/>
          </p:nvSpPr>
          <p:spPr>
            <a:xfrm>
              <a:off x="6417720" y="312120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27202" y="0"/>
                  </a:moveTo>
                  <a:lnTo>
                    <a:pt x="0" y="22824"/>
                  </a:lnTo>
                  <a:lnTo>
                    <a:pt x="3052" y="29805"/>
                  </a:lnTo>
                  <a:lnTo>
                    <a:pt x="8828" y="34905"/>
                  </a:lnTo>
                  <a:lnTo>
                    <a:pt x="16510" y="37647"/>
                  </a:lnTo>
                  <a:lnTo>
                    <a:pt x="25285" y="37556"/>
                  </a:lnTo>
                  <a:lnTo>
                    <a:pt x="33528" y="34527"/>
                  </a:lnTo>
                  <a:lnTo>
                    <a:pt x="39743" y="29242"/>
                  </a:lnTo>
                  <a:lnTo>
                    <a:pt x="43336" y="22431"/>
                  </a:lnTo>
                  <a:lnTo>
                    <a:pt x="43713" y="14823"/>
                  </a:lnTo>
                  <a:lnTo>
                    <a:pt x="40660" y="7842"/>
                  </a:lnTo>
                  <a:lnTo>
                    <a:pt x="34885" y="2742"/>
                  </a:lnTo>
                  <a:lnTo>
                    <a:pt x="27202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1" name="CustomShape 157"/>
            <p:cNvSpPr/>
            <p:nvPr/>
          </p:nvSpPr>
          <p:spPr>
            <a:xfrm>
              <a:off x="6417720" y="312120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18430" y="90"/>
                  </a:moveTo>
                  <a:lnTo>
                    <a:pt x="27206" y="0"/>
                  </a:lnTo>
                  <a:lnTo>
                    <a:pt x="34888" y="2741"/>
                  </a:lnTo>
                  <a:lnTo>
                    <a:pt x="40664" y="7840"/>
                  </a:lnTo>
                  <a:lnTo>
                    <a:pt x="43720" y="14820"/>
                  </a:lnTo>
                  <a:lnTo>
                    <a:pt x="43340" y="22429"/>
                  </a:lnTo>
                  <a:lnTo>
                    <a:pt x="39747" y="29242"/>
                  </a:lnTo>
                  <a:lnTo>
                    <a:pt x="33533" y="34530"/>
                  </a:lnTo>
                  <a:lnTo>
                    <a:pt x="25290" y="37560"/>
                  </a:lnTo>
                  <a:lnTo>
                    <a:pt x="16512" y="37646"/>
                  </a:lnTo>
                  <a:lnTo>
                    <a:pt x="8827" y="34905"/>
                  </a:lnTo>
                  <a:lnTo>
                    <a:pt x="3051" y="29809"/>
                  </a:lnTo>
                  <a:lnTo>
                    <a:pt x="0" y="22830"/>
                  </a:lnTo>
                  <a:lnTo>
                    <a:pt x="379" y="15221"/>
                  </a:lnTo>
                  <a:lnTo>
                    <a:pt x="3972" y="8407"/>
                  </a:lnTo>
                  <a:lnTo>
                    <a:pt x="10186" y="3120"/>
                  </a:lnTo>
                  <a:lnTo>
                    <a:pt x="18430" y="9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02" name="Group 158"/>
          <p:cNvGrpSpPr/>
          <p:nvPr/>
        </p:nvGrpSpPr>
        <p:grpSpPr>
          <a:xfrm>
            <a:off x="6310800" y="3598920"/>
            <a:ext cx="223920" cy="136080"/>
            <a:chOff x="6310800" y="3598920"/>
            <a:chExt cx="223920" cy="136080"/>
          </a:xfrm>
        </p:grpSpPr>
        <p:sp>
          <p:nvSpPr>
            <p:cNvPr id="603" name="CustomShape 159"/>
            <p:cNvSpPr/>
            <p:nvPr/>
          </p:nvSpPr>
          <p:spPr>
            <a:xfrm>
              <a:off x="6310800" y="359892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4" name="CustomShape 160"/>
            <p:cNvSpPr/>
            <p:nvPr/>
          </p:nvSpPr>
          <p:spPr>
            <a:xfrm>
              <a:off x="6310800" y="359892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5" name="CustomShape 161"/>
            <p:cNvSpPr/>
            <p:nvPr/>
          </p:nvSpPr>
          <p:spPr>
            <a:xfrm>
              <a:off x="6484320" y="3691080"/>
              <a:ext cx="50400" cy="43920"/>
            </a:xfrm>
            <a:custGeom>
              <a:avLst/>
              <a:gdLst/>
              <a:ahLst/>
              <a:cxnLst/>
              <a:rect l="l" t="t" r="r" b="b"/>
              <a:pathLst>
                <a:path w="50800" h="44450">
                  <a:moveTo>
                    <a:pt x="28321" y="0"/>
                  </a:moveTo>
                  <a:lnTo>
                    <a:pt x="18286" y="306"/>
                  </a:lnTo>
                  <a:lnTo>
                    <a:pt x="9612" y="3860"/>
                  </a:lnTo>
                  <a:lnTo>
                    <a:pt x="3212" y="10072"/>
                  </a:lnTo>
                  <a:lnTo>
                    <a:pt x="0" y="18351"/>
                  </a:lnTo>
                  <a:lnTo>
                    <a:pt x="732" y="27196"/>
                  </a:lnTo>
                  <a:lnTo>
                    <a:pt x="5105" y="34967"/>
                  </a:lnTo>
                  <a:lnTo>
                    <a:pt x="12412" y="40841"/>
                  </a:lnTo>
                  <a:lnTo>
                    <a:pt x="21945" y="43992"/>
                  </a:lnTo>
                  <a:lnTo>
                    <a:pt x="31978" y="43681"/>
                  </a:lnTo>
                  <a:lnTo>
                    <a:pt x="40649" y="40127"/>
                  </a:lnTo>
                  <a:lnTo>
                    <a:pt x="47048" y="33918"/>
                  </a:lnTo>
                  <a:lnTo>
                    <a:pt x="50266" y="25641"/>
                  </a:lnTo>
                  <a:lnTo>
                    <a:pt x="49534" y="16796"/>
                  </a:lnTo>
                  <a:lnTo>
                    <a:pt x="45161" y="9024"/>
                  </a:lnTo>
                  <a:lnTo>
                    <a:pt x="37854" y="3150"/>
                  </a:lnTo>
                  <a:lnTo>
                    <a:pt x="28321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6" name="CustomShape 162"/>
            <p:cNvSpPr/>
            <p:nvPr/>
          </p:nvSpPr>
          <p:spPr>
            <a:xfrm>
              <a:off x="6484320" y="3691080"/>
              <a:ext cx="50400" cy="43920"/>
            </a:xfrm>
            <a:custGeom>
              <a:avLst/>
              <a:gdLst/>
              <a:ahLst/>
              <a:cxnLst/>
              <a:rect l="l" t="t" r="r" b="b"/>
              <a:pathLst>
                <a:path w="50800" h="44450">
                  <a:moveTo>
                    <a:pt x="28330" y="0"/>
                  </a:moveTo>
                  <a:lnTo>
                    <a:pt x="37862" y="3145"/>
                  </a:lnTo>
                  <a:lnTo>
                    <a:pt x="45170" y="9017"/>
                  </a:lnTo>
                  <a:lnTo>
                    <a:pt x="49544" y="16790"/>
                  </a:lnTo>
                  <a:lnTo>
                    <a:pt x="50280" y="25640"/>
                  </a:lnTo>
                  <a:lnTo>
                    <a:pt x="47058" y="33915"/>
                  </a:lnTo>
                  <a:lnTo>
                    <a:pt x="40656" y="40125"/>
                  </a:lnTo>
                  <a:lnTo>
                    <a:pt x="31983" y="43679"/>
                  </a:lnTo>
                  <a:lnTo>
                    <a:pt x="21950" y="43990"/>
                  </a:lnTo>
                  <a:lnTo>
                    <a:pt x="12417" y="40838"/>
                  </a:lnTo>
                  <a:lnTo>
                    <a:pt x="5110" y="34963"/>
                  </a:lnTo>
                  <a:lnTo>
                    <a:pt x="735" y="27189"/>
                  </a:lnTo>
                  <a:lnTo>
                    <a:pt x="0" y="18340"/>
                  </a:lnTo>
                  <a:lnTo>
                    <a:pt x="3221" y="10068"/>
                  </a:lnTo>
                  <a:lnTo>
                    <a:pt x="9623" y="3860"/>
                  </a:lnTo>
                  <a:lnTo>
                    <a:pt x="18296" y="306"/>
                  </a:lnTo>
                  <a:lnTo>
                    <a:pt x="2833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7" name="CustomShape 163"/>
            <p:cNvSpPr/>
            <p:nvPr/>
          </p:nvSpPr>
          <p:spPr>
            <a:xfrm>
              <a:off x="6393960" y="361044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31016" y="0"/>
                  </a:moveTo>
                  <a:lnTo>
                    <a:pt x="0" y="26492"/>
                  </a:lnTo>
                  <a:lnTo>
                    <a:pt x="3521" y="34644"/>
                  </a:lnTo>
                  <a:lnTo>
                    <a:pt x="10147" y="40611"/>
                  </a:lnTo>
                  <a:lnTo>
                    <a:pt x="18945" y="43841"/>
                  </a:lnTo>
                  <a:lnTo>
                    <a:pt x="28981" y="43777"/>
                  </a:lnTo>
                  <a:lnTo>
                    <a:pt x="38394" y="40278"/>
                  </a:lnTo>
                  <a:lnTo>
                    <a:pt x="45477" y="34139"/>
                  </a:lnTo>
                  <a:lnTo>
                    <a:pt x="49557" y="26212"/>
                  </a:lnTo>
                  <a:lnTo>
                    <a:pt x="49961" y="17348"/>
                  </a:lnTo>
                  <a:lnTo>
                    <a:pt x="46440" y="9197"/>
                  </a:lnTo>
                  <a:lnTo>
                    <a:pt x="39814" y="3229"/>
                  </a:lnTo>
                  <a:lnTo>
                    <a:pt x="3101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8" name="CustomShape 164"/>
            <p:cNvSpPr/>
            <p:nvPr/>
          </p:nvSpPr>
          <p:spPr>
            <a:xfrm>
              <a:off x="6393960" y="361044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20980" y="64"/>
                  </a:moveTo>
                  <a:lnTo>
                    <a:pt x="31020" y="0"/>
                  </a:lnTo>
                  <a:lnTo>
                    <a:pt x="39821" y="3229"/>
                  </a:lnTo>
                  <a:lnTo>
                    <a:pt x="46448" y="9196"/>
                  </a:lnTo>
                  <a:lnTo>
                    <a:pt x="49970" y="17344"/>
                  </a:lnTo>
                  <a:lnTo>
                    <a:pt x="49564" y="26216"/>
                  </a:lnTo>
                  <a:lnTo>
                    <a:pt x="45483" y="34145"/>
                  </a:lnTo>
                  <a:lnTo>
                    <a:pt x="38400" y="40284"/>
                  </a:lnTo>
                  <a:lnTo>
                    <a:pt x="28990" y="43784"/>
                  </a:lnTo>
                  <a:lnTo>
                    <a:pt x="18949" y="43849"/>
                  </a:lnTo>
                  <a:lnTo>
                    <a:pt x="10148" y="40619"/>
                  </a:lnTo>
                  <a:lnTo>
                    <a:pt x="3521" y="34652"/>
                  </a:lnTo>
                  <a:lnTo>
                    <a:pt x="0" y="26504"/>
                  </a:lnTo>
                  <a:lnTo>
                    <a:pt x="405" y="17632"/>
                  </a:lnTo>
                  <a:lnTo>
                    <a:pt x="4486" y="9703"/>
                  </a:lnTo>
                  <a:lnTo>
                    <a:pt x="11569" y="3564"/>
                  </a:lnTo>
                  <a:lnTo>
                    <a:pt x="20980" y="6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09" name="Group 165"/>
          <p:cNvGrpSpPr/>
          <p:nvPr/>
        </p:nvGrpSpPr>
        <p:grpSpPr>
          <a:xfrm>
            <a:off x="6728400" y="3459240"/>
            <a:ext cx="50400" cy="37800"/>
            <a:chOff x="6728400" y="3459240"/>
            <a:chExt cx="50400" cy="37800"/>
          </a:xfrm>
        </p:grpSpPr>
        <p:sp>
          <p:nvSpPr>
            <p:cNvPr id="610" name="CustomShape 166"/>
            <p:cNvSpPr/>
            <p:nvPr/>
          </p:nvSpPr>
          <p:spPr>
            <a:xfrm>
              <a:off x="6728400" y="34592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11" name="CustomShape 167"/>
            <p:cNvSpPr/>
            <p:nvPr/>
          </p:nvSpPr>
          <p:spPr>
            <a:xfrm>
              <a:off x="6728400" y="34592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7" y="11635"/>
                  </a:lnTo>
                  <a:lnTo>
                    <a:pt x="7442" y="5580"/>
                  </a:lnTo>
                  <a:lnTo>
                    <a:pt x="15516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6" y="36602"/>
                  </a:lnTo>
                  <a:lnTo>
                    <a:pt x="7442" y="32520"/>
                  </a:lnTo>
                  <a:lnTo>
                    <a:pt x="1997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12" name="Group 168"/>
          <p:cNvGrpSpPr/>
          <p:nvPr/>
        </p:nvGrpSpPr>
        <p:grpSpPr>
          <a:xfrm>
            <a:off x="5733000" y="3110040"/>
            <a:ext cx="105840" cy="102960"/>
            <a:chOff x="5733000" y="3110040"/>
            <a:chExt cx="105840" cy="102960"/>
          </a:xfrm>
        </p:grpSpPr>
        <p:sp>
          <p:nvSpPr>
            <p:cNvPr id="613" name="CustomShape 169"/>
            <p:cNvSpPr/>
            <p:nvPr/>
          </p:nvSpPr>
          <p:spPr>
            <a:xfrm>
              <a:off x="5733000" y="31100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14" name="CustomShape 170"/>
            <p:cNvSpPr/>
            <p:nvPr/>
          </p:nvSpPr>
          <p:spPr>
            <a:xfrm>
              <a:off x="5733000" y="31100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7" y="11635"/>
                  </a:lnTo>
                  <a:lnTo>
                    <a:pt x="7442" y="5580"/>
                  </a:lnTo>
                  <a:lnTo>
                    <a:pt x="15516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6" y="36602"/>
                  </a:lnTo>
                  <a:lnTo>
                    <a:pt x="7442" y="32520"/>
                  </a:lnTo>
                  <a:lnTo>
                    <a:pt x="1997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15" name="CustomShape 171"/>
            <p:cNvSpPr/>
            <p:nvPr/>
          </p:nvSpPr>
          <p:spPr>
            <a:xfrm>
              <a:off x="5789160" y="316908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31016" y="0"/>
                  </a:moveTo>
                  <a:lnTo>
                    <a:pt x="0" y="26492"/>
                  </a:lnTo>
                  <a:lnTo>
                    <a:pt x="3521" y="34644"/>
                  </a:lnTo>
                  <a:lnTo>
                    <a:pt x="10147" y="40611"/>
                  </a:lnTo>
                  <a:lnTo>
                    <a:pt x="18945" y="43841"/>
                  </a:lnTo>
                  <a:lnTo>
                    <a:pt x="28981" y="43777"/>
                  </a:lnTo>
                  <a:lnTo>
                    <a:pt x="38394" y="40278"/>
                  </a:lnTo>
                  <a:lnTo>
                    <a:pt x="45477" y="34139"/>
                  </a:lnTo>
                  <a:lnTo>
                    <a:pt x="49557" y="26212"/>
                  </a:lnTo>
                  <a:lnTo>
                    <a:pt x="49961" y="17348"/>
                  </a:lnTo>
                  <a:lnTo>
                    <a:pt x="46440" y="9197"/>
                  </a:lnTo>
                  <a:lnTo>
                    <a:pt x="39814" y="3229"/>
                  </a:lnTo>
                  <a:lnTo>
                    <a:pt x="3101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16" name="CustomShape 172"/>
            <p:cNvSpPr/>
            <p:nvPr/>
          </p:nvSpPr>
          <p:spPr>
            <a:xfrm>
              <a:off x="5789160" y="316908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20980" y="60"/>
                  </a:moveTo>
                  <a:lnTo>
                    <a:pt x="31020" y="0"/>
                  </a:lnTo>
                  <a:lnTo>
                    <a:pt x="39821" y="3230"/>
                  </a:lnTo>
                  <a:lnTo>
                    <a:pt x="46448" y="9198"/>
                  </a:lnTo>
                  <a:lnTo>
                    <a:pt x="49970" y="17350"/>
                  </a:lnTo>
                  <a:lnTo>
                    <a:pt x="49564" y="26217"/>
                  </a:lnTo>
                  <a:lnTo>
                    <a:pt x="45483" y="34147"/>
                  </a:lnTo>
                  <a:lnTo>
                    <a:pt x="38400" y="40289"/>
                  </a:lnTo>
                  <a:lnTo>
                    <a:pt x="28990" y="43790"/>
                  </a:lnTo>
                  <a:lnTo>
                    <a:pt x="18949" y="43850"/>
                  </a:lnTo>
                  <a:lnTo>
                    <a:pt x="10148" y="40620"/>
                  </a:lnTo>
                  <a:lnTo>
                    <a:pt x="3521" y="34652"/>
                  </a:lnTo>
                  <a:lnTo>
                    <a:pt x="0" y="26500"/>
                  </a:lnTo>
                  <a:lnTo>
                    <a:pt x="405" y="17632"/>
                  </a:lnTo>
                  <a:lnTo>
                    <a:pt x="4486" y="9702"/>
                  </a:lnTo>
                  <a:lnTo>
                    <a:pt x="11569" y="3561"/>
                  </a:lnTo>
                  <a:lnTo>
                    <a:pt x="20980" y="6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17" name="Group 173"/>
          <p:cNvGrpSpPr/>
          <p:nvPr/>
        </p:nvGrpSpPr>
        <p:grpSpPr>
          <a:xfrm>
            <a:off x="6603120" y="2638440"/>
            <a:ext cx="113760" cy="115920"/>
            <a:chOff x="6603120" y="2638440"/>
            <a:chExt cx="113760" cy="115920"/>
          </a:xfrm>
        </p:grpSpPr>
        <p:sp>
          <p:nvSpPr>
            <p:cNvPr id="618" name="CustomShape 174"/>
            <p:cNvSpPr/>
            <p:nvPr/>
          </p:nvSpPr>
          <p:spPr>
            <a:xfrm>
              <a:off x="6603120" y="26384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19" name="CustomShape 175"/>
            <p:cNvSpPr/>
            <p:nvPr/>
          </p:nvSpPr>
          <p:spPr>
            <a:xfrm>
              <a:off x="6603120" y="26384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8"/>
                  </a:lnTo>
                  <a:lnTo>
                    <a:pt x="43361" y="32523"/>
                  </a:lnTo>
                  <a:lnTo>
                    <a:pt x="35287" y="36604"/>
                  </a:lnTo>
                  <a:lnTo>
                    <a:pt x="25400" y="38100"/>
                  </a:lnTo>
                  <a:lnTo>
                    <a:pt x="15512" y="36604"/>
                  </a:lnTo>
                  <a:lnTo>
                    <a:pt x="7438" y="32523"/>
                  </a:lnTo>
                  <a:lnTo>
                    <a:pt x="1995" y="26468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20" name="CustomShape 176"/>
            <p:cNvSpPr/>
            <p:nvPr/>
          </p:nvSpPr>
          <p:spPr>
            <a:xfrm>
              <a:off x="6611400" y="2641320"/>
              <a:ext cx="43560" cy="38880"/>
            </a:xfrm>
            <a:custGeom>
              <a:avLst/>
              <a:gdLst/>
              <a:ahLst/>
              <a:cxnLst/>
              <a:rect l="l" t="t" r="r" b="b"/>
              <a:pathLst>
                <a:path w="43815" h="39369">
                  <a:moveTo>
                    <a:pt x="24359" y="0"/>
                  </a:moveTo>
                  <a:lnTo>
                    <a:pt x="15689" y="1346"/>
                  </a:lnTo>
                  <a:lnTo>
                    <a:pt x="7968" y="5524"/>
                  </a:lnTo>
                  <a:lnTo>
                    <a:pt x="2578" y="11648"/>
                  </a:lnTo>
                  <a:lnTo>
                    <a:pt x="0" y="18908"/>
                  </a:lnTo>
                  <a:lnTo>
                    <a:pt x="716" y="26492"/>
                  </a:lnTo>
                  <a:lnTo>
                    <a:pt x="4735" y="32961"/>
                  </a:lnTo>
                  <a:lnTo>
                    <a:pt x="11180" y="37176"/>
                  </a:lnTo>
                  <a:lnTo>
                    <a:pt x="19179" y="38787"/>
                  </a:lnTo>
                  <a:lnTo>
                    <a:pt x="27856" y="37440"/>
                  </a:lnTo>
                  <a:lnTo>
                    <a:pt x="35576" y="33257"/>
                  </a:lnTo>
                  <a:lnTo>
                    <a:pt x="40967" y="27134"/>
                  </a:lnTo>
                  <a:lnTo>
                    <a:pt x="43545" y="19877"/>
                  </a:lnTo>
                  <a:lnTo>
                    <a:pt x="42829" y="12294"/>
                  </a:lnTo>
                  <a:lnTo>
                    <a:pt x="38803" y="5826"/>
                  </a:lnTo>
                  <a:lnTo>
                    <a:pt x="32355" y="1610"/>
                  </a:lnTo>
                  <a:lnTo>
                    <a:pt x="24359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21" name="CustomShape 177"/>
            <p:cNvSpPr/>
            <p:nvPr/>
          </p:nvSpPr>
          <p:spPr>
            <a:xfrm>
              <a:off x="6611400" y="2641320"/>
              <a:ext cx="43560" cy="38880"/>
            </a:xfrm>
            <a:custGeom>
              <a:avLst/>
              <a:gdLst/>
              <a:ahLst/>
              <a:cxnLst/>
              <a:rect l="l" t="t" r="r" b="b"/>
              <a:pathLst>
                <a:path w="43815" h="39369">
                  <a:moveTo>
                    <a:pt x="718" y="26494"/>
                  </a:moveTo>
                  <a:lnTo>
                    <a:pt x="0" y="18910"/>
                  </a:lnTo>
                  <a:lnTo>
                    <a:pt x="2578" y="11651"/>
                  </a:lnTo>
                  <a:lnTo>
                    <a:pt x="7968" y="5526"/>
                  </a:lnTo>
                  <a:lnTo>
                    <a:pt x="15688" y="1344"/>
                  </a:lnTo>
                  <a:lnTo>
                    <a:pt x="24362" y="0"/>
                  </a:lnTo>
                  <a:lnTo>
                    <a:pt x="32359" y="1611"/>
                  </a:lnTo>
                  <a:lnTo>
                    <a:pt x="38805" y="5826"/>
                  </a:lnTo>
                  <a:lnTo>
                    <a:pt x="42828" y="12294"/>
                  </a:lnTo>
                  <a:lnTo>
                    <a:pt x="43546" y="19879"/>
                  </a:lnTo>
                  <a:lnTo>
                    <a:pt x="40968" y="27138"/>
                  </a:lnTo>
                  <a:lnTo>
                    <a:pt x="35577" y="33263"/>
                  </a:lnTo>
                  <a:lnTo>
                    <a:pt x="27858" y="37444"/>
                  </a:lnTo>
                  <a:lnTo>
                    <a:pt x="19183" y="38789"/>
                  </a:lnTo>
                  <a:lnTo>
                    <a:pt x="11186" y="37178"/>
                  </a:lnTo>
                  <a:lnTo>
                    <a:pt x="4740" y="32963"/>
                  </a:lnTo>
                  <a:lnTo>
                    <a:pt x="718" y="2649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22" name="CustomShape 178"/>
            <p:cNvSpPr/>
            <p:nvPr/>
          </p:nvSpPr>
          <p:spPr>
            <a:xfrm>
              <a:off x="6673320" y="271656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5" h="38100">
                  <a:moveTo>
                    <a:pt x="27202" y="0"/>
                  </a:moveTo>
                  <a:lnTo>
                    <a:pt x="0" y="22829"/>
                  </a:lnTo>
                  <a:lnTo>
                    <a:pt x="3052" y="29810"/>
                  </a:lnTo>
                  <a:lnTo>
                    <a:pt x="8828" y="34910"/>
                  </a:lnTo>
                  <a:lnTo>
                    <a:pt x="16510" y="37652"/>
                  </a:lnTo>
                  <a:lnTo>
                    <a:pt x="25285" y="37561"/>
                  </a:lnTo>
                  <a:lnTo>
                    <a:pt x="33528" y="34532"/>
                  </a:lnTo>
                  <a:lnTo>
                    <a:pt x="39743" y="29247"/>
                  </a:lnTo>
                  <a:lnTo>
                    <a:pt x="43336" y="22436"/>
                  </a:lnTo>
                  <a:lnTo>
                    <a:pt x="43713" y="14828"/>
                  </a:lnTo>
                  <a:lnTo>
                    <a:pt x="40660" y="7847"/>
                  </a:lnTo>
                  <a:lnTo>
                    <a:pt x="34885" y="2746"/>
                  </a:lnTo>
                  <a:lnTo>
                    <a:pt x="27202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23" name="CustomShape 179"/>
            <p:cNvSpPr/>
            <p:nvPr/>
          </p:nvSpPr>
          <p:spPr>
            <a:xfrm>
              <a:off x="6673320" y="271656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5" h="38100">
                  <a:moveTo>
                    <a:pt x="18430" y="84"/>
                  </a:moveTo>
                  <a:lnTo>
                    <a:pt x="27206" y="0"/>
                  </a:lnTo>
                  <a:lnTo>
                    <a:pt x="34888" y="2744"/>
                  </a:lnTo>
                  <a:lnTo>
                    <a:pt x="40664" y="7844"/>
                  </a:lnTo>
                  <a:lnTo>
                    <a:pt x="43720" y="14824"/>
                  </a:lnTo>
                  <a:lnTo>
                    <a:pt x="43339" y="22433"/>
                  </a:lnTo>
                  <a:lnTo>
                    <a:pt x="39743" y="29247"/>
                  </a:lnTo>
                  <a:lnTo>
                    <a:pt x="33528" y="34534"/>
                  </a:lnTo>
                  <a:lnTo>
                    <a:pt x="25290" y="37564"/>
                  </a:lnTo>
                  <a:lnTo>
                    <a:pt x="16512" y="37650"/>
                  </a:lnTo>
                  <a:lnTo>
                    <a:pt x="8827" y="34909"/>
                  </a:lnTo>
                  <a:lnTo>
                    <a:pt x="3051" y="29813"/>
                  </a:lnTo>
                  <a:lnTo>
                    <a:pt x="0" y="22834"/>
                  </a:lnTo>
                  <a:lnTo>
                    <a:pt x="379" y="15225"/>
                  </a:lnTo>
                  <a:lnTo>
                    <a:pt x="3972" y="8410"/>
                  </a:lnTo>
                  <a:lnTo>
                    <a:pt x="10186" y="3120"/>
                  </a:lnTo>
                  <a:lnTo>
                    <a:pt x="18430" y="8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24" name="Group 180"/>
          <p:cNvGrpSpPr/>
          <p:nvPr/>
        </p:nvGrpSpPr>
        <p:grpSpPr>
          <a:xfrm>
            <a:off x="6633000" y="2994120"/>
            <a:ext cx="50400" cy="37800"/>
            <a:chOff x="6633000" y="2994120"/>
            <a:chExt cx="50400" cy="37800"/>
          </a:xfrm>
        </p:grpSpPr>
        <p:sp>
          <p:nvSpPr>
            <p:cNvPr id="625" name="CustomShape 181"/>
            <p:cNvSpPr/>
            <p:nvPr/>
          </p:nvSpPr>
          <p:spPr>
            <a:xfrm>
              <a:off x="6633000" y="299412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26" name="CustomShape 182"/>
            <p:cNvSpPr/>
            <p:nvPr/>
          </p:nvSpPr>
          <p:spPr>
            <a:xfrm>
              <a:off x="6633000" y="299412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40"/>
                  </a:moveTo>
                  <a:lnTo>
                    <a:pt x="1997" y="11626"/>
                  </a:lnTo>
                  <a:lnTo>
                    <a:pt x="7442" y="5575"/>
                  </a:lnTo>
                  <a:lnTo>
                    <a:pt x="15516" y="1495"/>
                  </a:lnTo>
                  <a:lnTo>
                    <a:pt x="25400" y="0"/>
                  </a:lnTo>
                  <a:lnTo>
                    <a:pt x="35287" y="1495"/>
                  </a:lnTo>
                  <a:lnTo>
                    <a:pt x="43361" y="5575"/>
                  </a:lnTo>
                  <a:lnTo>
                    <a:pt x="48804" y="11626"/>
                  </a:lnTo>
                  <a:lnTo>
                    <a:pt x="50800" y="19040"/>
                  </a:lnTo>
                  <a:lnTo>
                    <a:pt x="48804" y="26458"/>
                  </a:lnTo>
                  <a:lnTo>
                    <a:pt x="43361" y="32513"/>
                  </a:lnTo>
                  <a:lnTo>
                    <a:pt x="35287" y="36594"/>
                  </a:lnTo>
                  <a:lnTo>
                    <a:pt x="25400" y="38090"/>
                  </a:lnTo>
                  <a:lnTo>
                    <a:pt x="15516" y="36594"/>
                  </a:lnTo>
                  <a:lnTo>
                    <a:pt x="7442" y="32513"/>
                  </a:lnTo>
                  <a:lnTo>
                    <a:pt x="1997" y="26458"/>
                  </a:lnTo>
                  <a:lnTo>
                    <a:pt x="0" y="1904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27" name="Group 183"/>
          <p:cNvGrpSpPr/>
          <p:nvPr/>
        </p:nvGrpSpPr>
        <p:grpSpPr>
          <a:xfrm>
            <a:off x="6166440" y="2573280"/>
            <a:ext cx="50400" cy="37800"/>
            <a:chOff x="6166440" y="2573280"/>
            <a:chExt cx="50400" cy="37800"/>
          </a:xfrm>
        </p:grpSpPr>
        <p:sp>
          <p:nvSpPr>
            <p:cNvPr id="628" name="CustomShape 184"/>
            <p:cNvSpPr/>
            <p:nvPr/>
          </p:nvSpPr>
          <p:spPr>
            <a:xfrm>
              <a:off x="6166440" y="25732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8"/>
                  </a:lnTo>
                  <a:lnTo>
                    <a:pt x="7437" y="32523"/>
                  </a:lnTo>
                  <a:lnTo>
                    <a:pt x="15510" y="36603"/>
                  </a:lnTo>
                  <a:lnTo>
                    <a:pt x="25400" y="38100"/>
                  </a:lnTo>
                  <a:lnTo>
                    <a:pt x="35289" y="36603"/>
                  </a:lnTo>
                  <a:lnTo>
                    <a:pt x="43362" y="32523"/>
                  </a:lnTo>
                  <a:lnTo>
                    <a:pt x="48804" y="26468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29" name="CustomShape 185"/>
            <p:cNvSpPr/>
            <p:nvPr/>
          </p:nvSpPr>
          <p:spPr>
            <a:xfrm>
              <a:off x="6166440" y="25732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30" name="Group 186"/>
          <p:cNvGrpSpPr/>
          <p:nvPr/>
        </p:nvGrpSpPr>
        <p:grpSpPr>
          <a:xfrm>
            <a:off x="5794920" y="3578400"/>
            <a:ext cx="43920" cy="37800"/>
            <a:chOff x="5794920" y="3578400"/>
            <a:chExt cx="43920" cy="37800"/>
          </a:xfrm>
        </p:grpSpPr>
        <p:sp>
          <p:nvSpPr>
            <p:cNvPr id="631" name="CustomShape 187"/>
            <p:cNvSpPr/>
            <p:nvPr/>
          </p:nvSpPr>
          <p:spPr>
            <a:xfrm>
              <a:off x="5794920" y="35784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2225" y="0"/>
                  </a:moveTo>
                  <a:lnTo>
                    <a:pt x="13571" y="1497"/>
                  </a:lnTo>
                  <a:lnTo>
                    <a:pt x="6507" y="5581"/>
                  </a:lnTo>
                  <a:lnTo>
                    <a:pt x="1745" y="11637"/>
                  </a:lnTo>
                  <a:lnTo>
                    <a:pt x="0" y="19050"/>
                  </a:lnTo>
                  <a:lnTo>
                    <a:pt x="1745" y="26462"/>
                  </a:lnTo>
                  <a:lnTo>
                    <a:pt x="6507" y="32518"/>
                  </a:lnTo>
                  <a:lnTo>
                    <a:pt x="13571" y="36602"/>
                  </a:lnTo>
                  <a:lnTo>
                    <a:pt x="22225" y="38100"/>
                  </a:lnTo>
                  <a:lnTo>
                    <a:pt x="30873" y="36602"/>
                  </a:lnTo>
                  <a:lnTo>
                    <a:pt x="37938" y="32518"/>
                  </a:lnTo>
                  <a:lnTo>
                    <a:pt x="42702" y="26462"/>
                  </a:lnTo>
                  <a:lnTo>
                    <a:pt x="44450" y="19050"/>
                  </a:lnTo>
                  <a:lnTo>
                    <a:pt x="42702" y="11637"/>
                  </a:lnTo>
                  <a:lnTo>
                    <a:pt x="37938" y="5581"/>
                  </a:lnTo>
                  <a:lnTo>
                    <a:pt x="30873" y="1497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2" name="CustomShape 188"/>
            <p:cNvSpPr/>
            <p:nvPr/>
          </p:nvSpPr>
          <p:spPr>
            <a:xfrm>
              <a:off x="5794920" y="35784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0" y="19040"/>
                  </a:moveTo>
                  <a:lnTo>
                    <a:pt x="1746" y="11626"/>
                  </a:lnTo>
                  <a:lnTo>
                    <a:pt x="6508" y="5575"/>
                  </a:lnTo>
                  <a:lnTo>
                    <a:pt x="13571" y="1495"/>
                  </a:lnTo>
                  <a:lnTo>
                    <a:pt x="22220" y="0"/>
                  </a:lnTo>
                  <a:lnTo>
                    <a:pt x="30868" y="1495"/>
                  </a:lnTo>
                  <a:lnTo>
                    <a:pt x="37931" y="5575"/>
                  </a:lnTo>
                  <a:lnTo>
                    <a:pt x="42693" y="11626"/>
                  </a:lnTo>
                  <a:lnTo>
                    <a:pt x="44440" y="19040"/>
                  </a:lnTo>
                  <a:lnTo>
                    <a:pt x="42693" y="26458"/>
                  </a:lnTo>
                  <a:lnTo>
                    <a:pt x="37931" y="32513"/>
                  </a:lnTo>
                  <a:lnTo>
                    <a:pt x="30868" y="36594"/>
                  </a:lnTo>
                  <a:lnTo>
                    <a:pt x="22220" y="38090"/>
                  </a:lnTo>
                  <a:lnTo>
                    <a:pt x="13571" y="36594"/>
                  </a:lnTo>
                  <a:lnTo>
                    <a:pt x="6508" y="32513"/>
                  </a:lnTo>
                  <a:lnTo>
                    <a:pt x="1746" y="26458"/>
                  </a:lnTo>
                  <a:lnTo>
                    <a:pt x="0" y="1904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33" name="Group 189"/>
          <p:cNvGrpSpPr/>
          <p:nvPr/>
        </p:nvGrpSpPr>
        <p:grpSpPr>
          <a:xfrm>
            <a:off x="5890320" y="2824200"/>
            <a:ext cx="74160" cy="58680"/>
            <a:chOff x="5890320" y="2824200"/>
            <a:chExt cx="74160" cy="58680"/>
          </a:xfrm>
        </p:grpSpPr>
        <p:sp>
          <p:nvSpPr>
            <p:cNvPr id="634" name="CustomShape 190"/>
            <p:cNvSpPr/>
            <p:nvPr/>
          </p:nvSpPr>
          <p:spPr>
            <a:xfrm>
              <a:off x="5914080" y="2824200"/>
              <a:ext cx="50400" cy="43920"/>
            </a:xfrm>
            <a:custGeom>
              <a:avLst/>
              <a:gdLst/>
              <a:ahLst/>
              <a:cxnLst/>
              <a:rect l="l" t="t" r="r" b="b"/>
              <a:pathLst>
                <a:path w="50800" h="44450">
                  <a:moveTo>
                    <a:pt x="25400" y="0"/>
                  </a:moveTo>
                  <a:lnTo>
                    <a:pt x="15510" y="1747"/>
                  </a:lnTo>
                  <a:lnTo>
                    <a:pt x="7437" y="6511"/>
                  </a:lnTo>
                  <a:lnTo>
                    <a:pt x="1995" y="13576"/>
                  </a:lnTo>
                  <a:lnTo>
                    <a:pt x="0" y="22225"/>
                  </a:lnTo>
                  <a:lnTo>
                    <a:pt x="1995" y="30878"/>
                  </a:lnTo>
                  <a:lnTo>
                    <a:pt x="7437" y="37942"/>
                  </a:lnTo>
                  <a:lnTo>
                    <a:pt x="15510" y="42704"/>
                  </a:lnTo>
                  <a:lnTo>
                    <a:pt x="25400" y="44450"/>
                  </a:lnTo>
                  <a:lnTo>
                    <a:pt x="35289" y="42704"/>
                  </a:lnTo>
                  <a:lnTo>
                    <a:pt x="43362" y="37942"/>
                  </a:lnTo>
                  <a:lnTo>
                    <a:pt x="48804" y="30878"/>
                  </a:lnTo>
                  <a:lnTo>
                    <a:pt x="50800" y="22225"/>
                  </a:lnTo>
                  <a:lnTo>
                    <a:pt x="48804" y="13576"/>
                  </a:lnTo>
                  <a:lnTo>
                    <a:pt x="43362" y="6511"/>
                  </a:lnTo>
                  <a:lnTo>
                    <a:pt x="35289" y="174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5" name="CustomShape 191"/>
            <p:cNvSpPr/>
            <p:nvPr/>
          </p:nvSpPr>
          <p:spPr>
            <a:xfrm>
              <a:off x="5914080" y="2824200"/>
              <a:ext cx="50400" cy="43920"/>
            </a:xfrm>
            <a:custGeom>
              <a:avLst/>
              <a:gdLst/>
              <a:ahLst/>
              <a:cxnLst/>
              <a:rect l="l" t="t" r="r" b="b"/>
              <a:pathLst>
                <a:path w="50800" h="44450">
                  <a:moveTo>
                    <a:pt x="0" y="22230"/>
                  </a:moveTo>
                  <a:lnTo>
                    <a:pt x="1995" y="13575"/>
                  </a:lnTo>
                  <a:lnTo>
                    <a:pt x="7438" y="6510"/>
                  </a:lnTo>
                  <a:lnTo>
                    <a:pt x="15512" y="1746"/>
                  </a:lnTo>
                  <a:lnTo>
                    <a:pt x="25400" y="0"/>
                  </a:lnTo>
                  <a:lnTo>
                    <a:pt x="35287" y="1746"/>
                  </a:lnTo>
                  <a:lnTo>
                    <a:pt x="43361" y="6510"/>
                  </a:lnTo>
                  <a:lnTo>
                    <a:pt x="48804" y="13575"/>
                  </a:lnTo>
                  <a:lnTo>
                    <a:pt x="50800" y="22230"/>
                  </a:lnTo>
                  <a:lnTo>
                    <a:pt x="48804" y="30878"/>
                  </a:lnTo>
                  <a:lnTo>
                    <a:pt x="43361" y="37941"/>
                  </a:lnTo>
                  <a:lnTo>
                    <a:pt x="35287" y="42703"/>
                  </a:lnTo>
                  <a:lnTo>
                    <a:pt x="25400" y="44450"/>
                  </a:lnTo>
                  <a:lnTo>
                    <a:pt x="15512" y="42703"/>
                  </a:lnTo>
                  <a:lnTo>
                    <a:pt x="7438" y="37941"/>
                  </a:lnTo>
                  <a:lnTo>
                    <a:pt x="1995" y="30878"/>
                  </a:lnTo>
                  <a:lnTo>
                    <a:pt x="0" y="2223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6" name="CustomShape 192"/>
            <p:cNvSpPr/>
            <p:nvPr/>
          </p:nvSpPr>
          <p:spPr>
            <a:xfrm>
              <a:off x="5890320" y="28450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7863" y="0"/>
                  </a:moveTo>
                  <a:lnTo>
                    <a:pt x="17866" y="58"/>
                  </a:lnTo>
                  <a:lnTo>
                    <a:pt x="9293" y="2938"/>
                  </a:lnTo>
                  <a:lnTo>
                    <a:pt x="3039" y="8149"/>
                  </a:lnTo>
                  <a:lnTo>
                    <a:pt x="0" y="15201"/>
                  </a:lnTo>
                  <a:lnTo>
                    <a:pt x="909" y="22827"/>
                  </a:lnTo>
                  <a:lnTo>
                    <a:pt x="5424" y="29600"/>
                  </a:lnTo>
                  <a:lnTo>
                    <a:pt x="12828" y="34797"/>
                  </a:lnTo>
                  <a:lnTo>
                    <a:pt x="22402" y="37693"/>
                  </a:lnTo>
                  <a:lnTo>
                    <a:pt x="32400" y="37634"/>
                  </a:lnTo>
                  <a:lnTo>
                    <a:pt x="40973" y="34755"/>
                  </a:lnTo>
                  <a:lnTo>
                    <a:pt x="47227" y="29544"/>
                  </a:lnTo>
                  <a:lnTo>
                    <a:pt x="50266" y="22491"/>
                  </a:lnTo>
                  <a:lnTo>
                    <a:pt x="49355" y="14866"/>
                  </a:lnTo>
                  <a:lnTo>
                    <a:pt x="44837" y="8093"/>
                  </a:lnTo>
                  <a:lnTo>
                    <a:pt x="37432" y="2896"/>
                  </a:lnTo>
                  <a:lnTo>
                    <a:pt x="27863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7" name="CustomShape 193"/>
            <p:cNvSpPr/>
            <p:nvPr/>
          </p:nvSpPr>
          <p:spPr>
            <a:xfrm>
              <a:off x="5890320" y="28450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7870" y="0"/>
                  </a:moveTo>
                  <a:lnTo>
                    <a:pt x="37437" y="2899"/>
                  </a:lnTo>
                  <a:lnTo>
                    <a:pt x="44841" y="8100"/>
                  </a:lnTo>
                  <a:lnTo>
                    <a:pt x="49358" y="14875"/>
                  </a:lnTo>
                  <a:lnTo>
                    <a:pt x="50270" y="22500"/>
                  </a:lnTo>
                  <a:lnTo>
                    <a:pt x="47230" y="29550"/>
                  </a:lnTo>
                  <a:lnTo>
                    <a:pt x="40973" y="34761"/>
                  </a:lnTo>
                  <a:lnTo>
                    <a:pt x="32397" y="37641"/>
                  </a:lnTo>
                  <a:lnTo>
                    <a:pt x="22400" y="37700"/>
                  </a:lnTo>
                  <a:lnTo>
                    <a:pt x="12832" y="34800"/>
                  </a:lnTo>
                  <a:lnTo>
                    <a:pt x="5428" y="29600"/>
                  </a:lnTo>
                  <a:lnTo>
                    <a:pt x="911" y="22824"/>
                  </a:lnTo>
                  <a:lnTo>
                    <a:pt x="0" y="15200"/>
                  </a:lnTo>
                  <a:lnTo>
                    <a:pt x="3039" y="8149"/>
                  </a:lnTo>
                  <a:lnTo>
                    <a:pt x="9296" y="2938"/>
                  </a:lnTo>
                  <a:lnTo>
                    <a:pt x="17872" y="58"/>
                  </a:lnTo>
                  <a:lnTo>
                    <a:pt x="2787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38" name="Group 194"/>
          <p:cNvGrpSpPr/>
          <p:nvPr/>
        </p:nvGrpSpPr>
        <p:grpSpPr>
          <a:xfrm>
            <a:off x="6961680" y="3201840"/>
            <a:ext cx="120600" cy="63360"/>
            <a:chOff x="6961680" y="3201840"/>
            <a:chExt cx="120600" cy="63360"/>
          </a:xfrm>
        </p:grpSpPr>
        <p:sp>
          <p:nvSpPr>
            <p:cNvPr id="639" name="CustomShape 195"/>
            <p:cNvSpPr/>
            <p:nvPr/>
          </p:nvSpPr>
          <p:spPr>
            <a:xfrm>
              <a:off x="6961680" y="32018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40" name="CustomShape 196"/>
            <p:cNvSpPr/>
            <p:nvPr/>
          </p:nvSpPr>
          <p:spPr>
            <a:xfrm>
              <a:off x="6961680" y="32018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41" name="CustomShape 197"/>
            <p:cNvSpPr/>
            <p:nvPr/>
          </p:nvSpPr>
          <p:spPr>
            <a:xfrm>
              <a:off x="7031880" y="3214800"/>
              <a:ext cx="50400" cy="43920"/>
            </a:xfrm>
            <a:custGeom>
              <a:avLst/>
              <a:gdLst/>
              <a:ahLst/>
              <a:cxnLst/>
              <a:rect l="l" t="t" r="r" b="b"/>
              <a:pathLst>
                <a:path w="50800" h="44450">
                  <a:moveTo>
                    <a:pt x="28321" y="0"/>
                  </a:moveTo>
                  <a:lnTo>
                    <a:pt x="18288" y="306"/>
                  </a:lnTo>
                  <a:lnTo>
                    <a:pt x="9617" y="3860"/>
                  </a:lnTo>
                  <a:lnTo>
                    <a:pt x="3217" y="10072"/>
                  </a:lnTo>
                  <a:lnTo>
                    <a:pt x="0" y="18351"/>
                  </a:lnTo>
                  <a:lnTo>
                    <a:pt x="732" y="27196"/>
                  </a:lnTo>
                  <a:lnTo>
                    <a:pt x="5105" y="34967"/>
                  </a:lnTo>
                  <a:lnTo>
                    <a:pt x="12412" y="40841"/>
                  </a:lnTo>
                  <a:lnTo>
                    <a:pt x="21945" y="43992"/>
                  </a:lnTo>
                  <a:lnTo>
                    <a:pt x="31978" y="43681"/>
                  </a:lnTo>
                  <a:lnTo>
                    <a:pt x="40649" y="40127"/>
                  </a:lnTo>
                  <a:lnTo>
                    <a:pt x="47048" y="33918"/>
                  </a:lnTo>
                  <a:lnTo>
                    <a:pt x="50266" y="25641"/>
                  </a:lnTo>
                  <a:lnTo>
                    <a:pt x="49534" y="16796"/>
                  </a:lnTo>
                  <a:lnTo>
                    <a:pt x="45161" y="9024"/>
                  </a:lnTo>
                  <a:lnTo>
                    <a:pt x="37854" y="3150"/>
                  </a:lnTo>
                  <a:lnTo>
                    <a:pt x="28321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42" name="CustomShape 198"/>
            <p:cNvSpPr/>
            <p:nvPr/>
          </p:nvSpPr>
          <p:spPr>
            <a:xfrm>
              <a:off x="7031880" y="3214800"/>
              <a:ext cx="50400" cy="43920"/>
            </a:xfrm>
            <a:custGeom>
              <a:avLst/>
              <a:gdLst/>
              <a:ahLst/>
              <a:cxnLst/>
              <a:rect l="l" t="t" r="r" b="b"/>
              <a:pathLst>
                <a:path w="50800" h="44450">
                  <a:moveTo>
                    <a:pt x="28330" y="0"/>
                  </a:moveTo>
                  <a:lnTo>
                    <a:pt x="37862" y="3145"/>
                  </a:lnTo>
                  <a:lnTo>
                    <a:pt x="45170" y="9017"/>
                  </a:lnTo>
                  <a:lnTo>
                    <a:pt x="49544" y="16790"/>
                  </a:lnTo>
                  <a:lnTo>
                    <a:pt x="50280" y="25640"/>
                  </a:lnTo>
                  <a:lnTo>
                    <a:pt x="47058" y="33915"/>
                  </a:lnTo>
                  <a:lnTo>
                    <a:pt x="40656" y="40125"/>
                  </a:lnTo>
                  <a:lnTo>
                    <a:pt x="31983" y="43679"/>
                  </a:lnTo>
                  <a:lnTo>
                    <a:pt x="21950" y="43990"/>
                  </a:lnTo>
                  <a:lnTo>
                    <a:pt x="12412" y="40838"/>
                  </a:lnTo>
                  <a:lnTo>
                    <a:pt x="5106" y="34963"/>
                  </a:lnTo>
                  <a:lnTo>
                    <a:pt x="733" y="27189"/>
                  </a:lnTo>
                  <a:lnTo>
                    <a:pt x="0" y="18340"/>
                  </a:lnTo>
                  <a:lnTo>
                    <a:pt x="3217" y="10068"/>
                  </a:lnTo>
                  <a:lnTo>
                    <a:pt x="9620" y="3860"/>
                  </a:lnTo>
                  <a:lnTo>
                    <a:pt x="18295" y="306"/>
                  </a:lnTo>
                  <a:lnTo>
                    <a:pt x="2833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43" name="CustomShape 199"/>
            <p:cNvSpPr/>
            <p:nvPr/>
          </p:nvSpPr>
          <p:spPr>
            <a:xfrm>
              <a:off x="7019280" y="322740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5" h="38100">
                  <a:moveTo>
                    <a:pt x="31543" y="0"/>
                  </a:moveTo>
                  <a:lnTo>
                    <a:pt x="0" y="23619"/>
                  </a:lnTo>
                  <a:lnTo>
                    <a:pt x="3297" y="30553"/>
                  </a:lnTo>
                  <a:lnTo>
                    <a:pt x="9742" y="35528"/>
                  </a:lnTo>
                  <a:lnTo>
                    <a:pt x="18418" y="38088"/>
                  </a:lnTo>
                  <a:lnTo>
                    <a:pt x="28409" y="37779"/>
                  </a:lnTo>
                  <a:lnTo>
                    <a:pt x="37869" y="34525"/>
                  </a:lnTo>
                  <a:lnTo>
                    <a:pt x="45077" y="29056"/>
                  </a:lnTo>
                  <a:lnTo>
                    <a:pt x="49339" y="22122"/>
                  </a:lnTo>
                  <a:lnTo>
                    <a:pt x="49961" y="14475"/>
                  </a:lnTo>
                  <a:lnTo>
                    <a:pt x="46663" y="7538"/>
                  </a:lnTo>
                  <a:lnTo>
                    <a:pt x="40219" y="2560"/>
                  </a:lnTo>
                  <a:lnTo>
                    <a:pt x="31543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44" name="CustomShape 200"/>
            <p:cNvSpPr/>
            <p:nvPr/>
          </p:nvSpPr>
          <p:spPr>
            <a:xfrm>
              <a:off x="7019280" y="322740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5" h="38100">
                  <a:moveTo>
                    <a:pt x="21560" y="310"/>
                  </a:moveTo>
                  <a:lnTo>
                    <a:pt x="31550" y="0"/>
                  </a:lnTo>
                  <a:lnTo>
                    <a:pt x="40227" y="2560"/>
                  </a:lnTo>
                  <a:lnTo>
                    <a:pt x="46672" y="7535"/>
                  </a:lnTo>
                  <a:lnTo>
                    <a:pt x="49970" y="14470"/>
                  </a:lnTo>
                  <a:lnTo>
                    <a:pt x="49345" y="22124"/>
                  </a:lnTo>
                  <a:lnTo>
                    <a:pt x="45082" y="29061"/>
                  </a:lnTo>
                  <a:lnTo>
                    <a:pt x="37876" y="34530"/>
                  </a:lnTo>
                  <a:lnTo>
                    <a:pt x="28420" y="37780"/>
                  </a:lnTo>
                  <a:lnTo>
                    <a:pt x="18424" y="38090"/>
                  </a:lnTo>
                  <a:lnTo>
                    <a:pt x="9747" y="35530"/>
                  </a:lnTo>
                  <a:lnTo>
                    <a:pt x="3301" y="30555"/>
                  </a:lnTo>
                  <a:lnTo>
                    <a:pt x="0" y="23620"/>
                  </a:lnTo>
                  <a:lnTo>
                    <a:pt x="630" y="15971"/>
                  </a:lnTo>
                  <a:lnTo>
                    <a:pt x="4896" y="9036"/>
                  </a:lnTo>
                  <a:lnTo>
                    <a:pt x="12103" y="3565"/>
                  </a:lnTo>
                  <a:lnTo>
                    <a:pt x="21560" y="31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45" name="Group 201"/>
          <p:cNvGrpSpPr/>
          <p:nvPr/>
        </p:nvGrpSpPr>
        <p:grpSpPr>
          <a:xfrm>
            <a:off x="6908040" y="2591640"/>
            <a:ext cx="67320" cy="119520"/>
            <a:chOff x="6908040" y="2591640"/>
            <a:chExt cx="67320" cy="119520"/>
          </a:xfrm>
        </p:grpSpPr>
        <p:sp>
          <p:nvSpPr>
            <p:cNvPr id="646" name="CustomShape 202"/>
            <p:cNvSpPr/>
            <p:nvPr/>
          </p:nvSpPr>
          <p:spPr>
            <a:xfrm>
              <a:off x="6922080" y="267336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47" name="CustomShape 203"/>
            <p:cNvSpPr/>
            <p:nvPr/>
          </p:nvSpPr>
          <p:spPr>
            <a:xfrm>
              <a:off x="6922080" y="267336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48" name="CustomShape 204"/>
            <p:cNvSpPr/>
            <p:nvPr/>
          </p:nvSpPr>
          <p:spPr>
            <a:xfrm>
              <a:off x="6926040" y="259164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5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49" name="CustomShape 205"/>
            <p:cNvSpPr/>
            <p:nvPr/>
          </p:nvSpPr>
          <p:spPr>
            <a:xfrm>
              <a:off x="6926040" y="259164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5">
                  <a:moveTo>
                    <a:pt x="482" y="27904"/>
                  </a:moveTo>
                  <a:lnTo>
                    <a:pt x="0" y="20245"/>
                  </a:lnTo>
                  <a:lnTo>
                    <a:pt x="3221" y="12769"/>
                  </a:lnTo>
                  <a:lnTo>
                    <a:pt x="9568" y="6321"/>
                  </a:lnTo>
                  <a:lnTo>
                    <a:pt x="18462" y="1744"/>
                  </a:lnTo>
                  <a:lnTo>
                    <a:pt x="28307" y="0"/>
                  </a:lnTo>
                  <a:lnTo>
                    <a:pt x="37261" y="1287"/>
                  </a:lnTo>
                  <a:lnTo>
                    <a:pt x="44353" y="5285"/>
                  </a:lnTo>
                  <a:lnTo>
                    <a:pt x="48612" y="11674"/>
                  </a:lnTo>
                  <a:lnTo>
                    <a:pt x="49095" y="19339"/>
                  </a:lnTo>
                  <a:lnTo>
                    <a:pt x="45873" y="26818"/>
                  </a:lnTo>
                  <a:lnTo>
                    <a:pt x="39526" y="33267"/>
                  </a:lnTo>
                  <a:lnTo>
                    <a:pt x="30632" y="37844"/>
                  </a:lnTo>
                  <a:lnTo>
                    <a:pt x="20787" y="39583"/>
                  </a:lnTo>
                  <a:lnTo>
                    <a:pt x="11833" y="38293"/>
                  </a:lnTo>
                  <a:lnTo>
                    <a:pt x="4742" y="34293"/>
                  </a:lnTo>
                  <a:lnTo>
                    <a:pt x="482" y="2790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0" name="CustomShape 206"/>
            <p:cNvSpPr/>
            <p:nvPr/>
          </p:nvSpPr>
          <p:spPr>
            <a:xfrm>
              <a:off x="6908040" y="264168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37"/>
                  </a:lnTo>
                  <a:lnTo>
                    <a:pt x="8377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8"/>
                  </a:lnTo>
                  <a:lnTo>
                    <a:pt x="4508" y="29924"/>
                  </a:lnTo>
                  <a:lnTo>
                    <a:pt x="10915" y="34975"/>
                  </a:lnTo>
                  <a:lnTo>
                    <a:pt x="19265" y="37693"/>
                  </a:lnTo>
                  <a:lnTo>
                    <a:pt x="28039" y="37456"/>
                  </a:lnTo>
                  <a:lnTo>
                    <a:pt x="35615" y="34431"/>
                  </a:lnTo>
                  <a:lnTo>
                    <a:pt x="41198" y="29122"/>
                  </a:lnTo>
                  <a:lnTo>
                    <a:pt x="43992" y="22034"/>
                  </a:lnTo>
                  <a:lnTo>
                    <a:pt x="43329" y="14444"/>
                  </a:lnTo>
                  <a:lnTo>
                    <a:pt x="39484" y="7769"/>
                  </a:lnTo>
                  <a:lnTo>
                    <a:pt x="33077" y="2717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1" name="CustomShape 207"/>
            <p:cNvSpPr/>
            <p:nvPr/>
          </p:nvSpPr>
          <p:spPr>
            <a:xfrm>
              <a:off x="6908040" y="264168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7" y="2722"/>
                  </a:lnTo>
                  <a:lnTo>
                    <a:pt x="39482" y="7776"/>
                  </a:lnTo>
                  <a:lnTo>
                    <a:pt x="43326" y="14452"/>
                  </a:lnTo>
                  <a:lnTo>
                    <a:pt x="43990" y="22040"/>
                  </a:lnTo>
                  <a:lnTo>
                    <a:pt x="41197" y="29126"/>
                  </a:lnTo>
                  <a:lnTo>
                    <a:pt x="35615" y="34433"/>
                  </a:lnTo>
                  <a:lnTo>
                    <a:pt x="28037" y="37459"/>
                  </a:lnTo>
                  <a:lnTo>
                    <a:pt x="19260" y="37700"/>
                  </a:lnTo>
                  <a:lnTo>
                    <a:pt x="10912" y="34977"/>
                  </a:lnTo>
                  <a:lnTo>
                    <a:pt x="4507" y="29923"/>
                  </a:lnTo>
                  <a:lnTo>
                    <a:pt x="663" y="23247"/>
                  </a:lnTo>
                  <a:lnTo>
                    <a:pt x="0" y="15660"/>
                  </a:lnTo>
                  <a:lnTo>
                    <a:pt x="2798" y="8572"/>
                  </a:lnTo>
                  <a:lnTo>
                    <a:pt x="8382" y="3262"/>
                  </a:lnTo>
                  <a:lnTo>
                    <a:pt x="15958" y="236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52" name="Group 208"/>
          <p:cNvGrpSpPr/>
          <p:nvPr/>
        </p:nvGrpSpPr>
        <p:grpSpPr>
          <a:xfrm>
            <a:off x="6395400" y="3341520"/>
            <a:ext cx="43560" cy="38880"/>
            <a:chOff x="6395400" y="3341520"/>
            <a:chExt cx="43560" cy="38880"/>
          </a:xfrm>
        </p:grpSpPr>
        <p:sp>
          <p:nvSpPr>
            <p:cNvPr id="653" name="CustomShape 209"/>
            <p:cNvSpPr/>
            <p:nvPr/>
          </p:nvSpPr>
          <p:spPr>
            <a:xfrm>
              <a:off x="6395400" y="3341520"/>
              <a:ext cx="43560" cy="38880"/>
            </a:xfrm>
            <a:custGeom>
              <a:avLst/>
              <a:gdLst/>
              <a:ahLst/>
              <a:cxnLst/>
              <a:rect l="l" t="t" r="r" b="b"/>
              <a:pathLst>
                <a:path w="43814" h="39370">
                  <a:moveTo>
                    <a:pt x="24359" y="0"/>
                  </a:moveTo>
                  <a:lnTo>
                    <a:pt x="15689" y="1346"/>
                  </a:lnTo>
                  <a:lnTo>
                    <a:pt x="7968" y="5529"/>
                  </a:lnTo>
                  <a:lnTo>
                    <a:pt x="2578" y="11653"/>
                  </a:lnTo>
                  <a:lnTo>
                    <a:pt x="0" y="18909"/>
                  </a:lnTo>
                  <a:lnTo>
                    <a:pt x="716" y="26492"/>
                  </a:lnTo>
                  <a:lnTo>
                    <a:pt x="4735" y="32961"/>
                  </a:lnTo>
                  <a:lnTo>
                    <a:pt x="11180" y="37176"/>
                  </a:lnTo>
                  <a:lnTo>
                    <a:pt x="19179" y="38787"/>
                  </a:lnTo>
                  <a:lnTo>
                    <a:pt x="27856" y="37440"/>
                  </a:lnTo>
                  <a:lnTo>
                    <a:pt x="35576" y="33263"/>
                  </a:lnTo>
                  <a:lnTo>
                    <a:pt x="40967" y="27139"/>
                  </a:lnTo>
                  <a:lnTo>
                    <a:pt x="43545" y="19879"/>
                  </a:lnTo>
                  <a:lnTo>
                    <a:pt x="42829" y="12294"/>
                  </a:lnTo>
                  <a:lnTo>
                    <a:pt x="38803" y="5826"/>
                  </a:lnTo>
                  <a:lnTo>
                    <a:pt x="32355" y="1610"/>
                  </a:lnTo>
                  <a:lnTo>
                    <a:pt x="24359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4" name="CustomShape 210"/>
            <p:cNvSpPr/>
            <p:nvPr/>
          </p:nvSpPr>
          <p:spPr>
            <a:xfrm>
              <a:off x="6395400" y="3341520"/>
              <a:ext cx="43560" cy="38880"/>
            </a:xfrm>
            <a:custGeom>
              <a:avLst/>
              <a:gdLst/>
              <a:ahLst/>
              <a:cxnLst/>
              <a:rect l="l" t="t" r="r" b="b"/>
              <a:pathLst>
                <a:path w="43814" h="39370">
                  <a:moveTo>
                    <a:pt x="718" y="26499"/>
                  </a:moveTo>
                  <a:lnTo>
                    <a:pt x="0" y="18914"/>
                  </a:lnTo>
                  <a:lnTo>
                    <a:pt x="2578" y="11655"/>
                  </a:lnTo>
                  <a:lnTo>
                    <a:pt x="7968" y="5530"/>
                  </a:lnTo>
                  <a:lnTo>
                    <a:pt x="15688" y="1349"/>
                  </a:lnTo>
                  <a:lnTo>
                    <a:pt x="24362" y="0"/>
                  </a:lnTo>
                  <a:lnTo>
                    <a:pt x="32359" y="1610"/>
                  </a:lnTo>
                  <a:lnTo>
                    <a:pt x="38805" y="5825"/>
                  </a:lnTo>
                  <a:lnTo>
                    <a:pt x="42828" y="12289"/>
                  </a:lnTo>
                  <a:lnTo>
                    <a:pt x="43546" y="19875"/>
                  </a:lnTo>
                  <a:lnTo>
                    <a:pt x="40968" y="27137"/>
                  </a:lnTo>
                  <a:lnTo>
                    <a:pt x="35577" y="33266"/>
                  </a:lnTo>
                  <a:lnTo>
                    <a:pt x="27858" y="37449"/>
                  </a:lnTo>
                  <a:lnTo>
                    <a:pt x="19183" y="38794"/>
                  </a:lnTo>
                  <a:lnTo>
                    <a:pt x="11186" y="37182"/>
                  </a:lnTo>
                  <a:lnTo>
                    <a:pt x="4740" y="32967"/>
                  </a:lnTo>
                  <a:lnTo>
                    <a:pt x="718" y="26499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55" name="Group 211"/>
          <p:cNvGrpSpPr/>
          <p:nvPr/>
        </p:nvGrpSpPr>
        <p:grpSpPr>
          <a:xfrm>
            <a:off x="7387920" y="2815560"/>
            <a:ext cx="49320" cy="39600"/>
            <a:chOff x="7387920" y="2815560"/>
            <a:chExt cx="49320" cy="39600"/>
          </a:xfrm>
        </p:grpSpPr>
        <p:sp>
          <p:nvSpPr>
            <p:cNvPr id="656" name="CustomShape 212"/>
            <p:cNvSpPr/>
            <p:nvPr/>
          </p:nvSpPr>
          <p:spPr>
            <a:xfrm>
              <a:off x="7387920" y="281556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5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7" name="CustomShape 213"/>
            <p:cNvSpPr/>
            <p:nvPr/>
          </p:nvSpPr>
          <p:spPr>
            <a:xfrm>
              <a:off x="7387920" y="281556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5">
                  <a:moveTo>
                    <a:pt x="477" y="27908"/>
                  </a:moveTo>
                  <a:lnTo>
                    <a:pt x="0" y="20245"/>
                  </a:lnTo>
                  <a:lnTo>
                    <a:pt x="3223" y="12768"/>
                  </a:lnTo>
                  <a:lnTo>
                    <a:pt x="9568" y="6320"/>
                  </a:lnTo>
                  <a:lnTo>
                    <a:pt x="18457" y="1738"/>
                  </a:lnTo>
                  <a:lnTo>
                    <a:pt x="28302" y="0"/>
                  </a:lnTo>
                  <a:lnTo>
                    <a:pt x="37257" y="1290"/>
                  </a:lnTo>
                  <a:lnTo>
                    <a:pt x="44351" y="5289"/>
                  </a:lnTo>
                  <a:lnTo>
                    <a:pt x="48617" y="11678"/>
                  </a:lnTo>
                  <a:lnTo>
                    <a:pt x="49094" y="19342"/>
                  </a:lnTo>
                  <a:lnTo>
                    <a:pt x="45870" y="26818"/>
                  </a:lnTo>
                  <a:lnTo>
                    <a:pt x="39525" y="33267"/>
                  </a:lnTo>
                  <a:lnTo>
                    <a:pt x="30637" y="37848"/>
                  </a:lnTo>
                  <a:lnTo>
                    <a:pt x="20786" y="39587"/>
                  </a:lnTo>
                  <a:lnTo>
                    <a:pt x="11829" y="38297"/>
                  </a:lnTo>
                  <a:lnTo>
                    <a:pt x="4736" y="34298"/>
                  </a:lnTo>
                  <a:lnTo>
                    <a:pt x="477" y="27908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58" name="Group 214"/>
          <p:cNvGrpSpPr/>
          <p:nvPr/>
        </p:nvGrpSpPr>
        <p:grpSpPr>
          <a:xfrm>
            <a:off x="6567480" y="3139200"/>
            <a:ext cx="73440" cy="86400"/>
            <a:chOff x="6567480" y="3139200"/>
            <a:chExt cx="73440" cy="86400"/>
          </a:xfrm>
        </p:grpSpPr>
        <p:sp>
          <p:nvSpPr>
            <p:cNvPr id="659" name="CustomShape 215"/>
            <p:cNvSpPr/>
            <p:nvPr/>
          </p:nvSpPr>
          <p:spPr>
            <a:xfrm>
              <a:off x="6567480" y="313920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5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0" name="CustomShape 216"/>
            <p:cNvSpPr/>
            <p:nvPr/>
          </p:nvSpPr>
          <p:spPr>
            <a:xfrm>
              <a:off x="6567480" y="313920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5">
                  <a:moveTo>
                    <a:pt x="477" y="27908"/>
                  </a:moveTo>
                  <a:lnTo>
                    <a:pt x="0" y="20245"/>
                  </a:lnTo>
                  <a:lnTo>
                    <a:pt x="3223" y="12768"/>
                  </a:lnTo>
                  <a:lnTo>
                    <a:pt x="9568" y="6320"/>
                  </a:lnTo>
                  <a:lnTo>
                    <a:pt x="18457" y="1738"/>
                  </a:lnTo>
                  <a:lnTo>
                    <a:pt x="28303" y="0"/>
                  </a:lnTo>
                  <a:lnTo>
                    <a:pt x="37260" y="1290"/>
                  </a:lnTo>
                  <a:lnTo>
                    <a:pt x="44355" y="5289"/>
                  </a:lnTo>
                  <a:lnTo>
                    <a:pt x="48617" y="11678"/>
                  </a:lnTo>
                  <a:lnTo>
                    <a:pt x="49094" y="19342"/>
                  </a:lnTo>
                  <a:lnTo>
                    <a:pt x="45870" y="26818"/>
                  </a:lnTo>
                  <a:lnTo>
                    <a:pt x="39525" y="33267"/>
                  </a:lnTo>
                  <a:lnTo>
                    <a:pt x="30637" y="37848"/>
                  </a:lnTo>
                  <a:lnTo>
                    <a:pt x="20790" y="39587"/>
                  </a:lnTo>
                  <a:lnTo>
                    <a:pt x="11833" y="38297"/>
                  </a:lnTo>
                  <a:lnTo>
                    <a:pt x="4738" y="34298"/>
                  </a:lnTo>
                  <a:lnTo>
                    <a:pt x="477" y="27908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1" name="CustomShape 217"/>
            <p:cNvSpPr/>
            <p:nvPr/>
          </p:nvSpPr>
          <p:spPr>
            <a:xfrm>
              <a:off x="6597000" y="31878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37"/>
                  </a:lnTo>
                  <a:lnTo>
                    <a:pt x="8377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8"/>
                  </a:lnTo>
                  <a:lnTo>
                    <a:pt x="4508" y="29924"/>
                  </a:lnTo>
                  <a:lnTo>
                    <a:pt x="10915" y="34975"/>
                  </a:lnTo>
                  <a:lnTo>
                    <a:pt x="19265" y="37693"/>
                  </a:lnTo>
                  <a:lnTo>
                    <a:pt x="28039" y="37456"/>
                  </a:lnTo>
                  <a:lnTo>
                    <a:pt x="35615" y="34431"/>
                  </a:lnTo>
                  <a:lnTo>
                    <a:pt x="41198" y="29122"/>
                  </a:lnTo>
                  <a:lnTo>
                    <a:pt x="43992" y="22034"/>
                  </a:lnTo>
                  <a:lnTo>
                    <a:pt x="43329" y="14444"/>
                  </a:lnTo>
                  <a:lnTo>
                    <a:pt x="39484" y="7769"/>
                  </a:lnTo>
                  <a:lnTo>
                    <a:pt x="33077" y="2717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2" name="CustomShape 218"/>
            <p:cNvSpPr/>
            <p:nvPr/>
          </p:nvSpPr>
          <p:spPr>
            <a:xfrm>
              <a:off x="6597000" y="31878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7" y="2722"/>
                  </a:lnTo>
                  <a:lnTo>
                    <a:pt x="39482" y="7776"/>
                  </a:lnTo>
                  <a:lnTo>
                    <a:pt x="43326" y="14452"/>
                  </a:lnTo>
                  <a:lnTo>
                    <a:pt x="43990" y="22040"/>
                  </a:lnTo>
                  <a:lnTo>
                    <a:pt x="41197" y="29126"/>
                  </a:lnTo>
                  <a:lnTo>
                    <a:pt x="35615" y="34433"/>
                  </a:lnTo>
                  <a:lnTo>
                    <a:pt x="28037" y="37459"/>
                  </a:lnTo>
                  <a:lnTo>
                    <a:pt x="19260" y="37700"/>
                  </a:lnTo>
                  <a:lnTo>
                    <a:pt x="10912" y="34977"/>
                  </a:lnTo>
                  <a:lnTo>
                    <a:pt x="4507" y="29923"/>
                  </a:lnTo>
                  <a:lnTo>
                    <a:pt x="663" y="23247"/>
                  </a:lnTo>
                  <a:lnTo>
                    <a:pt x="0" y="15660"/>
                  </a:lnTo>
                  <a:lnTo>
                    <a:pt x="2793" y="8572"/>
                  </a:lnTo>
                  <a:lnTo>
                    <a:pt x="8378" y="3262"/>
                  </a:lnTo>
                  <a:lnTo>
                    <a:pt x="15956" y="236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63" name="Group 219"/>
          <p:cNvGrpSpPr/>
          <p:nvPr/>
        </p:nvGrpSpPr>
        <p:grpSpPr>
          <a:xfrm>
            <a:off x="6716520" y="3625200"/>
            <a:ext cx="49320" cy="39600"/>
            <a:chOff x="6716520" y="3625200"/>
            <a:chExt cx="49320" cy="39600"/>
          </a:xfrm>
        </p:grpSpPr>
        <p:sp>
          <p:nvSpPr>
            <p:cNvPr id="664" name="CustomShape 220"/>
            <p:cNvSpPr/>
            <p:nvPr/>
          </p:nvSpPr>
          <p:spPr>
            <a:xfrm>
              <a:off x="6716520" y="362520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5" name="CustomShape 221"/>
            <p:cNvSpPr/>
            <p:nvPr/>
          </p:nvSpPr>
          <p:spPr>
            <a:xfrm>
              <a:off x="6716520" y="362520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482" y="27910"/>
                  </a:moveTo>
                  <a:lnTo>
                    <a:pt x="0" y="20245"/>
                  </a:lnTo>
                  <a:lnTo>
                    <a:pt x="3221" y="12766"/>
                  </a:lnTo>
                  <a:lnTo>
                    <a:pt x="9568" y="6317"/>
                  </a:lnTo>
                  <a:lnTo>
                    <a:pt x="18462" y="1740"/>
                  </a:lnTo>
                  <a:lnTo>
                    <a:pt x="28307" y="0"/>
                  </a:lnTo>
                  <a:lnTo>
                    <a:pt x="37261" y="1286"/>
                  </a:lnTo>
                  <a:lnTo>
                    <a:pt x="44353" y="5282"/>
                  </a:lnTo>
                  <a:lnTo>
                    <a:pt x="48612" y="11670"/>
                  </a:lnTo>
                  <a:lnTo>
                    <a:pt x="49095" y="19335"/>
                  </a:lnTo>
                  <a:lnTo>
                    <a:pt x="45873" y="26814"/>
                  </a:lnTo>
                  <a:lnTo>
                    <a:pt x="39526" y="33263"/>
                  </a:lnTo>
                  <a:lnTo>
                    <a:pt x="30632" y="37840"/>
                  </a:lnTo>
                  <a:lnTo>
                    <a:pt x="20787" y="39580"/>
                  </a:lnTo>
                  <a:lnTo>
                    <a:pt x="11833" y="38294"/>
                  </a:lnTo>
                  <a:lnTo>
                    <a:pt x="4742" y="34298"/>
                  </a:lnTo>
                  <a:lnTo>
                    <a:pt x="482" y="2791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66" name="Group 222"/>
          <p:cNvGrpSpPr/>
          <p:nvPr/>
        </p:nvGrpSpPr>
        <p:grpSpPr>
          <a:xfrm>
            <a:off x="7056360" y="3385440"/>
            <a:ext cx="49320" cy="39600"/>
            <a:chOff x="7056360" y="3385440"/>
            <a:chExt cx="49320" cy="39600"/>
          </a:xfrm>
        </p:grpSpPr>
        <p:sp>
          <p:nvSpPr>
            <p:cNvPr id="667" name="CustomShape 223"/>
            <p:cNvSpPr/>
            <p:nvPr/>
          </p:nvSpPr>
          <p:spPr>
            <a:xfrm>
              <a:off x="7056360" y="338544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8" name="CustomShape 224"/>
            <p:cNvSpPr/>
            <p:nvPr/>
          </p:nvSpPr>
          <p:spPr>
            <a:xfrm>
              <a:off x="7056360" y="338544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477" y="27914"/>
                  </a:moveTo>
                  <a:lnTo>
                    <a:pt x="0" y="20249"/>
                  </a:lnTo>
                  <a:lnTo>
                    <a:pt x="3223" y="12770"/>
                  </a:lnTo>
                  <a:lnTo>
                    <a:pt x="9568" y="6321"/>
                  </a:lnTo>
                  <a:lnTo>
                    <a:pt x="18457" y="1744"/>
                  </a:lnTo>
                  <a:lnTo>
                    <a:pt x="28303" y="0"/>
                  </a:lnTo>
                  <a:lnTo>
                    <a:pt x="37260" y="1287"/>
                  </a:lnTo>
                  <a:lnTo>
                    <a:pt x="44355" y="5285"/>
                  </a:lnTo>
                  <a:lnTo>
                    <a:pt x="48617" y="11674"/>
                  </a:lnTo>
                  <a:lnTo>
                    <a:pt x="49094" y="19339"/>
                  </a:lnTo>
                  <a:lnTo>
                    <a:pt x="45870" y="26818"/>
                  </a:lnTo>
                  <a:lnTo>
                    <a:pt x="39525" y="33267"/>
                  </a:lnTo>
                  <a:lnTo>
                    <a:pt x="30637" y="37844"/>
                  </a:lnTo>
                  <a:lnTo>
                    <a:pt x="20790" y="39583"/>
                  </a:lnTo>
                  <a:lnTo>
                    <a:pt x="11833" y="38294"/>
                  </a:lnTo>
                  <a:lnTo>
                    <a:pt x="4738" y="34298"/>
                  </a:lnTo>
                  <a:lnTo>
                    <a:pt x="477" y="2791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69" name="Group 225"/>
          <p:cNvGrpSpPr/>
          <p:nvPr/>
        </p:nvGrpSpPr>
        <p:grpSpPr>
          <a:xfrm>
            <a:off x="5975280" y="3309120"/>
            <a:ext cx="49320" cy="39600"/>
            <a:chOff x="5975280" y="3309120"/>
            <a:chExt cx="49320" cy="39600"/>
          </a:xfrm>
        </p:grpSpPr>
        <p:sp>
          <p:nvSpPr>
            <p:cNvPr id="670" name="CustomShape 226"/>
            <p:cNvSpPr/>
            <p:nvPr/>
          </p:nvSpPr>
          <p:spPr>
            <a:xfrm>
              <a:off x="5975280" y="330912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71" name="CustomShape 227"/>
            <p:cNvSpPr/>
            <p:nvPr/>
          </p:nvSpPr>
          <p:spPr>
            <a:xfrm>
              <a:off x="5975280" y="330912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482" y="27914"/>
                  </a:moveTo>
                  <a:lnTo>
                    <a:pt x="0" y="20249"/>
                  </a:lnTo>
                  <a:lnTo>
                    <a:pt x="3220" y="12770"/>
                  </a:lnTo>
                  <a:lnTo>
                    <a:pt x="9564" y="6321"/>
                  </a:lnTo>
                  <a:lnTo>
                    <a:pt x="18452" y="1744"/>
                  </a:lnTo>
                  <a:lnTo>
                    <a:pt x="28303" y="0"/>
                  </a:lnTo>
                  <a:lnTo>
                    <a:pt x="37260" y="1287"/>
                  </a:lnTo>
                  <a:lnTo>
                    <a:pt x="44353" y="5285"/>
                  </a:lnTo>
                  <a:lnTo>
                    <a:pt x="48612" y="11674"/>
                  </a:lnTo>
                  <a:lnTo>
                    <a:pt x="49089" y="19339"/>
                  </a:lnTo>
                  <a:lnTo>
                    <a:pt x="45866" y="26818"/>
                  </a:lnTo>
                  <a:lnTo>
                    <a:pt x="39521" y="33267"/>
                  </a:lnTo>
                  <a:lnTo>
                    <a:pt x="30632" y="37844"/>
                  </a:lnTo>
                  <a:lnTo>
                    <a:pt x="20787" y="39583"/>
                  </a:lnTo>
                  <a:lnTo>
                    <a:pt x="11834" y="38294"/>
                  </a:lnTo>
                  <a:lnTo>
                    <a:pt x="4742" y="34298"/>
                  </a:lnTo>
                  <a:lnTo>
                    <a:pt x="482" y="2791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72" name="Group 228"/>
          <p:cNvGrpSpPr/>
          <p:nvPr/>
        </p:nvGrpSpPr>
        <p:grpSpPr>
          <a:xfrm>
            <a:off x="6781680" y="2969640"/>
            <a:ext cx="49320" cy="39600"/>
            <a:chOff x="6781680" y="2969640"/>
            <a:chExt cx="49320" cy="39600"/>
          </a:xfrm>
        </p:grpSpPr>
        <p:sp>
          <p:nvSpPr>
            <p:cNvPr id="673" name="CustomShape 229"/>
            <p:cNvSpPr/>
            <p:nvPr/>
          </p:nvSpPr>
          <p:spPr>
            <a:xfrm>
              <a:off x="6781680" y="296964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5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74" name="CustomShape 230"/>
            <p:cNvSpPr/>
            <p:nvPr/>
          </p:nvSpPr>
          <p:spPr>
            <a:xfrm>
              <a:off x="6781680" y="296964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5">
                  <a:moveTo>
                    <a:pt x="477" y="27909"/>
                  </a:moveTo>
                  <a:lnTo>
                    <a:pt x="0" y="20243"/>
                  </a:lnTo>
                  <a:lnTo>
                    <a:pt x="3223" y="12765"/>
                  </a:lnTo>
                  <a:lnTo>
                    <a:pt x="9568" y="6316"/>
                  </a:lnTo>
                  <a:lnTo>
                    <a:pt x="18457" y="1739"/>
                  </a:lnTo>
                  <a:lnTo>
                    <a:pt x="28307" y="0"/>
                  </a:lnTo>
                  <a:lnTo>
                    <a:pt x="37264" y="1289"/>
                  </a:lnTo>
                  <a:lnTo>
                    <a:pt x="44357" y="5285"/>
                  </a:lnTo>
                  <a:lnTo>
                    <a:pt x="48617" y="11669"/>
                  </a:lnTo>
                  <a:lnTo>
                    <a:pt x="49094" y="19334"/>
                  </a:lnTo>
                  <a:lnTo>
                    <a:pt x="45870" y="26812"/>
                  </a:lnTo>
                  <a:lnTo>
                    <a:pt x="39525" y="33262"/>
                  </a:lnTo>
                  <a:lnTo>
                    <a:pt x="30637" y="37839"/>
                  </a:lnTo>
                  <a:lnTo>
                    <a:pt x="20791" y="39583"/>
                  </a:lnTo>
                  <a:lnTo>
                    <a:pt x="11837" y="38296"/>
                  </a:lnTo>
                  <a:lnTo>
                    <a:pt x="4742" y="34298"/>
                  </a:lnTo>
                  <a:lnTo>
                    <a:pt x="477" y="27909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75" name="Group 231"/>
          <p:cNvGrpSpPr/>
          <p:nvPr/>
        </p:nvGrpSpPr>
        <p:grpSpPr>
          <a:xfrm>
            <a:off x="6172200" y="2689920"/>
            <a:ext cx="49320" cy="39600"/>
            <a:chOff x="6172200" y="2689920"/>
            <a:chExt cx="49320" cy="39600"/>
          </a:xfrm>
        </p:grpSpPr>
        <p:sp>
          <p:nvSpPr>
            <p:cNvPr id="676" name="CustomShape 232"/>
            <p:cNvSpPr/>
            <p:nvPr/>
          </p:nvSpPr>
          <p:spPr>
            <a:xfrm>
              <a:off x="6172200" y="268992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5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77" name="CustomShape 233"/>
            <p:cNvSpPr/>
            <p:nvPr/>
          </p:nvSpPr>
          <p:spPr>
            <a:xfrm>
              <a:off x="6172200" y="268992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5">
                  <a:moveTo>
                    <a:pt x="476" y="27909"/>
                  </a:moveTo>
                  <a:lnTo>
                    <a:pt x="0" y="20243"/>
                  </a:lnTo>
                  <a:lnTo>
                    <a:pt x="3224" y="12765"/>
                  </a:lnTo>
                  <a:lnTo>
                    <a:pt x="9572" y="6316"/>
                  </a:lnTo>
                  <a:lnTo>
                    <a:pt x="18466" y="1739"/>
                  </a:lnTo>
                  <a:lnTo>
                    <a:pt x="28312" y="0"/>
                  </a:lnTo>
                  <a:lnTo>
                    <a:pt x="37265" y="1289"/>
                  </a:lnTo>
                  <a:lnTo>
                    <a:pt x="44357" y="5285"/>
                  </a:lnTo>
                  <a:lnTo>
                    <a:pt x="48616" y="11669"/>
                  </a:lnTo>
                  <a:lnTo>
                    <a:pt x="49093" y="19334"/>
                  </a:lnTo>
                  <a:lnTo>
                    <a:pt x="45870" y="26812"/>
                  </a:lnTo>
                  <a:lnTo>
                    <a:pt x="39525" y="33262"/>
                  </a:lnTo>
                  <a:lnTo>
                    <a:pt x="30636" y="37839"/>
                  </a:lnTo>
                  <a:lnTo>
                    <a:pt x="20791" y="39583"/>
                  </a:lnTo>
                  <a:lnTo>
                    <a:pt x="11836" y="38296"/>
                  </a:lnTo>
                  <a:lnTo>
                    <a:pt x="4742" y="34298"/>
                  </a:lnTo>
                  <a:lnTo>
                    <a:pt x="476" y="27909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78" name="Group 234"/>
          <p:cNvGrpSpPr/>
          <p:nvPr/>
        </p:nvGrpSpPr>
        <p:grpSpPr>
          <a:xfrm>
            <a:off x="6219720" y="3737880"/>
            <a:ext cx="49320" cy="39600"/>
            <a:chOff x="6219720" y="3737880"/>
            <a:chExt cx="49320" cy="39600"/>
          </a:xfrm>
        </p:grpSpPr>
        <p:sp>
          <p:nvSpPr>
            <p:cNvPr id="679" name="CustomShape 235"/>
            <p:cNvSpPr/>
            <p:nvPr/>
          </p:nvSpPr>
          <p:spPr>
            <a:xfrm>
              <a:off x="6219720" y="373788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80" name="CustomShape 236"/>
            <p:cNvSpPr/>
            <p:nvPr/>
          </p:nvSpPr>
          <p:spPr>
            <a:xfrm>
              <a:off x="6219720" y="373788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4">
                  <a:moveTo>
                    <a:pt x="477" y="27908"/>
                  </a:moveTo>
                  <a:lnTo>
                    <a:pt x="0" y="20243"/>
                  </a:lnTo>
                  <a:lnTo>
                    <a:pt x="3223" y="12765"/>
                  </a:lnTo>
                  <a:lnTo>
                    <a:pt x="9568" y="6315"/>
                  </a:lnTo>
                  <a:lnTo>
                    <a:pt x="18457" y="1738"/>
                  </a:lnTo>
                  <a:lnTo>
                    <a:pt x="28302" y="0"/>
                  </a:lnTo>
                  <a:lnTo>
                    <a:pt x="37257" y="1290"/>
                  </a:lnTo>
                  <a:lnTo>
                    <a:pt x="44351" y="5289"/>
                  </a:lnTo>
                  <a:lnTo>
                    <a:pt x="48617" y="11678"/>
                  </a:lnTo>
                  <a:lnTo>
                    <a:pt x="49094" y="19338"/>
                  </a:lnTo>
                  <a:lnTo>
                    <a:pt x="45870" y="26813"/>
                  </a:lnTo>
                  <a:lnTo>
                    <a:pt x="39525" y="33262"/>
                  </a:lnTo>
                  <a:lnTo>
                    <a:pt x="30637" y="37838"/>
                  </a:lnTo>
                  <a:lnTo>
                    <a:pt x="20786" y="39583"/>
                  </a:lnTo>
                  <a:lnTo>
                    <a:pt x="11829" y="38296"/>
                  </a:lnTo>
                  <a:lnTo>
                    <a:pt x="4736" y="34297"/>
                  </a:lnTo>
                  <a:lnTo>
                    <a:pt x="477" y="27908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81" name="Group 237"/>
          <p:cNvGrpSpPr/>
          <p:nvPr/>
        </p:nvGrpSpPr>
        <p:grpSpPr>
          <a:xfrm>
            <a:off x="6032520" y="2993400"/>
            <a:ext cx="49320" cy="39600"/>
            <a:chOff x="6032520" y="2993400"/>
            <a:chExt cx="49320" cy="39600"/>
          </a:xfrm>
        </p:grpSpPr>
        <p:sp>
          <p:nvSpPr>
            <p:cNvPr id="682" name="CustomShape 238"/>
            <p:cNvSpPr/>
            <p:nvPr/>
          </p:nvSpPr>
          <p:spPr>
            <a:xfrm>
              <a:off x="6032520" y="299340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5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83" name="CustomShape 239"/>
            <p:cNvSpPr/>
            <p:nvPr/>
          </p:nvSpPr>
          <p:spPr>
            <a:xfrm>
              <a:off x="6032520" y="299340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29" h="40005">
                  <a:moveTo>
                    <a:pt x="482" y="27908"/>
                  </a:moveTo>
                  <a:lnTo>
                    <a:pt x="0" y="20245"/>
                  </a:lnTo>
                  <a:lnTo>
                    <a:pt x="3220" y="12768"/>
                  </a:lnTo>
                  <a:lnTo>
                    <a:pt x="9564" y="6320"/>
                  </a:lnTo>
                  <a:lnTo>
                    <a:pt x="18452" y="1738"/>
                  </a:lnTo>
                  <a:lnTo>
                    <a:pt x="28303" y="0"/>
                  </a:lnTo>
                  <a:lnTo>
                    <a:pt x="37260" y="1290"/>
                  </a:lnTo>
                  <a:lnTo>
                    <a:pt x="44353" y="5289"/>
                  </a:lnTo>
                  <a:lnTo>
                    <a:pt x="48612" y="11678"/>
                  </a:lnTo>
                  <a:lnTo>
                    <a:pt x="49089" y="19342"/>
                  </a:lnTo>
                  <a:lnTo>
                    <a:pt x="45866" y="26818"/>
                  </a:lnTo>
                  <a:lnTo>
                    <a:pt x="39521" y="33267"/>
                  </a:lnTo>
                  <a:lnTo>
                    <a:pt x="30632" y="37848"/>
                  </a:lnTo>
                  <a:lnTo>
                    <a:pt x="20787" y="39587"/>
                  </a:lnTo>
                  <a:lnTo>
                    <a:pt x="11834" y="38297"/>
                  </a:lnTo>
                  <a:lnTo>
                    <a:pt x="4742" y="34298"/>
                  </a:lnTo>
                  <a:lnTo>
                    <a:pt x="482" y="27908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84" name="Group 240"/>
          <p:cNvGrpSpPr/>
          <p:nvPr/>
        </p:nvGrpSpPr>
        <p:grpSpPr>
          <a:xfrm>
            <a:off x="6360480" y="2745000"/>
            <a:ext cx="43920" cy="37800"/>
            <a:chOff x="6360480" y="2745000"/>
            <a:chExt cx="43920" cy="37800"/>
          </a:xfrm>
        </p:grpSpPr>
        <p:sp>
          <p:nvSpPr>
            <p:cNvPr id="685" name="CustomShape 241"/>
            <p:cNvSpPr/>
            <p:nvPr/>
          </p:nvSpPr>
          <p:spPr>
            <a:xfrm>
              <a:off x="6360480" y="27450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44"/>
                  </a:lnTo>
                  <a:lnTo>
                    <a:pt x="8377" y="3273"/>
                  </a:lnTo>
                  <a:lnTo>
                    <a:pt x="2793" y="8583"/>
                  </a:lnTo>
                  <a:lnTo>
                    <a:pt x="0" y="15671"/>
                  </a:lnTo>
                  <a:lnTo>
                    <a:pt x="663" y="23261"/>
                  </a:lnTo>
                  <a:lnTo>
                    <a:pt x="4508" y="29937"/>
                  </a:lnTo>
                  <a:lnTo>
                    <a:pt x="10915" y="34988"/>
                  </a:lnTo>
                  <a:lnTo>
                    <a:pt x="19265" y="37706"/>
                  </a:lnTo>
                  <a:lnTo>
                    <a:pt x="28039" y="37468"/>
                  </a:lnTo>
                  <a:lnTo>
                    <a:pt x="35615" y="34443"/>
                  </a:lnTo>
                  <a:lnTo>
                    <a:pt x="41198" y="29135"/>
                  </a:lnTo>
                  <a:lnTo>
                    <a:pt x="43992" y="22047"/>
                  </a:lnTo>
                  <a:lnTo>
                    <a:pt x="43329" y="14457"/>
                  </a:lnTo>
                  <a:lnTo>
                    <a:pt x="39484" y="7780"/>
                  </a:lnTo>
                  <a:lnTo>
                    <a:pt x="33077" y="2725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86" name="CustomShape 242"/>
            <p:cNvSpPr/>
            <p:nvPr/>
          </p:nvSpPr>
          <p:spPr>
            <a:xfrm>
              <a:off x="6360480" y="27450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3" y="2728"/>
                  </a:lnTo>
                  <a:lnTo>
                    <a:pt x="39478" y="7785"/>
                  </a:lnTo>
                  <a:lnTo>
                    <a:pt x="43324" y="14461"/>
                  </a:lnTo>
                  <a:lnTo>
                    <a:pt x="43990" y="22050"/>
                  </a:lnTo>
                  <a:lnTo>
                    <a:pt x="41191" y="29136"/>
                  </a:lnTo>
                  <a:lnTo>
                    <a:pt x="35606" y="34443"/>
                  </a:lnTo>
                  <a:lnTo>
                    <a:pt x="28027" y="37469"/>
                  </a:lnTo>
                  <a:lnTo>
                    <a:pt x="19250" y="37710"/>
                  </a:lnTo>
                  <a:lnTo>
                    <a:pt x="10906" y="34987"/>
                  </a:lnTo>
                  <a:lnTo>
                    <a:pt x="4502" y="29933"/>
                  </a:lnTo>
                  <a:lnTo>
                    <a:pt x="659" y="23257"/>
                  </a:lnTo>
                  <a:lnTo>
                    <a:pt x="0" y="15670"/>
                  </a:lnTo>
                  <a:lnTo>
                    <a:pt x="2792" y="8578"/>
                  </a:lnTo>
                  <a:lnTo>
                    <a:pt x="8375" y="3267"/>
                  </a:lnTo>
                  <a:lnTo>
                    <a:pt x="15952" y="240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87" name="Group 243"/>
          <p:cNvGrpSpPr/>
          <p:nvPr/>
        </p:nvGrpSpPr>
        <p:grpSpPr>
          <a:xfrm>
            <a:off x="6504840" y="2959200"/>
            <a:ext cx="43920" cy="37800"/>
            <a:chOff x="6504840" y="2959200"/>
            <a:chExt cx="43920" cy="37800"/>
          </a:xfrm>
        </p:grpSpPr>
        <p:sp>
          <p:nvSpPr>
            <p:cNvPr id="688" name="CustomShape 244"/>
            <p:cNvSpPr/>
            <p:nvPr/>
          </p:nvSpPr>
          <p:spPr>
            <a:xfrm>
              <a:off x="6504840" y="29592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9" y="0"/>
                  </a:moveTo>
                  <a:lnTo>
                    <a:pt x="15959" y="237"/>
                  </a:lnTo>
                  <a:lnTo>
                    <a:pt x="8378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8"/>
                  </a:lnTo>
                  <a:lnTo>
                    <a:pt x="4508" y="29924"/>
                  </a:lnTo>
                  <a:lnTo>
                    <a:pt x="10915" y="34975"/>
                  </a:lnTo>
                  <a:lnTo>
                    <a:pt x="19265" y="37693"/>
                  </a:lnTo>
                  <a:lnTo>
                    <a:pt x="28039" y="37456"/>
                  </a:lnTo>
                  <a:lnTo>
                    <a:pt x="35615" y="34431"/>
                  </a:lnTo>
                  <a:lnTo>
                    <a:pt x="41198" y="29122"/>
                  </a:lnTo>
                  <a:lnTo>
                    <a:pt x="43992" y="22034"/>
                  </a:lnTo>
                  <a:lnTo>
                    <a:pt x="43329" y="14444"/>
                  </a:lnTo>
                  <a:lnTo>
                    <a:pt x="39485" y="7769"/>
                  </a:lnTo>
                  <a:lnTo>
                    <a:pt x="33082" y="2717"/>
                  </a:lnTo>
                  <a:lnTo>
                    <a:pt x="24739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89" name="CustomShape 245"/>
            <p:cNvSpPr/>
            <p:nvPr/>
          </p:nvSpPr>
          <p:spPr>
            <a:xfrm>
              <a:off x="6504840" y="29592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7" y="2722"/>
                  </a:lnTo>
                  <a:lnTo>
                    <a:pt x="39482" y="7776"/>
                  </a:lnTo>
                  <a:lnTo>
                    <a:pt x="43326" y="14452"/>
                  </a:lnTo>
                  <a:lnTo>
                    <a:pt x="43990" y="22040"/>
                  </a:lnTo>
                  <a:lnTo>
                    <a:pt x="41196" y="29127"/>
                  </a:lnTo>
                  <a:lnTo>
                    <a:pt x="35611" y="34437"/>
                  </a:lnTo>
                  <a:lnTo>
                    <a:pt x="28033" y="37463"/>
                  </a:lnTo>
                  <a:lnTo>
                    <a:pt x="19260" y="37700"/>
                  </a:lnTo>
                  <a:lnTo>
                    <a:pt x="10912" y="34977"/>
                  </a:lnTo>
                  <a:lnTo>
                    <a:pt x="4507" y="29923"/>
                  </a:lnTo>
                  <a:lnTo>
                    <a:pt x="663" y="23247"/>
                  </a:lnTo>
                  <a:lnTo>
                    <a:pt x="0" y="15660"/>
                  </a:lnTo>
                  <a:lnTo>
                    <a:pt x="2792" y="8572"/>
                  </a:lnTo>
                  <a:lnTo>
                    <a:pt x="8375" y="3262"/>
                  </a:lnTo>
                  <a:lnTo>
                    <a:pt x="15952" y="236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90" name="Group 246"/>
          <p:cNvGrpSpPr/>
          <p:nvPr/>
        </p:nvGrpSpPr>
        <p:grpSpPr>
          <a:xfrm>
            <a:off x="6003360" y="3197520"/>
            <a:ext cx="50400" cy="37800"/>
            <a:chOff x="6003360" y="3197520"/>
            <a:chExt cx="50400" cy="37800"/>
          </a:xfrm>
        </p:grpSpPr>
        <p:sp>
          <p:nvSpPr>
            <p:cNvPr id="691" name="CustomShape 247"/>
            <p:cNvSpPr/>
            <p:nvPr/>
          </p:nvSpPr>
          <p:spPr>
            <a:xfrm>
              <a:off x="6003360" y="319752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7863" y="0"/>
                  </a:moveTo>
                  <a:lnTo>
                    <a:pt x="17866" y="58"/>
                  </a:lnTo>
                  <a:lnTo>
                    <a:pt x="9293" y="2938"/>
                  </a:lnTo>
                  <a:lnTo>
                    <a:pt x="3039" y="8149"/>
                  </a:lnTo>
                  <a:lnTo>
                    <a:pt x="0" y="15201"/>
                  </a:lnTo>
                  <a:lnTo>
                    <a:pt x="909" y="22827"/>
                  </a:lnTo>
                  <a:lnTo>
                    <a:pt x="5424" y="29600"/>
                  </a:lnTo>
                  <a:lnTo>
                    <a:pt x="12828" y="34797"/>
                  </a:lnTo>
                  <a:lnTo>
                    <a:pt x="22402" y="37693"/>
                  </a:lnTo>
                  <a:lnTo>
                    <a:pt x="32400" y="37634"/>
                  </a:lnTo>
                  <a:lnTo>
                    <a:pt x="40973" y="34755"/>
                  </a:lnTo>
                  <a:lnTo>
                    <a:pt x="47227" y="29544"/>
                  </a:lnTo>
                  <a:lnTo>
                    <a:pt x="50266" y="22491"/>
                  </a:lnTo>
                  <a:lnTo>
                    <a:pt x="49355" y="14866"/>
                  </a:lnTo>
                  <a:lnTo>
                    <a:pt x="44837" y="8093"/>
                  </a:lnTo>
                  <a:lnTo>
                    <a:pt x="37432" y="2896"/>
                  </a:lnTo>
                  <a:lnTo>
                    <a:pt x="27863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92" name="CustomShape 248"/>
            <p:cNvSpPr/>
            <p:nvPr/>
          </p:nvSpPr>
          <p:spPr>
            <a:xfrm>
              <a:off x="6003360" y="319752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7870" y="0"/>
                  </a:moveTo>
                  <a:lnTo>
                    <a:pt x="37442" y="2903"/>
                  </a:lnTo>
                  <a:lnTo>
                    <a:pt x="44845" y="8103"/>
                  </a:lnTo>
                  <a:lnTo>
                    <a:pt x="49360" y="14876"/>
                  </a:lnTo>
                  <a:lnTo>
                    <a:pt x="50270" y="22500"/>
                  </a:lnTo>
                  <a:lnTo>
                    <a:pt x="47231" y="29550"/>
                  </a:lnTo>
                  <a:lnTo>
                    <a:pt x="40977" y="34762"/>
                  </a:lnTo>
                  <a:lnTo>
                    <a:pt x="32402" y="37645"/>
                  </a:lnTo>
                  <a:lnTo>
                    <a:pt x="22400" y="37710"/>
                  </a:lnTo>
                  <a:lnTo>
                    <a:pt x="12832" y="34806"/>
                  </a:lnTo>
                  <a:lnTo>
                    <a:pt x="5428" y="29606"/>
                  </a:lnTo>
                  <a:lnTo>
                    <a:pt x="911" y="22833"/>
                  </a:lnTo>
                  <a:lnTo>
                    <a:pt x="0" y="15210"/>
                  </a:lnTo>
                  <a:lnTo>
                    <a:pt x="3039" y="8159"/>
                  </a:lnTo>
                  <a:lnTo>
                    <a:pt x="9296" y="2947"/>
                  </a:lnTo>
                  <a:lnTo>
                    <a:pt x="17872" y="64"/>
                  </a:lnTo>
                  <a:lnTo>
                    <a:pt x="2787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93" name="Group 249"/>
          <p:cNvGrpSpPr/>
          <p:nvPr/>
        </p:nvGrpSpPr>
        <p:grpSpPr>
          <a:xfrm>
            <a:off x="6584040" y="2457720"/>
            <a:ext cx="43920" cy="37800"/>
            <a:chOff x="6584040" y="2457720"/>
            <a:chExt cx="43920" cy="37800"/>
          </a:xfrm>
        </p:grpSpPr>
        <p:sp>
          <p:nvSpPr>
            <p:cNvPr id="694" name="CustomShape 250"/>
            <p:cNvSpPr/>
            <p:nvPr/>
          </p:nvSpPr>
          <p:spPr>
            <a:xfrm>
              <a:off x="6584040" y="245772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37"/>
                  </a:lnTo>
                  <a:lnTo>
                    <a:pt x="8377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8"/>
                  </a:lnTo>
                  <a:lnTo>
                    <a:pt x="4508" y="29924"/>
                  </a:lnTo>
                  <a:lnTo>
                    <a:pt x="10915" y="34975"/>
                  </a:lnTo>
                  <a:lnTo>
                    <a:pt x="19265" y="37693"/>
                  </a:lnTo>
                  <a:lnTo>
                    <a:pt x="28039" y="37456"/>
                  </a:lnTo>
                  <a:lnTo>
                    <a:pt x="35615" y="34431"/>
                  </a:lnTo>
                  <a:lnTo>
                    <a:pt x="41198" y="29122"/>
                  </a:lnTo>
                  <a:lnTo>
                    <a:pt x="43992" y="22034"/>
                  </a:lnTo>
                  <a:lnTo>
                    <a:pt x="43329" y="14444"/>
                  </a:lnTo>
                  <a:lnTo>
                    <a:pt x="39484" y="7769"/>
                  </a:lnTo>
                  <a:lnTo>
                    <a:pt x="33077" y="2717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95" name="CustomShape 251"/>
            <p:cNvSpPr/>
            <p:nvPr/>
          </p:nvSpPr>
          <p:spPr>
            <a:xfrm>
              <a:off x="6584040" y="245772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7" y="2722"/>
                  </a:lnTo>
                  <a:lnTo>
                    <a:pt x="39482" y="7776"/>
                  </a:lnTo>
                  <a:lnTo>
                    <a:pt x="43326" y="14452"/>
                  </a:lnTo>
                  <a:lnTo>
                    <a:pt x="43990" y="22040"/>
                  </a:lnTo>
                  <a:lnTo>
                    <a:pt x="41197" y="29126"/>
                  </a:lnTo>
                  <a:lnTo>
                    <a:pt x="35615" y="34433"/>
                  </a:lnTo>
                  <a:lnTo>
                    <a:pt x="28037" y="37459"/>
                  </a:lnTo>
                  <a:lnTo>
                    <a:pt x="19260" y="37700"/>
                  </a:lnTo>
                  <a:lnTo>
                    <a:pt x="10916" y="34977"/>
                  </a:lnTo>
                  <a:lnTo>
                    <a:pt x="4511" y="29923"/>
                  </a:lnTo>
                  <a:lnTo>
                    <a:pt x="665" y="23247"/>
                  </a:lnTo>
                  <a:lnTo>
                    <a:pt x="0" y="15660"/>
                  </a:lnTo>
                  <a:lnTo>
                    <a:pt x="2793" y="8572"/>
                  </a:lnTo>
                  <a:lnTo>
                    <a:pt x="8378" y="3262"/>
                  </a:lnTo>
                  <a:lnTo>
                    <a:pt x="15956" y="236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96" name="Group 252"/>
          <p:cNvGrpSpPr/>
          <p:nvPr/>
        </p:nvGrpSpPr>
        <p:grpSpPr>
          <a:xfrm>
            <a:off x="7182720" y="2878200"/>
            <a:ext cx="43920" cy="37800"/>
            <a:chOff x="7182720" y="2878200"/>
            <a:chExt cx="43920" cy="37800"/>
          </a:xfrm>
        </p:grpSpPr>
        <p:sp>
          <p:nvSpPr>
            <p:cNvPr id="697" name="CustomShape 253"/>
            <p:cNvSpPr/>
            <p:nvPr/>
          </p:nvSpPr>
          <p:spPr>
            <a:xfrm>
              <a:off x="7182720" y="28782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44"/>
                  </a:lnTo>
                  <a:lnTo>
                    <a:pt x="8377" y="3273"/>
                  </a:lnTo>
                  <a:lnTo>
                    <a:pt x="2793" y="8583"/>
                  </a:lnTo>
                  <a:lnTo>
                    <a:pt x="0" y="15671"/>
                  </a:lnTo>
                  <a:lnTo>
                    <a:pt x="663" y="23261"/>
                  </a:lnTo>
                  <a:lnTo>
                    <a:pt x="4506" y="29937"/>
                  </a:lnTo>
                  <a:lnTo>
                    <a:pt x="10910" y="34988"/>
                  </a:lnTo>
                  <a:lnTo>
                    <a:pt x="19253" y="37706"/>
                  </a:lnTo>
                  <a:lnTo>
                    <a:pt x="28033" y="37468"/>
                  </a:lnTo>
                  <a:lnTo>
                    <a:pt x="35613" y="34443"/>
                  </a:lnTo>
                  <a:lnTo>
                    <a:pt x="41198" y="29135"/>
                  </a:lnTo>
                  <a:lnTo>
                    <a:pt x="43992" y="22047"/>
                  </a:lnTo>
                  <a:lnTo>
                    <a:pt x="43329" y="14457"/>
                  </a:lnTo>
                  <a:lnTo>
                    <a:pt x="39484" y="7780"/>
                  </a:lnTo>
                  <a:lnTo>
                    <a:pt x="33077" y="2725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98" name="CustomShape 254"/>
            <p:cNvSpPr/>
            <p:nvPr/>
          </p:nvSpPr>
          <p:spPr>
            <a:xfrm>
              <a:off x="7182720" y="28782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7" y="2728"/>
                  </a:lnTo>
                  <a:lnTo>
                    <a:pt x="39482" y="7785"/>
                  </a:lnTo>
                  <a:lnTo>
                    <a:pt x="43326" y="14461"/>
                  </a:lnTo>
                  <a:lnTo>
                    <a:pt x="43990" y="22050"/>
                  </a:lnTo>
                  <a:lnTo>
                    <a:pt x="41197" y="29136"/>
                  </a:lnTo>
                  <a:lnTo>
                    <a:pt x="35615" y="34443"/>
                  </a:lnTo>
                  <a:lnTo>
                    <a:pt x="28037" y="37469"/>
                  </a:lnTo>
                  <a:lnTo>
                    <a:pt x="19260" y="37710"/>
                  </a:lnTo>
                  <a:lnTo>
                    <a:pt x="10912" y="34987"/>
                  </a:lnTo>
                  <a:lnTo>
                    <a:pt x="4507" y="29933"/>
                  </a:lnTo>
                  <a:lnTo>
                    <a:pt x="663" y="23257"/>
                  </a:lnTo>
                  <a:lnTo>
                    <a:pt x="0" y="15670"/>
                  </a:lnTo>
                  <a:lnTo>
                    <a:pt x="2792" y="8578"/>
                  </a:lnTo>
                  <a:lnTo>
                    <a:pt x="8375" y="3267"/>
                  </a:lnTo>
                  <a:lnTo>
                    <a:pt x="15952" y="240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99" name="Group 255"/>
          <p:cNvGrpSpPr/>
          <p:nvPr/>
        </p:nvGrpSpPr>
        <p:grpSpPr>
          <a:xfrm>
            <a:off x="5990400" y="2438640"/>
            <a:ext cx="50400" cy="37800"/>
            <a:chOff x="5990400" y="2438640"/>
            <a:chExt cx="50400" cy="37800"/>
          </a:xfrm>
        </p:grpSpPr>
        <p:sp>
          <p:nvSpPr>
            <p:cNvPr id="700" name="CustomShape 256"/>
            <p:cNvSpPr/>
            <p:nvPr/>
          </p:nvSpPr>
          <p:spPr>
            <a:xfrm>
              <a:off x="5990400" y="24386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7863" y="0"/>
                  </a:moveTo>
                  <a:lnTo>
                    <a:pt x="17866" y="58"/>
                  </a:lnTo>
                  <a:lnTo>
                    <a:pt x="9293" y="2938"/>
                  </a:lnTo>
                  <a:lnTo>
                    <a:pt x="3039" y="8149"/>
                  </a:lnTo>
                  <a:lnTo>
                    <a:pt x="0" y="15201"/>
                  </a:lnTo>
                  <a:lnTo>
                    <a:pt x="909" y="22827"/>
                  </a:lnTo>
                  <a:lnTo>
                    <a:pt x="5424" y="29600"/>
                  </a:lnTo>
                  <a:lnTo>
                    <a:pt x="12828" y="34797"/>
                  </a:lnTo>
                  <a:lnTo>
                    <a:pt x="22402" y="37693"/>
                  </a:lnTo>
                  <a:lnTo>
                    <a:pt x="32400" y="37634"/>
                  </a:lnTo>
                  <a:lnTo>
                    <a:pt x="40973" y="34755"/>
                  </a:lnTo>
                  <a:lnTo>
                    <a:pt x="47227" y="29544"/>
                  </a:lnTo>
                  <a:lnTo>
                    <a:pt x="50266" y="22491"/>
                  </a:lnTo>
                  <a:lnTo>
                    <a:pt x="49355" y="14866"/>
                  </a:lnTo>
                  <a:lnTo>
                    <a:pt x="44837" y="8093"/>
                  </a:lnTo>
                  <a:lnTo>
                    <a:pt x="37432" y="2896"/>
                  </a:lnTo>
                  <a:lnTo>
                    <a:pt x="27863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1" name="CustomShape 257"/>
            <p:cNvSpPr/>
            <p:nvPr/>
          </p:nvSpPr>
          <p:spPr>
            <a:xfrm>
              <a:off x="5990400" y="24386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7870" y="0"/>
                  </a:moveTo>
                  <a:lnTo>
                    <a:pt x="37443" y="2899"/>
                  </a:lnTo>
                  <a:lnTo>
                    <a:pt x="44850" y="8100"/>
                  </a:lnTo>
                  <a:lnTo>
                    <a:pt x="49368" y="14875"/>
                  </a:lnTo>
                  <a:lnTo>
                    <a:pt x="50280" y="22500"/>
                  </a:lnTo>
                  <a:lnTo>
                    <a:pt x="47234" y="29550"/>
                  </a:lnTo>
                  <a:lnTo>
                    <a:pt x="40975" y="34761"/>
                  </a:lnTo>
                  <a:lnTo>
                    <a:pt x="32398" y="37641"/>
                  </a:lnTo>
                  <a:lnTo>
                    <a:pt x="22400" y="37700"/>
                  </a:lnTo>
                  <a:lnTo>
                    <a:pt x="12832" y="34800"/>
                  </a:lnTo>
                  <a:lnTo>
                    <a:pt x="5428" y="29600"/>
                  </a:lnTo>
                  <a:lnTo>
                    <a:pt x="911" y="22824"/>
                  </a:lnTo>
                  <a:lnTo>
                    <a:pt x="0" y="15200"/>
                  </a:lnTo>
                  <a:lnTo>
                    <a:pt x="3039" y="8149"/>
                  </a:lnTo>
                  <a:lnTo>
                    <a:pt x="9296" y="2938"/>
                  </a:lnTo>
                  <a:lnTo>
                    <a:pt x="17872" y="58"/>
                  </a:lnTo>
                  <a:lnTo>
                    <a:pt x="2787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02" name="Group 258"/>
          <p:cNvGrpSpPr/>
          <p:nvPr/>
        </p:nvGrpSpPr>
        <p:grpSpPr>
          <a:xfrm>
            <a:off x="6293520" y="3419640"/>
            <a:ext cx="43920" cy="37800"/>
            <a:chOff x="6293520" y="3419640"/>
            <a:chExt cx="43920" cy="37800"/>
          </a:xfrm>
        </p:grpSpPr>
        <p:sp>
          <p:nvSpPr>
            <p:cNvPr id="703" name="CustomShape 259"/>
            <p:cNvSpPr/>
            <p:nvPr/>
          </p:nvSpPr>
          <p:spPr>
            <a:xfrm>
              <a:off x="6293520" y="341964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37"/>
                  </a:lnTo>
                  <a:lnTo>
                    <a:pt x="8377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8"/>
                  </a:lnTo>
                  <a:lnTo>
                    <a:pt x="4506" y="29924"/>
                  </a:lnTo>
                  <a:lnTo>
                    <a:pt x="10910" y="34975"/>
                  </a:lnTo>
                  <a:lnTo>
                    <a:pt x="19253" y="37693"/>
                  </a:lnTo>
                  <a:lnTo>
                    <a:pt x="28033" y="37456"/>
                  </a:lnTo>
                  <a:lnTo>
                    <a:pt x="35613" y="34431"/>
                  </a:lnTo>
                  <a:lnTo>
                    <a:pt x="41198" y="29122"/>
                  </a:lnTo>
                  <a:lnTo>
                    <a:pt x="43992" y="22034"/>
                  </a:lnTo>
                  <a:lnTo>
                    <a:pt x="43329" y="14444"/>
                  </a:lnTo>
                  <a:lnTo>
                    <a:pt x="39484" y="7769"/>
                  </a:lnTo>
                  <a:lnTo>
                    <a:pt x="33077" y="2717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4" name="CustomShape 260"/>
            <p:cNvSpPr/>
            <p:nvPr/>
          </p:nvSpPr>
          <p:spPr>
            <a:xfrm>
              <a:off x="6293520" y="341964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7" y="2722"/>
                  </a:lnTo>
                  <a:lnTo>
                    <a:pt x="39482" y="7777"/>
                  </a:lnTo>
                  <a:lnTo>
                    <a:pt x="43326" y="14456"/>
                  </a:lnTo>
                  <a:lnTo>
                    <a:pt x="43990" y="22050"/>
                  </a:lnTo>
                  <a:lnTo>
                    <a:pt x="41197" y="29136"/>
                  </a:lnTo>
                  <a:lnTo>
                    <a:pt x="35615" y="34443"/>
                  </a:lnTo>
                  <a:lnTo>
                    <a:pt x="28037" y="37469"/>
                  </a:lnTo>
                  <a:lnTo>
                    <a:pt x="19260" y="37710"/>
                  </a:lnTo>
                  <a:lnTo>
                    <a:pt x="10912" y="34981"/>
                  </a:lnTo>
                  <a:lnTo>
                    <a:pt x="4507" y="29925"/>
                  </a:lnTo>
                  <a:lnTo>
                    <a:pt x="663" y="23248"/>
                  </a:lnTo>
                  <a:lnTo>
                    <a:pt x="0" y="15660"/>
                  </a:lnTo>
                  <a:lnTo>
                    <a:pt x="2792" y="8573"/>
                  </a:lnTo>
                  <a:lnTo>
                    <a:pt x="8375" y="3266"/>
                  </a:lnTo>
                  <a:lnTo>
                    <a:pt x="15952" y="240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05" name="Group 261"/>
          <p:cNvGrpSpPr/>
          <p:nvPr/>
        </p:nvGrpSpPr>
        <p:grpSpPr>
          <a:xfrm>
            <a:off x="6949440" y="3462480"/>
            <a:ext cx="133920" cy="59760"/>
            <a:chOff x="6949440" y="3462480"/>
            <a:chExt cx="133920" cy="59760"/>
          </a:xfrm>
        </p:grpSpPr>
        <p:sp>
          <p:nvSpPr>
            <p:cNvPr id="706" name="CustomShape 262"/>
            <p:cNvSpPr/>
            <p:nvPr/>
          </p:nvSpPr>
          <p:spPr>
            <a:xfrm>
              <a:off x="6949440" y="3462480"/>
              <a:ext cx="43920" cy="4392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25184" y="0"/>
                  </a:moveTo>
                  <a:lnTo>
                    <a:pt x="16375" y="484"/>
                  </a:lnTo>
                  <a:lnTo>
                    <a:pt x="8701" y="4184"/>
                  </a:lnTo>
                  <a:lnTo>
                    <a:pt x="2972" y="10494"/>
                  </a:lnTo>
                  <a:lnTo>
                    <a:pt x="0" y="18808"/>
                  </a:lnTo>
                  <a:lnTo>
                    <a:pt x="484" y="27617"/>
                  </a:lnTo>
                  <a:lnTo>
                    <a:pt x="4184" y="35291"/>
                  </a:lnTo>
                  <a:lnTo>
                    <a:pt x="10494" y="41020"/>
                  </a:lnTo>
                  <a:lnTo>
                    <a:pt x="18808" y="43992"/>
                  </a:lnTo>
                  <a:lnTo>
                    <a:pt x="27617" y="43507"/>
                  </a:lnTo>
                  <a:lnTo>
                    <a:pt x="35291" y="39808"/>
                  </a:lnTo>
                  <a:lnTo>
                    <a:pt x="41020" y="33498"/>
                  </a:lnTo>
                  <a:lnTo>
                    <a:pt x="43992" y="25184"/>
                  </a:lnTo>
                  <a:lnTo>
                    <a:pt x="43507" y="16375"/>
                  </a:lnTo>
                  <a:lnTo>
                    <a:pt x="39808" y="8701"/>
                  </a:lnTo>
                  <a:lnTo>
                    <a:pt x="33498" y="2972"/>
                  </a:lnTo>
                  <a:lnTo>
                    <a:pt x="25184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7" name="CustomShape 263"/>
            <p:cNvSpPr/>
            <p:nvPr/>
          </p:nvSpPr>
          <p:spPr>
            <a:xfrm>
              <a:off x="6949440" y="3462480"/>
              <a:ext cx="43920" cy="4392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25180" y="0"/>
                  </a:moveTo>
                  <a:lnTo>
                    <a:pt x="33492" y="2969"/>
                  </a:lnTo>
                  <a:lnTo>
                    <a:pt x="39801" y="8697"/>
                  </a:lnTo>
                  <a:lnTo>
                    <a:pt x="43502" y="16371"/>
                  </a:lnTo>
                  <a:lnTo>
                    <a:pt x="43990" y="25180"/>
                  </a:lnTo>
                  <a:lnTo>
                    <a:pt x="41015" y="33492"/>
                  </a:lnTo>
                  <a:lnTo>
                    <a:pt x="35287" y="39801"/>
                  </a:lnTo>
                  <a:lnTo>
                    <a:pt x="27612" y="43502"/>
                  </a:lnTo>
                  <a:lnTo>
                    <a:pt x="18800" y="43990"/>
                  </a:lnTo>
                  <a:lnTo>
                    <a:pt x="10489" y="41015"/>
                  </a:lnTo>
                  <a:lnTo>
                    <a:pt x="4183" y="35287"/>
                  </a:lnTo>
                  <a:lnTo>
                    <a:pt x="486" y="27612"/>
                  </a:lnTo>
                  <a:lnTo>
                    <a:pt x="0" y="18800"/>
                  </a:lnTo>
                  <a:lnTo>
                    <a:pt x="2969" y="10487"/>
                  </a:lnTo>
                  <a:lnTo>
                    <a:pt x="8697" y="4180"/>
                  </a:lnTo>
                  <a:lnTo>
                    <a:pt x="16371" y="482"/>
                  </a:lnTo>
                  <a:lnTo>
                    <a:pt x="2518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8" name="CustomShape 264"/>
            <p:cNvSpPr/>
            <p:nvPr/>
          </p:nvSpPr>
          <p:spPr>
            <a:xfrm>
              <a:off x="7033680" y="348444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5" h="38100">
                  <a:moveTo>
                    <a:pt x="31543" y="0"/>
                  </a:moveTo>
                  <a:lnTo>
                    <a:pt x="0" y="23624"/>
                  </a:lnTo>
                  <a:lnTo>
                    <a:pt x="3297" y="30558"/>
                  </a:lnTo>
                  <a:lnTo>
                    <a:pt x="9742" y="35533"/>
                  </a:lnTo>
                  <a:lnTo>
                    <a:pt x="18418" y="38094"/>
                  </a:lnTo>
                  <a:lnTo>
                    <a:pt x="28409" y="37784"/>
                  </a:lnTo>
                  <a:lnTo>
                    <a:pt x="37867" y="34531"/>
                  </a:lnTo>
                  <a:lnTo>
                    <a:pt x="45072" y="29061"/>
                  </a:lnTo>
                  <a:lnTo>
                    <a:pt x="49333" y="22127"/>
                  </a:lnTo>
                  <a:lnTo>
                    <a:pt x="49961" y="14480"/>
                  </a:lnTo>
                  <a:lnTo>
                    <a:pt x="46663" y="7543"/>
                  </a:lnTo>
                  <a:lnTo>
                    <a:pt x="40219" y="2564"/>
                  </a:lnTo>
                  <a:lnTo>
                    <a:pt x="31543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9" name="CustomShape 265"/>
            <p:cNvSpPr/>
            <p:nvPr/>
          </p:nvSpPr>
          <p:spPr>
            <a:xfrm>
              <a:off x="7033680" y="348444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5" h="38100">
                  <a:moveTo>
                    <a:pt x="21550" y="304"/>
                  </a:moveTo>
                  <a:lnTo>
                    <a:pt x="31545" y="0"/>
                  </a:lnTo>
                  <a:lnTo>
                    <a:pt x="40222" y="2562"/>
                  </a:lnTo>
                  <a:lnTo>
                    <a:pt x="46668" y="7535"/>
                  </a:lnTo>
                  <a:lnTo>
                    <a:pt x="49970" y="14464"/>
                  </a:lnTo>
                  <a:lnTo>
                    <a:pt x="49345" y="22119"/>
                  </a:lnTo>
                  <a:lnTo>
                    <a:pt x="45082" y="29057"/>
                  </a:lnTo>
                  <a:lnTo>
                    <a:pt x="37876" y="34529"/>
                  </a:lnTo>
                  <a:lnTo>
                    <a:pt x="28420" y="37784"/>
                  </a:lnTo>
                  <a:lnTo>
                    <a:pt x="18424" y="38095"/>
                  </a:lnTo>
                  <a:lnTo>
                    <a:pt x="9747" y="35534"/>
                  </a:lnTo>
                  <a:lnTo>
                    <a:pt x="3301" y="30559"/>
                  </a:lnTo>
                  <a:lnTo>
                    <a:pt x="0" y="23624"/>
                  </a:lnTo>
                  <a:lnTo>
                    <a:pt x="625" y="15970"/>
                  </a:lnTo>
                  <a:lnTo>
                    <a:pt x="4887" y="9032"/>
                  </a:lnTo>
                  <a:lnTo>
                    <a:pt x="12093" y="3560"/>
                  </a:lnTo>
                  <a:lnTo>
                    <a:pt x="21550" y="30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10" name="Group 266"/>
          <p:cNvGrpSpPr/>
          <p:nvPr/>
        </p:nvGrpSpPr>
        <p:grpSpPr>
          <a:xfrm>
            <a:off x="6187320" y="2954520"/>
            <a:ext cx="49680" cy="43920"/>
            <a:chOff x="6187320" y="2954520"/>
            <a:chExt cx="49680" cy="43920"/>
          </a:xfrm>
        </p:grpSpPr>
        <p:sp>
          <p:nvSpPr>
            <p:cNvPr id="711" name="CustomShape 267"/>
            <p:cNvSpPr/>
            <p:nvPr/>
          </p:nvSpPr>
          <p:spPr>
            <a:xfrm>
              <a:off x="6187320" y="295452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31016" y="0"/>
                  </a:moveTo>
                  <a:lnTo>
                    <a:pt x="0" y="26492"/>
                  </a:lnTo>
                  <a:lnTo>
                    <a:pt x="3521" y="34644"/>
                  </a:lnTo>
                  <a:lnTo>
                    <a:pt x="10147" y="40611"/>
                  </a:lnTo>
                  <a:lnTo>
                    <a:pt x="18945" y="43841"/>
                  </a:lnTo>
                  <a:lnTo>
                    <a:pt x="28981" y="43777"/>
                  </a:lnTo>
                  <a:lnTo>
                    <a:pt x="38394" y="40278"/>
                  </a:lnTo>
                  <a:lnTo>
                    <a:pt x="45477" y="34139"/>
                  </a:lnTo>
                  <a:lnTo>
                    <a:pt x="49557" y="26212"/>
                  </a:lnTo>
                  <a:lnTo>
                    <a:pt x="49961" y="17348"/>
                  </a:lnTo>
                  <a:lnTo>
                    <a:pt x="46440" y="9197"/>
                  </a:lnTo>
                  <a:lnTo>
                    <a:pt x="39814" y="3229"/>
                  </a:lnTo>
                  <a:lnTo>
                    <a:pt x="3101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2" name="CustomShape 268"/>
            <p:cNvSpPr/>
            <p:nvPr/>
          </p:nvSpPr>
          <p:spPr>
            <a:xfrm>
              <a:off x="6187320" y="295452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20980" y="64"/>
                  </a:moveTo>
                  <a:lnTo>
                    <a:pt x="31020" y="0"/>
                  </a:lnTo>
                  <a:lnTo>
                    <a:pt x="39821" y="3229"/>
                  </a:lnTo>
                  <a:lnTo>
                    <a:pt x="46448" y="9196"/>
                  </a:lnTo>
                  <a:lnTo>
                    <a:pt x="49970" y="17344"/>
                  </a:lnTo>
                  <a:lnTo>
                    <a:pt x="49564" y="26216"/>
                  </a:lnTo>
                  <a:lnTo>
                    <a:pt x="45483" y="34145"/>
                  </a:lnTo>
                  <a:lnTo>
                    <a:pt x="38400" y="40284"/>
                  </a:lnTo>
                  <a:lnTo>
                    <a:pt x="28990" y="43784"/>
                  </a:lnTo>
                  <a:lnTo>
                    <a:pt x="18950" y="43849"/>
                  </a:lnTo>
                  <a:lnTo>
                    <a:pt x="10152" y="40619"/>
                  </a:lnTo>
                  <a:lnTo>
                    <a:pt x="3525" y="34652"/>
                  </a:lnTo>
                  <a:lnTo>
                    <a:pt x="0" y="26504"/>
                  </a:lnTo>
                  <a:lnTo>
                    <a:pt x="405" y="17637"/>
                  </a:lnTo>
                  <a:lnTo>
                    <a:pt x="4486" y="9707"/>
                  </a:lnTo>
                  <a:lnTo>
                    <a:pt x="11569" y="3565"/>
                  </a:lnTo>
                  <a:lnTo>
                    <a:pt x="20980" y="6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13" name="Group 269"/>
          <p:cNvGrpSpPr/>
          <p:nvPr/>
        </p:nvGrpSpPr>
        <p:grpSpPr>
          <a:xfrm>
            <a:off x="6698520" y="3819600"/>
            <a:ext cx="43560" cy="37800"/>
            <a:chOff x="6698520" y="3819600"/>
            <a:chExt cx="43560" cy="37800"/>
          </a:xfrm>
        </p:grpSpPr>
        <p:sp>
          <p:nvSpPr>
            <p:cNvPr id="714" name="CustomShape 270"/>
            <p:cNvSpPr/>
            <p:nvPr/>
          </p:nvSpPr>
          <p:spPr>
            <a:xfrm>
              <a:off x="6698520" y="381960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5" h="38100">
                  <a:moveTo>
                    <a:pt x="27202" y="0"/>
                  </a:moveTo>
                  <a:lnTo>
                    <a:pt x="0" y="22824"/>
                  </a:lnTo>
                  <a:lnTo>
                    <a:pt x="3052" y="29805"/>
                  </a:lnTo>
                  <a:lnTo>
                    <a:pt x="8828" y="34905"/>
                  </a:lnTo>
                  <a:lnTo>
                    <a:pt x="16510" y="37647"/>
                  </a:lnTo>
                  <a:lnTo>
                    <a:pt x="25285" y="37556"/>
                  </a:lnTo>
                  <a:lnTo>
                    <a:pt x="33528" y="34527"/>
                  </a:lnTo>
                  <a:lnTo>
                    <a:pt x="39743" y="29242"/>
                  </a:lnTo>
                  <a:lnTo>
                    <a:pt x="43336" y="22431"/>
                  </a:lnTo>
                  <a:lnTo>
                    <a:pt x="43713" y="14823"/>
                  </a:lnTo>
                  <a:lnTo>
                    <a:pt x="40660" y="7842"/>
                  </a:lnTo>
                  <a:lnTo>
                    <a:pt x="34885" y="2742"/>
                  </a:lnTo>
                  <a:lnTo>
                    <a:pt x="27202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5" name="CustomShape 271"/>
            <p:cNvSpPr/>
            <p:nvPr/>
          </p:nvSpPr>
          <p:spPr>
            <a:xfrm>
              <a:off x="6698520" y="381960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5" h="38100">
                  <a:moveTo>
                    <a:pt x="18430" y="90"/>
                  </a:moveTo>
                  <a:lnTo>
                    <a:pt x="27206" y="0"/>
                  </a:lnTo>
                  <a:lnTo>
                    <a:pt x="34888" y="2741"/>
                  </a:lnTo>
                  <a:lnTo>
                    <a:pt x="40664" y="7840"/>
                  </a:lnTo>
                  <a:lnTo>
                    <a:pt x="43720" y="14820"/>
                  </a:lnTo>
                  <a:lnTo>
                    <a:pt x="43339" y="22429"/>
                  </a:lnTo>
                  <a:lnTo>
                    <a:pt x="39743" y="29242"/>
                  </a:lnTo>
                  <a:lnTo>
                    <a:pt x="33528" y="34530"/>
                  </a:lnTo>
                  <a:lnTo>
                    <a:pt x="25290" y="37560"/>
                  </a:lnTo>
                  <a:lnTo>
                    <a:pt x="16512" y="37646"/>
                  </a:lnTo>
                  <a:lnTo>
                    <a:pt x="8827" y="34905"/>
                  </a:lnTo>
                  <a:lnTo>
                    <a:pt x="3051" y="29809"/>
                  </a:lnTo>
                  <a:lnTo>
                    <a:pt x="0" y="22830"/>
                  </a:lnTo>
                  <a:lnTo>
                    <a:pt x="379" y="15221"/>
                  </a:lnTo>
                  <a:lnTo>
                    <a:pt x="3972" y="8407"/>
                  </a:lnTo>
                  <a:lnTo>
                    <a:pt x="10186" y="3120"/>
                  </a:lnTo>
                  <a:lnTo>
                    <a:pt x="18430" y="9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16" name="Group 272"/>
          <p:cNvGrpSpPr/>
          <p:nvPr/>
        </p:nvGrpSpPr>
        <p:grpSpPr>
          <a:xfrm>
            <a:off x="6042960" y="3473640"/>
            <a:ext cx="43560" cy="43560"/>
            <a:chOff x="6042960" y="3473640"/>
            <a:chExt cx="43560" cy="43560"/>
          </a:xfrm>
        </p:grpSpPr>
        <p:sp>
          <p:nvSpPr>
            <p:cNvPr id="717" name="CustomShape 273"/>
            <p:cNvSpPr/>
            <p:nvPr/>
          </p:nvSpPr>
          <p:spPr>
            <a:xfrm>
              <a:off x="6042960" y="3473640"/>
              <a:ext cx="43560" cy="43560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17856" y="0"/>
                  </a:moveTo>
                  <a:lnTo>
                    <a:pt x="9660" y="3275"/>
                  </a:lnTo>
                  <a:lnTo>
                    <a:pt x="3570" y="9232"/>
                  </a:lnTo>
                  <a:lnTo>
                    <a:pt x="159" y="17037"/>
                  </a:lnTo>
                  <a:lnTo>
                    <a:pt x="0" y="25857"/>
                  </a:lnTo>
                  <a:lnTo>
                    <a:pt x="3275" y="34053"/>
                  </a:lnTo>
                  <a:lnTo>
                    <a:pt x="9232" y="40143"/>
                  </a:lnTo>
                  <a:lnTo>
                    <a:pt x="17037" y="43554"/>
                  </a:lnTo>
                  <a:lnTo>
                    <a:pt x="25857" y="43713"/>
                  </a:lnTo>
                  <a:lnTo>
                    <a:pt x="34053" y="40437"/>
                  </a:lnTo>
                  <a:lnTo>
                    <a:pt x="40143" y="34480"/>
                  </a:lnTo>
                  <a:lnTo>
                    <a:pt x="43554" y="26675"/>
                  </a:lnTo>
                  <a:lnTo>
                    <a:pt x="43713" y="17856"/>
                  </a:lnTo>
                  <a:lnTo>
                    <a:pt x="40437" y="9658"/>
                  </a:lnTo>
                  <a:lnTo>
                    <a:pt x="34480" y="3565"/>
                  </a:lnTo>
                  <a:lnTo>
                    <a:pt x="26675" y="153"/>
                  </a:lnTo>
                  <a:lnTo>
                    <a:pt x="1785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8" name="CustomShape 274"/>
            <p:cNvSpPr/>
            <p:nvPr/>
          </p:nvSpPr>
          <p:spPr>
            <a:xfrm>
              <a:off x="6042960" y="3473640"/>
              <a:ext cx="43560" cy="43560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17860" y="0"/>
                  </a:moveTo>
                  <a:lnTo>
                    <a:pt x="26681" y="160"/>
                  </a:lnTo>
                  <a:lnTo>
                    <a:pt x="34487" y="3575"/>
                  </a:lnTo>
                  <a:lnTo>
                    <a:pt x="40444" y="9666"/>
                  </a:lnTo>
                  <a:lnTo>
                    <a:pt x="43720" y="17860"/>
                  </a:lnTo>
                  <a:lnTo>
                    <a:pt x="43560" y="26682"/>
                  </a:lnTo>
                  <a:lnTo>
                    <a:pt x="40150" y="34488"/>
                  </a:lnTo>
                  <a:lnTo>
                    <a:pt x="34061" y="40448"/>
                  </a:lnTo>
                  <a:lnTo>
                    <a:pt x="25870" y="43730"/>
                  </a:lnTo>
                  <a:lnTo>
                    <a:pt x="17042" y="43569"/>
                  </a:lnTo>
                  <a:lnTo>
                    <a:pt x="9233" y="40155"/>
                  </a:lnTo>
                  <a:lnTo>
                    <a:pt x="3275" y="34063"/>
                  </a:lnTo>
                  <a:lnTo>
                    <a:pt x="0" y="25870"/>
                  </a:lnTo>
                  <a:lnTo>
                    <a:pt x="159" y="17047"/>
                  </a:lnTo>
                  <a:lnTo>
                    <a:pt x="3571" y="9241"/>
                  </a:lnTo>
                  <a:lnTo>
                    <a:pt x="9662" y="3281"/>
                  </a:lnTo>
                  <a:lnTo>
                    <a:pt x="17860" y="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19" name="Group 275"/>
          <p:cNvGrpSpPr/>
          <p:nvPr/>
        </p:nvGrpSpPr>
        <p:grpSpPr>
          <a:xfrm>
            <a:off x="6292080" y="2625840"/>
            <a:ext cx="43560" cy="37800"/>
            <a:chOff x="6292080" y="2625840"/>
            <a:chExt cx="43560" cy="37800"/>
          </a:xfrm>
        </p:grpSpPr>
        <p:sp>
          <p:nvSpPr>
            <p:cNvPr id="720" name="CustomShape 276"/>
            <p:cNvSpPr/>
            <p:nvPr/>
          </p:nvSpPr>
          <p:spPr>
            <a:xfrm>
              <a:off x="6292080" y="262584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27202" y="0"/>
                  </a:moveTo>
                  <a:lnTo>
                    <a:pt x="0" y="22824"/>
                  </a:lnTo>
                  <a:lnTo>
                    <a:pt x="3052" y="29805"/>
                  </a:lnTo>
                  <a:lnTo>
                    <a:pt x="8828" y="34905"/>
                  </a:lnTo>
                  <a:lnTo>
                    <a:pt x="16510" y="37647"/>
                  </a:lnTo>
                  <a:lnTo>
                    <a:pt x="25285" y="37556"/>
                  </a:lnTo>
                  <a:lnTo>
                    <a:pt x="33528" y="34527"/>
                  </a:lnTo>
                  <a:lnTo>
                    <a:pt x="39743" y="29242"/>
                  </a:lnTo>
                  <a:lnTo>
                    <a:pt x="43336" y="22431"/>
                  </a:lnTo>
                  <a:lnTo>
                    <a:pt x="43713" y="14823"/>
                  </a:lnTo>
                  <a:lnTo>
                    <a:pt x="40660" y="7842"/>
                  </a:lnTo>
                  <a:lnTo>
                    <a:pt x="34885" y="2742"/>
                  </a:lnTo>
                  <a:lnTo>
                    <a:pt x="27202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1" name="CustomShape 277"/>
            <p:cNvSpPr/>
            <p:nvPr/>
          </p:nvSpPr>
          <p:spPr>
            <a:xfrm>
              <a:off x="6292080" y="262584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18430" y="90"/>
                  </a:moveTo>
                  <a:lnTo>
                    <a:pt x="27206" y="0"/>
                  </a:lnTo>
                  <a:lnTo>
                    <a:pt x="34888" y="2741"/>
                  </a:lnTo>
                  <a:lnTo>
                    <a:pt x="40664" y="7840"/>
                  </a:lnTo>
                  <a:lnTo>
                    <a:pt x="43720" y="14820"/>
                  </a:lnTo>
                  <a:lnTo>
                    <a:pt x="43339" y="22429"/>
                  </a:lnTo>
                  <a:lnTo>
                    <a:pt x="39743" y="29242"/>
                  </a:lnTo>
                  <a:lnTo>
                    <a:pt x="33528" y="34530"/>
                  </a:lnTo>
                  <a:lnTo>
                    <a:pt x="25290" y="37560"/>
                  </a:lnTo>
                  <a:lnTo>
                    <a:pt x="16512" y="37646"/>
                  </a:lnTo>
                  <a:lnTo>
                    <a:pt x="8827" y="34905"/>
                  </a:lnTo>
                  <a:lnTo>
                    <a:pt x="3051" y="29809"/>
                  </a:lnTo>
                  <a:lnTo>
                    <a:pt x="0" y="22830"/>
                  </a:lnTo>
                  <a:lnTo>
                    <a:pt x="379" y="15221"/>
                  </a:lnTo>
                  <a:lnTo>
                    <a:pt x="3972" y="8407"/>
                  </a:lnTo>
                  <a:lnTo>
                    <a:pt x="10186" y="3120"/>
                  </a:lnTo>
                  <a:lnTo>
                    <a:pt x="18430" y="9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22" name="Group 278"/>
          <p:cNvGrpSpPr/>
          <p:nvPr/>
        </p:nvGrpSpPr>
        <p:grpSpPr>
          <a:xfrm>
            <a:off x="6589080" y="3314880"/>
            <a:ext cx="49680" cy="37800"/>
            <a:chOff x="6589080" y="3314880"/>
            <a:chExt cx="49680" cy="37800"/>
          </a:xfrm>
        </p:grpSpPr>
        <p:sp>
          <p:nvSpPr>
            <p:cNvPr id="723" name="CustomShape 279"/>
            <p:cNvSpPr/>
            <p:nvPr/>
          </p:nvSpPr>
          <p:spPr>
            <a:xfrm>
              <a:off x="6589080" y="331488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5" h="38100">
                  <a:moveTo>
                    <a:pt x="31543" y="0"/>
                  </a:moveTo>
                  <a:lnTo>
                    <a:pt x="0" y="23613"/>
                  </a:lnTo>
                  <a:lnTo>
                    <a:pt x="3297" y="30550"/>
                  </a:lnTo>
                  <a:lnTo>
                    <a:pt x="9742" y="35527"/>
                  </a:lnTo>
                  <a:lnTo>
                    <a:pt x="18418" y="38088"/>
                  </a:lnTo>
                  <a:lnTo>
                    <a:pt x="28409" y="37774"/>
                  </a:lnTo>
                  <a:lnTo>
                    <a:pt x="37867" y="34520"/>
                  </a:lnTo>
                  <a:lnTo>
                    <a:pt x="45072" y="29050"/>
                  </a:lnTo>
                  <a:lnTo>
                    <a:pt x="49333" y="22116"/>
                  </a:lnTo>
                  <a:lnTo>
                    <a:pt x="49961" y="14469"/>
                  </a:lnTo>
                  <a:lnTo>
                    <a:pt x="46663" y="7535"/>
                  </a:lnTo>
                  <a:lnTo>
                    <a:pt x="40219" y="2560"/>
                  </a:lnTo>
                  <a:lnTo>
                    <a:pt x="31543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4" name="CustomShape 280"/>
            <p:cNvSpPr/>
            <p:nvPr/>
          </p:nvSpPr>
          <p:spPr>
            <a:xfrm>
              <a:off x="6589080" y="331488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5" h="38100">
                  <a:moveTo>
                    <a:pt x="21550" y="310"/>
                  </a:moveTo>
                  <a:lnTo>
                    <a:pt x="31545" y="0"/>
                  </a:lnTo>
                  <a:lnTo>
                    <a:pt x="40222" y="2560"/>
                  </a:lnTo>
                  <a:lnTo>
                    <a:pt x="46668" y="7535"/>
                  </a:lnTo>
                  <a:lnTo>
                    <a:pt x="49970" y="14470"/>
                  </a:lnTo>
                  <a:lnTo>
                    <a:pt x="49345" y="22124"/>
                  </a:lnTo>
                  <a:lnTo>
                    <a:pt x="45082" y="29062"/>
                  </a:lnTo>
                  <a:lnTo>
                    <a:pt x="37876" y="34534"/>
                  </a:lnTo>
                  <a:lnTo>
                    <a:pt x="28420" y="37790"/>
                  </a:lnTo>
                  <a:lnTo>
                    <a:pt x="18424" y="38100"/>
                  </a:lnTo>
                  <a:lnTo>
                    <a:pt x="9747" y="35540"/>
                  </a:lnTo>
                  <a:lnTo>
                    <a:pt x="3301" y="30565"/>
                  </a:lnTo>
                  <a:lnTo>
                    <a:pt x="0" y="23630"/>
                  </a:lnTo>
                  <a:lnTo>
                    <a:pt x="625" y="15975"/>
                  </a:lnTo>
                  <a:lnTo>
                    <a:pt x="4887" y="9037"/>
                  </a:lnTo>
                  <a:lnTo>
                    <a:pt x="12093" y="3565"/>
                  </a:lnTo>
                  <a:lnTo>
                    <a:pt x="21550" y="31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25" name="Group 281"/>
          <p:cNvGrpSpPr/>
          <p:nvPr/>
        </p:nvGrpSpPr>
        <p:grpSpPr>
          <a:xfrm>
            <a:off x="7021080" y="2871720"/>
            <a:ext cx="49680" cy="37800"/>
            <a:chOff x="7021080" y="2871720"/>
            <a:chExt cx="49680" cy="37800"/>
          </a:xfrm>
        </p:grpSpPr>
        <p:sp>
          <p:nvSpPr>
            <p:cNvPr id="726" name="CustomShape 282"/>
            <p:cNvSpPr/>
            <p:nvPr/>
          </p:nvSpPr>
          <p:spPr>
            <a:xfrm>
              <a:off x="7021080" y="287172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5" h="38100">
                  <a:moveTo>
                    <a:pt x="31543" y="0"/>
                  </a:moveTo>
                  <a:lnTo>
                    <a:pt x="0" y="23624"/>
                  </a:lnTo>
                  <a:lnTo>
                    <a:pt x="3297" y="30558"/>
                  </a:lnTo>
                  <a:lnTo>
                    <a:pt x="9742" y="35533"/>
                  </a:lnTo>
                  <a:lnTo>
                    <a:pt x="18418" y="38094"/>
                  </a:lnTo>
                  <a:lnTo>
                    <a:pt x="28409" y="37784"/>
                  </a:lnTo>
                  <a:lnTo>
                    <a:pt x="37867" y="34531"/>
                  </a:lnTo>
                  <a:lnTo>
                    <a:pt x="45072" y="29061"/>
                  </a:lnTo>
                  <a:lnTo>
                    <a:pt x="49333" y="22127"/>
                  </a:lnTo>
                  <a:lnTo>
                    <a:pt x="49961" y="14480"/>
                  </a:lnTo>
                  <a:lnTo>
                    <a:pt x="46663" y="7543"/>
                  </a:lnTo>
                  <a:lnTo>
                    <a:pt x="40219" y="2564"/>
                  </a:lnTo>
                  <a:lnTo>
                    <a:pt x="31543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7" name="CustomShape 283"/>
            <p:cNvSpPr/>
            <p:nvPr/>
          </p:nvSpPr>
          <p:spPr>
            <a:xfrm>
              <a:off x="7021080" y="287172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5" h="38100">
                  <a:moveTo>
                    <a:pt x="21550" y="310"/>
                  </a:moveTo>
                  <a:lnTo>
                    <a:pt x="31545" y="0"/>
                  </a:lnTo>
                  <a:lnTo>
                    <a:pt x="40222" y="2560"/>
                  </a:lnTo>
                  <a:lnTo>
                    <a:pt x="46668" y="7535"/>
                  </a:lnTo>
                  <a:lnTo>
                    <a:pt x="49970" y="14470"/>
                  </a:lnTo>
                  <a:lnTo>
                    <a:pt x="49345" y="22124"/>
                  </a:lnTo>
                  <a:lnTo>
                    <a:pt x="45082" y="29061"/>
                  </a:lnTo>
                  <a:lnTo>
                    <a:pt x="37876" y="34530"/>
                  </a:lnTo>
                  <a:lnTo>
                    <a:pt x="28420" y="37780"/>
                  </a:lnTo>
                  <a:lnTo>
                    <a:pt x="18424" y="38090"/>
                  </a:lnTo>
                  <a:lnTo>
                    <a:pt x="9747" y="35530"/>
                  </a:lnTo>
                  <a:lnTo>
                    <a:pt x="3301" y="30555"/>
                  </a:lnTo>
                  <a:lnTo>
                    <a:pt x="0" y="23620"/>
                  </a:lnTo>
                  <a:lnTo>
                    <a:pt x="629" y="15971"/>
                  </a:lnTo>
                  <a:lnTo>
                    <a:pt x="4891" y="9036"/>
                  </a:lnTo>
                  <a:lnTo>
                    <a:pt x="12095" y="3565"/>
                  </a:lnTo>
                  <a:lnTo>
                    <a:pt x="21550" y="310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28" name="Group 284"/>
          <p:cNvGrpSpPr/>
          <p:nvPr/>
        </p:nvGrpSpPr>
        <p:grpSpPr>
          <a:xfrm>
            <a:off x="5722200" y="2757960"/>
            <a:ext cx="49680" cy="43920"/>
            <a:chOff x="5722200" y="2757960"/>
            <a:chExt cx="49680" cy="43920"/>
          </a:xfrm>
        </p:grpSpPr>
        <p:sp>
          <p:nvSpPr>
            <p:cNvPr id="729" name="CustomShape 285"/>
            <p:cNvSpPr/>
            <p:nvPr/>
          </p:nvSpPr>
          <p:spPr>
            <a:xfrm>
              <a:off x="5722200" y="275796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31016" y="0"/>
                  </a:moveTo>
                  <a:lnTo>
                    <a:pt x="0" y="26492"/>
                  </a:lnTo>
                  <a:lnTo>
                    <a:pt x="3521" y="34644"/>
                  </a:lnTo>
                  <a:lnTo>
                    <a:pt x="10147" y="40611"/>
                  </a:lnTo>
                  <a:lnTo>
                    <a:pt x="18945" y="43841"/>
                  </a:lnTo>
                  <a:lnTo>
                    <a:pt x="28981" y="43777"/>
                  </a:lnTo>
                  <a:lnTo>
                    <a:pt x="38394" y="40278"/>
                  </a:lnTo>
                  <a:lnTo>
                    <a:pt x="45477" y="34139"/>
                  </a:lnTo>
                  <a:lnTo>
                    <a:pt x="49557" y="26212"/>
                  </a:lnTo>
                  <a:lnTo>
                    <a:pt x="49961" y="17348"/>
                  </a:lnTo>
                  <a:lnTo>
                    <a:pt x="46440" y="9197"/>
                  </a:lnTo>
                  <a:lnTo>
                    <a:pt x="39814" y="3229"/>
                  </a:lnTo>
                  <a:lnTo>
                    <a:pt x="31016" y="0"/>
                  </a:lnTo>
                  <a:close/>
                </a:path>
              </a:pathLst>
            </a:custGeom>
            <a:solidFill>
              <a:srgbClr val="0433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0" name="CustomShape 286"/>
            <p:cNvSpPr/>
            <p:nvPr/>
          </p:nvSpPr>
          <p:spPr>
            <a:xfrm>
              <a:off x="5722200" y="275796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20970" y="64"/>
                  </a:moveTo>
                  <a:lnTo>
                    <a:pt x="31010" y="0"/>
                  </a:lnTo>
                  <a:lnTo>
                    <a:pt x="39811" y="3229"/>
                  </a:lnTo>
                  <a:lnTo>
                    <a:pt x="46438" y="9196"/>
                  </a:lnTo>
                  <a:lnTo>
                    <a:pt x="49960" y="17344"/>
                  </a:lnTo>
                  <a:lnTo>
                    <a:pt x="49559" y="26216"/>
                  </a:lnTo>
                  <a:lnTo>
                    <a:pt x="45478" y="34145"/>
                  </a:lnTo>
                  <a:lnTo>
                    <a:pt x="38396" y="40284"/>
                  </a:lnTo>
                  <a:lnTo>
                    <a:pt x="28990" y="43784"/>
                  </a:lnTo>
                  <a:lnTo>
                    <a:pt x="18949" y="43849"/>
                  </a:lnTo>
                  <a:lnTo>
                    <a:pt x="10148" y="40619"/>
                  </a:lnTo>
                  <a:lnTo>
                    <a:pt x="3521" y="34652"/>
                  </a:lnTo>
                  <a:lnTo>
                    <a:pt x="0" y="26504"/>
                  </a:lnTo>
                  <a:lnTo>
                    <a:pt x="400" y="17637"/>
                  </a:lnTo>
                  <a:lnTo>
                    <a:pt x="4481" y="9707"/>
                  </a:lnTo>
                  <a:lnTo>
                    <a:pt x="11563" y="3565"/>
                  </a:lnTo>
                  <a:lnTo>
                    <a:pt x="20970" y="64"/>
                  </a:lnTo>
                  <a:close/>
                </a:path>
              </a:pathLst>
            </a:custGeom>
            <a:noFill/>
            <a:ln w="9360">
              <a:solidFill>
                <a:srgbClr val="0433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31" name="Group 287"/>
          <p:cNvGrpSpPr/>
          <p:nvPr/>
        </p:nvGrpSpPr>
        <p:grpSpPr>
          <a:xfrm>
            <a:off x="1583640" y="3716640"/>
            <a:ext cx="234000" cy="329760"/>
            <a:chOff x="1583640" y="3716640"/>
            <a:chExt cx="234000" cy="329760"/>
          </a:xfrm>
        </p:grpSpPr>
        <p:sp>
          <p:nvSpPr>
            <p:cNvPr id="732" name="CustomShape 288"/>
            <p:cNvSpPr/>
            <p:nvPr/>
          </p:nvSpPr>
          <p:spPr>
            <a:xfrm>
              <a:off x="1699200" y="400860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3" name="CustomShape 289"/>
            <p:cNvSpPr/>
            <p:nvPr/>
          </p:nvSpPr>
          <p:spPr>
            <a:xfrm>
              <a:off x="1699200" y="400860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1" y="1497"/>
                  </a:lnTo>
                  <a:lnTo>
                    <a:pt x="43352" y="5580"/>
                  </a:lnTo>
                  <a:lnTo>
                    <a:pt x="48794" y="11635"/>
                  </a:lnTo>
                  <a:lnTo>
                    <a:pt x="50790" y="19050"/>
                  </a:lnTo>
                  <a:lnTo>
                    <a:pt x="48794" y="26464"/>
                  </a:lnTo>
                  <a:lnTo>
                    <a:pt x="43352" y="32520"/>
                  </a:lnTo>
                  <a:lnTo>
                    <a:pt x="35281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4" name="CustomShape 290"/>
            <p:cNvSpPr/>
            <p:nvPr/>
          </p:nvSpPr>
          <p:spPr>
            <a:xfrm>
              <a:off x="1612800" y="375516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5" name="CustomShape 291"/>
            <p:cNvSpPr/>
            <p:nvPr/>
          </p:nvSpPr>
          <p:spPr>
            <a:xfrm>
              <a:off x="1612800" y="375516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482" y="27908"/>
                  </a:moveTo>
                  <a:lnTo>
                    <a:pt x="0" y="20245"/>
                  </a:lnTo>
                  <a:lnTo>
                    <a:pt x="3220" y="12768"/>
                  </a:lnTo>
                  <a:lnTo>
                    <a:pt x="9564" y="6320"/>
                  </a:lnTo>
                  <a:lnTo>
                    <a:pt x="18452" y="1738"/>
                  </a:lnTo>
                  <a:lnTo>
                    <a:pt x="28303" y="0"/>
                  </a:lnTo>
                  <a:lnTo>
                    <a:pt x="37260" y="1290"/>
                  </a:lnTo>
                  <a:lnTo>
                    <a:pt x="44353" y="5289"/>
                  </a:lnTo>
                  <a:lnTo>
                    <a:pt x="48612" y="11678"/>
                  </a:lnTo>
                  <a:lnTo>
                    <a:pt x="49089" y="19342"/>
                  </a:lnTo>
                  <a:lnTo>
                    <a:pt x="45866" y="26818"/>
                  </a:lnTo>
                  <a:lnTo>
                    <a:pt x="39521" y="33267"/>
                  </a:lnTo>
                  <a:lnTo>
                    <a:pt x="30632" y="37848"/>
                  </a:lnTo>
                  <a:lnTo>
                    <a:pt x="20787" y="39587"/>
                  </a:lnTo>
                  <a:lnTo>
                    <a:pt x="11834" y="38297"/>
                  </a:lnTo>
                  <a:lnTo>
                    <a:pt x="4742" y="34298"/>
                  </a:lnTo>
                  <a:lnTo>
                    <a:pt x="482" y="27908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6" name="CustomShape 292"/>
            <p:cNvSpPr/>
            <p:nvPr/>
          </p:nvSpPr>
          <p:spPr>
            <a:xfrm>
              <a:off x="1583640" y="39592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7863" y="0"/>
                  </a:moveTo>
                  <a:lnTo>
                    <a:pt x="17866" y="58"/>
                  </a:lnTo>
                  <a:lnTo>
                    <a:pt x="9293" y="2938"/>
                  </a:lnTo>
                  <a:lnTo>
                    <a:pt x="3039" y="8149"/>
                  </a:lnTo>
                  <a:lnTo>
                    <a:pt x="0" y="15201"/>
                  </a:lnTo>
                  <a:lnTo>
                    <a:pt x="909" y="22827"/>
                  </a:lnTo>
                  <a:lnTo>
                    <a:pt x="5424" y="29600"/>
                  </a:lnTo>
                  <a:lnTo>
                    <a:pt x="12828" y="34797"/>
                  </a:lnTo>
                  <a:lnTo>
                    <a:pt x="22402" y="37693"/>
                  </a:lnTo>
                  <a:lnTo>
                    <a:pt x="32400" y="37634"/>
                  </a:lnTo>
                  <a:lnTo>
                    <a:pt x="40973" y="34755"/>
                  </a:lnTo>
                  <a:lnTo>
                    <a:pt x="47227" y="29544"/>
                  </a:lnTo>
                  <a:lnTo>
                    <a:pt x="50266" y="22491"/>
                  </a:lnTo>
                  <a:lnTo>
                    <a:pt x="49355" y="14866"/>
                  </a:lnTo>
                  <a:lnTo>
                    <a:pt x="44837" y="8093"/>
                  </a:lnTo>
                  <a:lnTo>
                    <a:pt x="37432" y="2896"/>
                  </a:lnTo>
                  <a:lnTo>
                    <a:pt x="27863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7" name="CustomShape 293"/>
            <p:cNvSpPr/>
            <p:nvPr/>
          </p:nvSpPr>
          <p:spPr>
            <a:xfrm>
              <a:off x="1583640" y="39592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7870" y="0"/>
                  </a:moveTo>
                  <a:lnTo>
                    <a:pt x="37443" y="2903"/>
                  </a:lnTo>
                  <a:lnTo>
                    <a:pt x="44848" y="8103"/>
                  </a:lnTo>
                  <a:lnTo>
                    <a:pt x="49364" y="14876"/>
                  </a:lnTo>
                  <a:lnTo>
                    <a:pt x="50270" y="22500"/>
                  </a:lnTo>
                  <a:lnTo>
                    <a:pt x="47231" y="29550"/>
                  </a:lnTo>
                  <a:lnTo>
                    <a:pt x="40977" y="34762"/>
                  </a:lnTo>
                  <a:lnTo>
                    <a:pt x="32402" y="37645"/>
                  </a:lnTo>
                  <a:lnTo>
                    <a:pt x="22400" y="37710"/>
                  </a:lnTo>
                  <a:lnTo>
                    <a:pt x="12832" y="34806"/>
                  </a:lnTo>
                  <a:lnTo>
                    <a:pt x="5428" y="29606"/>
                  </a:lnTo>
                  <a:lnTo>
                    <a:pt x="911" y="22833"/>
                  </a:lnTo>
                  <a:lnTo>
                    <a:pt x="0" y="15210"/>
                  </a:lnTo>
                  <a:lnTo>
                    <a:pt x="3039" y="8154"/>
                  </a:lnTo>
                  <a:lnTo>
                    <a:pt x="9296" y="2943"/>
                  </a:lnTo>
                  <a:lnTo>
                    <a:pt x="17872" y="63"/>
                  </a:lnTo>
                  <a:lnTo>
                    <a:pt x="27870" y="0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8" name="CustomShape 294"/>
            <p:cNvSpPr/>
            <p:nvPr/>
          </p:nvSpPr>
          <p:spPr>
            <a:xfrm>
              <a:off x="1607040" y="3809880"/>
              <a:ext cx="151920" cy="15192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0"/>
                  </a:moveTo>
                  <a:lnTo>
                    <a:pt x="46537" y="5987"/>
                  </a:lnTo>
                  <a:lnTo>
                    <a:pt x="22317" y="22317"/>
                  </a:lnTo>
                  <a:lnTo>
                    <a:pt x="5987" y="46537"/>
                  </a:lnTo>
                  <a:lnTo>
                    <a:pt x="0" y="76200"/>
                  </a:lnTo>
                  <a:lnTo>
                    <a:pt x="5987" y="105862"/>
                  </a:lnTo>
                  <a:lnTo>
                    <a:pt x="22317" y="130082"/>
                  </a:lnTo>
                  <a:lnTo>
                    <a:pt x="46537" y="146412"/>
                  </a:lnTo>
                  <a:lnTo>
                    <a:pt x="76200" y="152400"/>
                  </a:lnTo>
                  <a:lnTo>
                    <a:pt x="105862" y="146412"/>
                  </a:lnTo>
                  <a:lnTo>
                    <a:pt x="130082" y="130082"/>
                  </a:lnTo>
                  <a:lnTo>
                    <a:pt x="146412" y="105862"/>
                  </a:lnTo>
                  <a:lnTo>
                    <a:pt x="152400" y="76200"/>
                  </a:lnTo>
                  <a:lnTo>
                    <a:pt x="146412" y="46537"/>
                  </a:lnTo>
                  <a:lnTo>
                    <a:pt x="130082" y="22317"/>
                  </a:lnTo>
                  <a:lnTo>
                    <a:pt x="105862" y="5987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9" name="CustomShape 295"/>
            <p:cNvSpPr/>
            <p:nvPr/>
          </p:nvSpPr>
          <p:spPr>
            <a:xfrm>
              <a:off x="1767960" y="371664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31016" y="0"/>
                  </a:moveTo>
                  <a:lnTo>
                    <a:pt x="0" y="26492"/>
                  </a:lnTo>
                  <a:lnTo>
                    <a:pt x="3521" y="34644"/>
                  </a:lnTo>
                  <a:lnTo>
                    <a:pt x="10147" y="40611"/>
                  </a:lnTo>
                  <a:lnTo>
                    <a:pt x="18945" y="43841"/>
                  </a:lnTo>
                  <a:lnTo>
                    <a:pt x="28981" y="43777"/>
                  </a:lnTo>
                  <a:lnTo>
                    <a:pt x="38394" y="40278"/>
                  </a:lnTo>
                  <a:lnTo>
                    <a:pt x="45477" y="34139"/>
                  </a:lnTo>
                  <a:lnTo>
                    <a:pt x="49557" y="26212"/>
                  </a:lnTo>
                  <a:lnTo>
                    <a:pt x="49961" y="17348"/>
                  </a:lnTo>
                  <a:lnTo>
                    <a:pt x="46440" y="9197"/>
                  </a:lnTo>
                  <a:lnTo>
                    <a:pt x="39814" y="3229"/>
                  </a:lnTo>
                  <a:lnTo>
                    <a:pt x="31016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0" name="CustomShape 296"/>
            <p:cNvSpPr/>
            <p:nvPr/>
          </p:nvSpPr>
          <p:spPr>
            <a:xfrm>
              <a:off x="1767960" y="371664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20980" y="64"/>
                  </a:moveTo>
                  <a:lnTo>
                    <a:pt x="31020" y="0"/>
                  </a:lnTo>
                  <a:lnTo>
                    <a:pt x="39821" y="3230"/>
                  </a:lnTo>
                  <a:lnTo>
                    <a:pt x="46448" y="9200"/>
                  </a:lnTo>
                  <a:lnTo>
                    <a:pt x="49970" y="17354"/>
                  </a:lnTo>
                  <a:lnTo>
                    <a:pt x="49564" y="26221"/>
                  </a:lnTo>
                  <a:lnTo>
                    <a:pt x="45483" y="34150"/>
                  </a:lnTo>
                  <a:lnTo>
                    <a:pt x="38400" y="40289"/>
                  </a:lnTo>
                  <a:lnTo>
                    <a:pt x="28990" y="43784"/>
                  </a:lnTo>
                  <a:lnTo>
                    <a:pt x="18954" y="43849"/>
                  </a:lnTo>
                  <a:lnTo>
                    <a:pt x="10156" y="40619"/>
                  </a:lnTo>
                  <a:lnTo>
                    <a:pt x="3527" y="34652"/>
                  </a:lnTo>
                  <a:lnTo>
                    <a:pt x="0" y="26504"/>
                  </a:lnTo>
                  <a:lnTo>
                    <a:pt x="406" y="17637"/>
                  </a:lnTo>
                  <a:lnTo>
                    <a:pt x="4490" y="9707"/>
                  </a:lnTo>
                  <a:lnTo>
                    <a:pt x="11573" y="3565"/>
                  </a:lnTo>
                  <a:lnTo>
                    <a:pt x="20980" y="64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1" name="CustomShape 297"/>
            <p:cNvSpPr/>
            <p:nvPr/>
          </p:nvSpPr>
          <p:spPr>
            <a:xfrm>
              <a:off x="1607040" y="3809880"/>
              <a:ext cx="151920" cy="15192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lnTo>
                    <a:pt x="5988" y="46541"/>
                  </a:lnTo>
                  <a:lnTo>
                    <a:pt x="22320" y="22320"/>
                  </a:lnTo>
                  <a:lnTo>
                    <a:pt x="46541" y="5988"/>
                  </a:lnTo>
                  <a:lnTo>
                    <a:pt x="76200" y="0"/>
                  </a:lnTo>
                  <a:lnTo>
                    <a:pt x="105858" y="5988"/>
                  </a:lnTo>
                  <a:lnTo>
                    <a:pt x="130080" y="22320"/>
                  </a:lnTo>
                  <a:lnTo>
                    <a:pt x="146411" y="46541"/>
                  </a:lnTo>
                  <a:lnTo>
                    <a:pt x="152400" y="76200"/>
                  </a:lnTo>
                  <a:lnTo>
                    <a:pt x="146411" y="105858"/>
                  </a:lnTo>
                  <a:lnTo>
                    <a:pt x="130080" y="130080"/>
                  </a:lnTo>
                  <a:lnTo>
                    <a:pt x="105858" y="146411"/>
                  </a:lnTo>
                  <a:lnTo>
                    <a:pt x="76200" y="152400"/>
                  </a:lnTo>
                  <a:lnTo>
                    <a:pt x="46541" y="146411"/>
                  </a:lnTo>
                  <a:lnTo>
                    <a:pt x="22320" y="130080"/>
                  </a:lnTo>
                  <a:lnTo>
                    <a:pt x="5988" y="105858"/>
                  </a:lnTo>
                  <a:lnTo>
                    <a:pt x="0" y="76200"/>
                  </a:lnTo>
                  <a:close/>
                </a:path>
              </a:pathLst>
            </a:custGeom>
            <a:noFill/>
            <a:ln w="126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42" name="Group 298"/>
          <p:cNvGrpSpPr/>
          <p:nvPr/>
        </p:nvGrpSpPr>
        <p:grpSpPr>
          <a:xfrm>
            <a:off x="2755440" y="3765600"/>
            <a:ext cx="145080" cy="119520"/>
            <a:chOff x="2755440" y="3765600"/>
            <a:chExt cx="145080" cy="119520"/>
          </a:xfrm>
        </p:grpSpPr>
        <p:sp>
          <p:nvSpPr>
            <p:cNvPr id="743" name="CustomShape 299"/>
            <p:cNvSpPr/>
            <p:nvPr/>
          </p:nvSpPr>
          <p:spPr>
            <a:xfrm>
              <a:off x="2850120" y="376560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4" name="CustomShape 300"/>
            <p:cNvSpPr/>
            <p:nvPr/>
          </p:nvSpPr>
          <p:spPr>
            <a:xfrm>
              <a:off x="2850120" y="376560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5" name="CustomShape 301"/>
            <p:cNvSpPr/>
            <p:nvPr/>
          </p:nvSpPr>
          <p:spPr>
            <a:xfrm>
              <a:off x="2755440" y="3846240"/>
              <a:ext cx="43560" cy="38880"/>
            </a:xfrm>
            <a:custGeom>
              <a:avLst/>
              <a:gdLst/>
              <a:ahLst/>
              <a:cxnLst/>
              <a:rect l="l" t="t" r="r" b="b"/>
              <a:pathLst>
                <a:path w="43814" h="39370">
                  <a:moveTo>
                    <a:pt x="24359" y="0"/>
                  </a:moveTo>
                  <a:lnTo>
                    <a:pt x="15689" y="1346"/>
                  </a:lnTo>
                  <a:lnTo>
                    <a:pt x="7968" y="5529"/>
                  </a:lnTo>
                  <a:lnTo>
                    <a:pt x="2578" y="11653"/>
                  </a:lnTo>
                  <a:lnTo>
                    <a:pt x="0" y="18909"/>
                  </a:lnTo>
                  <a:lnTo>
                    <a:pt x="716" y="26492"/>
                  </a:lnTo>
                  <a:lnTo>
                    <a:pt x="4742" y="32961"/>
                  </a:lnTo>
                  <a:lnTo>
                    <a:pt x="11190" y="37176"/>
                  </a:lnTo>
                  <a:lnTo>
                    <a:pt x="19186" y="38787"/>
                  </a:lnTo>
                  <a:lnTo>
                    <a:pt x="27856" y="37440"/>
                  </a:lnTo>
                  <a:lnTo>
                    <a:pt x="35576" y="33263"/>
                  </a:lnTo>
                  <a:lnTo>
                    <a:pt x="40967" y="27139"/>
                  </a:lnTo>
                  <a:lnTo>
                    <a:pt x="43545" y="19879"/>
                  </a:lnTo>
                  <a:lnTo>
                    <a:pt x="42829" y="12294"/>
                  </a:lnTo>
                  <a:lnTo>
                    <a:pt x="38803" y="5826"/>
                  </a:lnTo>
                  <a:lnTo>
                    <a:pt x="32355" y="1610"/>
                  </a:lnTo>
                  <a:lnTo>
                    <a:pt x="24359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6" name="CustomShape 302"/>
            <p:cNvSpPr/>
            <p:nvPr/>
          </p:nvSpPr>
          <p:spPr>
            <a:xfrm>
              <a:off x="2755440" y="3846240"/>
              <a:ext cx="43560" cy="38880"/>
            </a:xfrm>
            <a:custGeom>
              <a:avLst/>
              <a:gdLst/>
              <a:ahLst/>
              <a:cxnLst/>
              <a:rect l="l" t="t" r="r" b="b"/>
              <a:pathLst>
                <a:path w="43814" h="39370">
                  <a:moveTo>
                    <a:pt x="713" y="26504"/>
                  </a:moveTo>
                  <a:lnTo>
                    <a:pt x="0" y="18918"/>
                  </a:lnTo>
                  <a:lnTo>
                    <a:pt x="2577" y="11656"/>
                  </a:lnTo>
                  <a:lnTo>
                    <a:pt x="7965" y="5527"/>
                  </a:lnTo>
                  <a:lnTo>
                    <a:pt x="15683" y="1344"/>
                  </a:lnTo>
                  <a:lnTo>
                    <a:pt x="24358" y="0"/>
                  </a:lnTo>
                  <a:lnTo>
                    <a:pt x="32356" y="1611"/>
                  </a:lnTo>
                  <a:lnTo>
                    <a:pt x="38805" y="5826"/>
                  </a:lnTo>
                  <a:lnTo>
                    <a:pt x="42833" y="12294"/>
                  </a:lnTo>
                  <a:lnTo>
                    <a:pt x="43547" y="19879"/>
                  </a:lnTo>
                  <a:lnTo>
                    <a:pt x="40970" y="27138"/>
                  </a:lnTo>
                  <a:lnTo>
                    <a:pt x="35581" y="33263"/>
                  </a:lnTo>
                  <a:lnTo>
                    <a:pt x="27863" y="37444"/>
                  </a:lnTo>
                  <a:lnTo>
                    <a:pt x="19183" y="38794"/>
                  </a:lnTo>
                  <a:lnTo>
                    <a:pt x="11183" y="37183"/>
                  </a:lnTo>
                  <a:lnTo>
                    <a:pt x="4736" y="32968"/>
                  </a:lnTo>
                  <a:lnTo>
                    <a:pt x="713" y="26504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47" name="Group 303"/>
          <p:cNvGrpSpPr/>
          <p:nvPr/>
        </p:nvGrpSpPr>
        <p:grpSpPr>
          <a:xfrm>
            <a:off x="1943640" y="3862440"/>
            <a:ext cx="97920" cy="58680"/>
            <a:chOff x="1943640" y="3862440"/>
            <a:chExt cx="97920" cy="58680"/>
          </a:xfrm>
        </p:grpSpPr>
        <p:sp>
          <p:nvSpPr>
            <p:cNvPr id="748" name="CustomShape 304"/>
            <p:cNvSpPr/>
            <p:nvPr/>
          </p:nvSpPr>
          <p:spPr>
            <a:xfrm>
              <a:off x="1943640" y="38624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9" name="CustomShape 305"/>
            <p:cNvSpPr/>
            <p:nvPr/>
          </p:nvSpPr>
          <p:spPr>
            <a:xfrm>
              <a:off x="1943640" y="38624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50" name="CustomShape 306"/>
            <p:cNvSpPr/>
            <p:nvPr/>
          </p:nvSpPr>
          <p:spPr>
            <a:xfrm>
              <a:off x="1998000" y="388332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27202" y="0"/>
                  </a:moveTo>
                  <a:lnTo>
                    <a:pt x="0" y="22824"/>
                  </a:lnTo>
                  <a:lnTo>
                    <a:pt x="3052" y="29805"/>
                  </a:lnTo>
                  <a:lnTo>
                    <a:pt x="8828" y="34905"/>
                  </a:lnTo>
                  <a:lnTo>
                    <a:pt x="16510" y="37647"/>
                  </a:lnTo>
                  <a:lnTo>
                    <a:pt x="25285" y="37556"/>
                  </a:lnTo>
                  <a:lnTo>
                    <a:pt x="33528" y="34527"/>
                  </a:lnTo>
                  <a:lnTo>
                    <a:pt x="39743" y="29242"/>
                  </a:lnTo>
                  <a:lnTo>
                    <a:pt x="43336" y="22431"/>
                  </a:lnTo>
                  <a:lnTo>
                    <a:pt x="43713" y="14823"/>
                  </a:lnTo>
                  <a:lnTo>
                    <a:pt x="40660" y="7842"/>
                  </a:lnTo>
                  <a:lnTo>
                    <a:pt x="34885" y="2742"/>
                  </a:lnTo>
                  <a:lnTo>
                    <a:pt x="27202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51" name="CustomShape 307"/>
            <p:cNvSpPr/>
            <p:nvPr/>
          </p:nvSpPr>
          <p:spPr>
            <a:xfrm>
              <a:off x="1998000" y="388332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18430" y="90"/>
                  </a:moveTo>
                  <a:lnTo>
                    <a:pt x="27206" y="0"/>
                  </a:lnTo>
                  <a:lnTo>
                    <a:pt x="34888" y="2741"/>
                  </a:lnTo>
                  <a:lnTo>
                    <a:pt x="40664" y="7840"/>
                  </a:lnTo>
                  <a:lnTo>
                    <a:pt x="43720" y="14820"/>
                  </a:lnTo>
                  <a:lnTo>
                    <a:pt x="43340" y="22429"/>
                  </a:lnTo>
                  <a:lnTo>
                    <a:pt x="39747" y="29242"/>
                  </a:lnTo>
                  <a:lnTo>
                    <a:pt x="33533" y="34530"/>
                  </a:lnTo>
                  <a:lnTo>
                    <a:pt x="25290" y="37560"/>
                  </a:lnTo>
                  <a:lnTo>
                    <a:pt x="16512" y="37646"/>
                  </a:lnTo>
                  <a:lnTo>
                    <a:pt x="8827" y="34905"/>
                  </a:lnTo>
                  <a:lnTo>
                    <a:pt x="3051" y="29809"/>
                  </a:lnTo>
                  <a:lnTo>
                    <a:pt x="0" y="22830"/>
                  </a:lnTo>
                  <a:lnTo>
                    <a:pt x="379" y="15221"/>
                  </a:lnTo>
                  <a:lnTo>
                    <a:pt x="3972" y="8407"/>
                  </a:lnTo>
                  <a:lnTo>
                    <a:pt x="10186" y="3120"/>
                  </a:lnTo>
                  <a:lnTo>
                    <a:pt x="18430" y="90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52" name="Group 308"/>
          <p:cNvGrpSpPr/>
          <p:nvPr/>
        </p:nvGrpSpPr>
        <p:grpSpPr>
          <a:xfrm>
            <a:off x="1891440" y="4361040"/>
            <a:ext cx="223560" cy="136080"/>
            <a:chOff x="1891440" y="4361040"/>
            <a:chExt cx="223560" cy="136080"/>
          </a:xfrm>
        </p:grpSpPr>
        <p:sp>
          <p:nvSpPr>
            <p:cNvPr id="753" name="CustomShape 309"/>
            <p:cNvSpPr/>
            <p:nvPr/>
          </p:nvSpPr>
          <p:spPr>
            <a:xfrm>
              <a:off x="1891440" y="43610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54" name="CustomShape 310"/>
            <p:cNvSpPr/>
            <p:nvPr/>
          </p:nvSpPr>
          <p:spPr>
            <a:xfrm>
              <a:off x="1891440" y="43610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55" name="CustomShape 311"/>
            <p:cNvSpPr/>
            <p:nvPr/>
          </p:nvSpPr>
          <p:spPr>
            <a:xfrm>
              <a:off x="2064600" y="4453200"/>
              <a:ext cx="50400" cy="43920"/>
            </a:xfrm>
            <a:custGeom>
              <a:avLst/>
              <a:gdLst/>
              <a:ahLst/>
              <a:cxnLst/>
              <a:rect l="l" t="t" r="r" b="b"/>
              <a:pathLst>
                <a:path w="50800" h="44450">
                  <a:moveTo>
                    <a:pt x="28321" y="0"/>
                  </a:moveTo>
                  <a:lnTo>
                    <a:pt x="18286" y="311"/>
                  </a:lnTo>
                  <a:lnTo>
                    <a:pt x="9612" y="3865"/>
                  </a:lnTo>
                  <a:lnTo>
                    <a:pt x="3212" y="10074"/>
                  </a:lnTo>
                  <a:lnTo>
                    <a:pt x="0" y="18351"/>
                  </a:lnTo>
                  <a:lnTo>
                    <a:pt x="732" y="27196"/>
                  </a:lnTo>
                  <a:lnTo>
                    <a:pt x="5105" y="34967"/>
                  </a:lnTo>
                  <a:lnTo>
                    <a:pt x="12412" y="40841"/>
                  </a:lnTo>
                  <a:lnTo>
                    <a:pt x="21945" y="43992"/>
                  </a:lnTo>
                  <a:lnTo>
                    <a:pt x="31978" y="43686"/>
                  </a:lnTo>
                  <a:lnTo>
                    <a:pt x="40649" y="40131"/>
                  </a:lnTo>
                  <a:lnTo>
                    <a:pt x="47048" y="33920"/>
                  </a:lnTo>
                  <a:lnTo>
                    <a:pt x="50266" y="25641"/>
                  </a:lnTo>
                  <a:lnTo>
                    <a:pt x="49534" y="16796"/>
                  </a:lnTo>
                  <a:lnTo>
                    <a:pt x="45161" y="9024"/>
                  </a:lnTo>
                  <a:lnTo>
                    <a:pt x="37854" y="3150"/>
                  </a:lnTo>
                  <a:lnTo>
                    <a:pt x="28321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56" name="CustomShape 312"/>
            <p:cNvSpPr/>
            <p:nvPr/>
          </p:nvSpPr>
          <p:spPr>
            <a:xfrm>
              <a:off x="2064600" y="4453200"/>
              <a:ext cx="50400" cy="43920"/>
            </a:xfrm>
            <a:custGeom>
              <a:avLst/>
              <a:gdLst/>
              <a:ahLst/>
              <a:cxnLst/>
              <a:rect l="l" t="t" r="r" b="b"/>
              <a:pathLst>
                <a:path w="50800" h="44450">
                  <a:moveTo>
                    <a:pt x="28330" y="0"/>
                  </a:moveTo>
                  <a:lnTo>
                    <a:pt x="37862" y="3145"/>
                  </a:lnTo>
                  <a:lnTo>
                    <a:pt x="45170" y="9017"/>
                  </a:lnTo>
                  <a:lnTo>
                    <a:pt x="49544" y="16790"/>
                  </a:lnTo>
                  <a:lnTo>
                    <a:pt x="50280" y="25640"/>
                  </a:lnTo>
                  <a:lnTo>
                    <a:pt x="47058" y="33915"/>
                  </a:lnTo>
                  <a:lnTo>
                    <a:pt x="40656" y="40125"/>
                  </a:lnTo>
                  <a:lnTo>
                    <a:pt x="31983" y="43679"/>
                  </a:lnTo>
                  <a:lnTo>
                    <a:pt x="21950" y="43990"/>
                  </a:lnTo>
                  <a:lnTo>
                    <a:pt x="12417" y="40838"/>
                  </a:lnTo>
                  <a:lnTo>
                    <a:pt x="5110" y="34965"/>
                  </a:lnTo>
                  <a:lnTo>
                    <a:pt x="735" y="27193"/>
                  </a:lnTo>
                  <a:lnTo>
                    <a:pt x="0" y="18350"/>
                  </a:lnTo>
                  <a:lnTo>
                    <a:pt x="3221" y="10072"/>
                  </a:lnTo>
                  <a:lnTo>
                    <a:pt x="9623" y="3861"/>
                  </a:lnTo>
                  <a:lnTo>
                    <a:pt x="18296" y="306"/>
                  </a:lnTo>
                  <a:lnTo>
                    <a:pt x="28330" y="0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57" name="CustomShape 313"/>
            <p:cNvSpPr/>
            <p:nvPr/>
          </p:nvSpPr>
          <p:spPr>
            <a:xfrm>
              <a:off x="1974240" y="437220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31016" y="0"/>
                  </a:moveTo>
                  <a:lnTo>
                    <a:pt x="0" y="26492"/>
                  </a:lnTo>
                  <a:lnTo>
                    <a:pt x="3521" y="34644"/>
                  </a:lnTo>
                  <a:lnTo>
                    <a:pt x="10147" y="40611"/>
                  </a:lnTo>
                  <a:lnTo>
                    <a:pt x="18945" y="43841"/>
                  </a:lnTo>
                  <a:lnTo>
                    <a:pt x="28981" y="43777"/>
                  </a:lnTo>
                  <a:lnTo>
                    <a:pt x="38394" y="40278"/>
                  </a:lnTo>
                  <a:lnTo>
                    <a:pt x="45477" y="34139"/>
                  </a:lnTo>
                  <a:lnTo>
                    <a:pt x="49557" y="26212"/>
                  </a:lnTo>
                  <a:lnTo>
                    <a:pt x="49961" y="17348"/>
                  </a:lnTo>
                  <a:lnTo>
                    <a:pt x="46440" y="9197"/>
                  </a:lnTo>
                  <a:lnTo>
                    <a:pt x="39814" y="3229"/>
                  </a:lnTo>
                  <a:lnTo>
                    <a:pt x="31016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58" name="CustomShape 314"/>
            <p:cNvSpPr/>
            <p:nvPr/>
          </p:nvSpPr>
          <p:spPr>
            <a:xfrm>
              <a:off x="1974240" y="437220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4" h="44450">
                  <a:moveTo>
                    <a:pt x="20980" y="64"/>
                  </a:moveTo>
                  <a:lnTo>
                    <a:pt x="31019" y="0"/>
                  </a:lnTo>
                  <a:lnTo>
                    <a:pt x="39817" y="3229"/>
                  </a:lnTo>
                  <a:lnTo>
                    <a:pt x="46444" y="9196"/>
                  </a:lnTo>
                  <a:lnTo>
                    <a:pt x="49970" y="17344"/>
                  </a:lnTo>
                  <a:lnTo>
                    <a:pt x="49564" y="26216"/>
                  </a:lnTo>
                  <a:lnTo>
                    <a:pt x="45483" y="34145"/>
                  </a:lnTo>
                  <a:lnTo>
                    <a:pt x="38400" y="40284"/>
                  </a:lnTo>
                  <a:lnTo>
                    <a:pt x="28990" y="43784"/>
                  </a:lnTo>
                  <a:lnTo>
                    <a:pt x="18949" y="43849"/>
                  </a:lnTo>
                  <a:lnTo>
                    <a:pt x="10148" y="40619"/>
                  </a:lnTo>
                  <a:lnTo>
                    <a:pt x="3521" y="34652"/>
                  </a:lnTo>
                  <a:lnTo>
                    <a:pt x="0" y="26504"/>
                  </a:lnTo>
                  <a:lnTo>
                    <a:pt x="405" y="17632"/>
                  </a:lnTo>
                  <a:lnTo>
                    <a:pt x="4486" y="9703"/>
                  </a:lnTo>
                  <a:lnTo>
                    <a:pt x="11569" y="3564"/>
                  </a:lnTo>
                  <a:lnTo>
                    <a:pt x="20980" y="64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59" name="Group 315"/>
          <p:cNvGrpSpPr/>
          <p:nvPr/>
        </p:nvGrpSpPr>
        <p:grpSpPr>
          <a:xfrm>
            <a:off x="2308680" y="4221000"/>
            <a:ext cx="50400" cy="37800"/>
            <a:chOff x="2308680" y="4221000"/>
            <a:chExt cx="50400" cy="37800"/>
          </a:xfrm>
        </p:grpSpPr>
        <p:sp>
          <p:nvSpPr>
            <p:cNvPr id="760" name="CustomShape 316"/>
            <p:cNvSpPr/>
            <p:nvPr/>
          </p:nvSpPr>
          <p:spPr>
            <a:xfrm>
              <a:off x="2308680" y="422100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61" name="CustomShape 317"/>
            <p:cNvSpPr/>
            <p:nvPr/>
          </p:nvSpPr>
          <p:spPr>
            <a:xfrm>
              <a:off x="2308680" y="422100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7" y="11635"/>
                  </a:lnTo>
                  <a:lnTo>
                    <a:pt x="7443" y="5580"/>
                  </a:lnTo>
                  <a:lnTo>
                    <a:pt x="15520" y="1497"/>
                  </a:lnTo>
                  <a:lnTo>
                    <a:pt x="25410" y="0"/>
                  </a:lnTo>
                  <a:lnTo>
                    <a:pt x="35291" y="1497"/>
                  </a:lnTo>
                  <a:lnTo>
                    <a:pt x="43362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2" y="32520"/>
                  </a:lnTo>
                  <a:lnTo>
                    <a:pt x="35291" y="36602"/>
                  </a:lnTo>
                  <a:lnTo>
                    <a:pt x="25410" y="38100"/>
                  </a:lnTo>
                  <a:lnTo>
                    <a:pt x="15520" y="36602"/>
                  </a:lnTo>
                  <a:lnTo>
                    <a:pt x="7443" y="32520"/>
                  </a:lnTo>
                  <a:lnTo>
                    <a:pt x="1997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62" name="Group 318"/>
          <p:cNvGrpSpPr/>
          <p:nvPr/>
        </p:nvGrpSpPr>
        <p:grpSpPr>
          <a:xfrm>
            <a:off x="1313280" y="3871800"/>
            <a:ext cx="105840" cy="102960"/>
            <a:chOff x="1313280" y="3871800"/>
            <a:chExt cx="105840" cy="102960"/>
          </a:xfrm>
        </p:grpSpPr>
        <p:sp>
          <p:nvSpPr>
            <p:cNvPr id="763" name="CustomShape 319"/>
            <p:cNvSpPr/>
            <p:nvPr/>
          </p:nvSpPr>
          <p:spPr>
            <a:xfrm>
              <a:off x="1313280" y="387180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64" name="CustomShape 320"/>
            <p:cNvSpPr/>
            <p:nvPr/>
          </p:nvSpPr>
          <p:spPr>
            <a:xfrm>
              <a:off x="1313280" y="387180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7" y="11635"/>
                  </a:lnTo>
                  <a:lnTo>
                    <a:pt x="7442" y="5580"/>
                  </a:lnTo>
                  <a:lnTo>
                    <a:pt x="15516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6" y="36602"/>
                  </a:lnTo>
                  <a:lnTo>
                    <a:pt x="7442" y="32520"/>
                  </a:lnTo>
                  <a:lnTo>
                    <a:pt x="1997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65" name="CustomShape 321"/>
            <p:cNvSpPr/>
            <p:nvPr/>
          </p:nvSpPr>
          <p:spPr>
            <a:xfrm>
              <a:off x="1369440" y="393084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5" h="44450">
                  <a:moveTo>
                    <a:pt x="31016" y="0"/>
                  </a:moveTo>
                  <a:lnTo>
                    <a:pt x="0" y="26492"/>
                  </a:lnTo>
                  <a:lnTo>
                    <a:pt x="3521" y="34644"/>
                  </a:lnTo>
                  <a:lnTo>
                    <a:pt x="10147" y="40611"/>
                  </a:lnTo>
                  <a:lnTo>
                    <a:pt x="18945" y="43841"/>
                  </a:lnTo>
                  <a:lnTo>
                    <a:pt x="28981" y="43777"/>
                  </a:lnTo>
                  <a:lnTo>
                    <a:pt x="38394" y="40278"/>
                  </a:lnTo>
                  <a:lnTo>
                    <a:pt x="45477" y="34139"/>
                  </a:lnTo>
                  <a:lnTo>
                    <a:pt x="49557" y="26212"/>
                  </a:lnTo>
                  <a:lnTo>
                    <a:pt x="49961" y="17348"/>
                  </a:lnTo>
                  <a:lnTo>
                    <a:pt x="46440" y="9197"/>
                  </a:lnTo>
                  <a:lnTo>
                    <a:pt x="39814" y="3229"/>
                  </a:lnTo>
                  <a:lnTo>
                    <a:pt x="31016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66" name="CustomShape 322"/>
            <p:cNvSpPr/>
            <p:nvPr/>
          </p:nvSpPr>
          <p:spPr>
            <a:xfrm>
              <a:off x="1369440" y="393084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5" h="44450">
                  <a:moveTo>
                    <a:pt x="20980" y="60"/>
                  </a:moveTo>
                  <a:lnTo>
                    <a:pt x="31020" y="0"/>
                  </a:lnTo>
                  <a:lnTo>
                    <a:pt x="39821" y="3230"/>
                  </a:lnTo>
                  <a:lnTo>
                    <a:pt x="46448" y="9198"/>
                  </a:lnTo>
                  <a:lnTo>
                    <a:pt x="49970" y="17350"/>
                  </a:lnTo>
                  <a:lnTo>
                    <a:pt x="49564" y="26217"/>
                  </a:lnTo>
                  <a:lnTo>
                    <a:pt x="45483" y="34147"/>
                  </a:lnTo>
                  <a:lnTo>
                    <a:pt x="38400" y="40289"/>
                  </a:lnTo>
                  <a:lnTo>
                    <a:pt x="28990" y="43790"/>
                  </a:lnTo>
                  <a:lnTo>
                    <a:pt x="18949" y="43850"/>
                  </a:lnTo>
                  <a:lnTo>
                    <a:pt x="10148" y="40620"/>
                  </a:lnTo>
                  <a:lnTo>
                    <a:pt x="3521" y="34652"/>
                  </a:lnTo>
                  <a:lnTo>
                    <a:pt x="0" y="26500"/>
                  </a:lnTo>
                  <a:lnTo>
                    <a:pt x="405" y="17632"/>
                  </a:lnTo>
                  <a:lnTo>
                    <a:pt x="4486" y="9702"/>
                  </a:lnTo>
                  <a:lnTo>
                    <a:pt x="11569" y="3561"/>
                  </a:lnTo>
                  <a:lnTo>
                    <a:pt x="20980" y="60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67" name="Group 323"/>
          <p:cNvGrpSpPr/>
          <p:nvPr/>
        </p:nvGrpSpPr>
        <p:grpSpPr>
          <a:xfrm>
            <a:off x="2183400" y="3400560"/>
            <a:ext cx="113760" cy="115560"/>
            <a:chOff x="2183400" y="3400560"/>
            <a:chExt cx="113760" cy="115560"/>
          </a:xfrm>
        </p:grpSpPr>
        <p:sp>
          <p:nvSpPr>
            <p:cNvPr id="768" name="CustomShape 324"/>
            <p:cNvSpPr/>
            <p:nvPr/>
          </p:nvSpPr>
          <p:spPr>
            <a:xfrm>
              <a:off x="2183400" y="340056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69" name="CustomShape 325"/>
            <p:cNvSpPr/>
            <p:nvPr/>
          </p:nvSpPr>
          <p:spPr>
            <a:xfrm>
              <a:off x="2183400" y="340056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7" y="11635"/>
                  </a:lnTo>
                  <a:lnTo>
                    <a:pt x="7442" y="5580"/>
                  </a:lnTo>
                  <a:lnTo>
                    <a:pt x="15516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8"/>
                  </a:lnTo>
                  <a:lnTo>
                    <a:pt x="43361" y="32523"/>
                  </a:lnTo>
                  <a:lnTo>
                    <a:pt x="35287" y="36604"/>
                  </a:lnTo>
                  <a:lnTo>
                    <a:pt x="25400" y="38100"/>
                  </a:lnTo>
                  <a:lnTo>
                    <a:pt x="15516" y="36604"/>
                  </a:lnTo>
                  <a:lnTo>
                    <a:pt x="7442" y="32523"/>
                  </a:lnTo>
                  <a:lnTo>
                    <a:pt x="1997" y="26468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0" name="CustomShape 326"/>
            <p:cNvSpPr/>
            <p:nvPr/>
          </p:nvSpPr>
          <p:spPr>
            <a:xfrm>
              <a:off x="2191680" y="3403080"/>
              <a:ext cx="43560" cy="38880"/>
            </a:xfrm>
            <a:custGeom>
              <a:avLst/>
              <a:gdLst/>
              <a:ahLst/>
              <a:cxnLst/>
              <a:rect l="l" t="t" r="r" b="b"/>
              <a:pathLst>
                <a:path w="43814" h="39370">
                  <a:moveTo>
                    <a:pt x="24359" y="0"/>
                  </a:moveTo>
                  <a:lnTo>
                    <a:pt x="15689" y="1346"/>
                  </a:lnTo>
                  <a:lnTo>
                    <a:pt x="7968" y="5524"/>
                  </a:lnTo>
                  <a:lnTo>
                    <a:pt x="2578" y="11648"/>
                  </a:lnTo>
                  <a:lnTo>
                    <a:pt x="0" y="18908"/>
                  </a:lnTo>
                  <a:lnTo>
                    <a:pt x="716" y="26492"/>
                  </a:lnTo>
                  <a:lnTo>
                    <a:pt x="4737" y="32961"/>
                  </a:lnTo>
                  <a:lnTo>
                    <a:pt x="11185" y="37176"/>
                  </a:lnTo>
                  <a:lnTo>
                    <a:pt x="19184" y="38787"/>
                  </a:lnTo>
                  <a:lnTo>
                    <a:pt x="27856" y="37440"/>
                  </a:lnTo>
                  <a:lnTo>
                    <a:pt x="35576" y="33257"/>
                  </a:lnTo>
                  <a:lnTo>
                    <a:pt x="40967" y="27134"/>
                  </a:lnTo>
                  <a:lnTo>
                    <a:pt x="43545" y="19877"/>
                  </a:lnTo>
                  <a:lnTo>
                    <a:pt x="42829" y="12294"/>
                  </a:lnTo>
                  <a:lnTo>
                    <a:pt x="38803" y="5826"/>
                  </a:lnTo>
                  <a:lnTo>
                    <a:pt x="32355" y="1610"/>
                  </a:lnTo>
                  <a:lnTo>
                    <a:pt x="24359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1" name="CustomShape 327"/>
            <p:cNvSpPr/>
            <p:nvPr/>
          </p:nvSpPr>
          <p:spPr>
            <a:xfrm>
              <a:off x="2191680" y="3403080"/>
              <a:ext cx="43560" cy="38880"/>
            </a:xfrm>
            <a:custGeom>
              <a:avLst/>
              <a:gdLst/>
              <a:ahLst/>
              <a:cxnLst/>
              <a:rect l="l" t="t" r="r" b="b"/>
              <a:pathLst>
                <a:path w="43814" h="39370">
                  <a:moveTo>
                    <a:pt x="718" y="26494"/>
                  </a:moveTo>
                  <a:lnTo>
                    <a:pt x="0" y="18910"/>
                  </a:lnTo>
                  <a:lnTo>
                    <a:pt x="2578" y="11651"/>
                  </a:lnTo>
                  <a:lnTo>
                    <a:pt x="7968" y="5526"/>
                  </a:lnTo>
                  <a:lnTo>
                    <a:pt x="15688" y="1344"/>
                  </a:lnTo>
                  <a:lnTo>
                    <a:pt x="24362" y="0"/>
                  </a:lnTo>
                  <a:lnTo>
                    <a:pt x="32359" y="1611"/>
                  </a:lnTo>
                  <a:lnTo>
                    <a:pt x="38805" y="5826"/>
                  </a:lnTo>
                  <a:lnTo>
                    <a:pt x="42828" y="12294"/>
                  </a:lnTo>
                  <a:lnTo>
                    <a:pt x="43546" y="19879"/>
                  </a:lnTo>
                  <a:lnTo>
                    <a:pt x="40968" y="27138"/>
                  </a:lnTo>
                  <a:lnTo>
                    <a:pt x="35577" y="33263"/>
                  </a:lnTo>
                  <a:lnTo>
                    <a:pt x="27858" y="37444"/>
                  </a:lnTo>
                  <a:lnTo>
                    <a:pt x="19183" y="38789"/>
                  </a:lnTo>
                  <a:lnTo>
                    <a:pt x="11186" y="37178"/>
                  </a:lnTo>
                  <a:lnTo>
                    <a:pt x="4740" y="32963"/>
                  </a:lnTo>
                  <a:lnTo>
                    <a:pt x="718" y="26494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2" name="CustomShape 328"/>
            <p:cNvSpPr/>
            <p:nvPr/>
          </p:nvSpPr>
          <p:spPr>
            <a:xfrm>
              <a:off x="2253600" y="347832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27202" y="0"/>
                  </a:moveTo>
                  <a:lnTo>
                    <a:pt x="0" y="22824"/>
                  </a:lnTo>
                  <a:lnTo>
                    <a:pt x="3052" y="29805"/>
                  </a:lnTo>
                  <a:lnTo>
                    <a:pt x="8828" y="34905"/>
                  </a:lnTo>
                  <a:lnTo>
                    <a:pt x="16510" y="37647"/>
                  </a:lnTo>
                  <a:lnTo>
                    <a:pt x="25285" y="37556"/>
                  </a:lnTo>
                  <a:lnTo>
                    <a:pt x="33528" y="34527"/>
                  </a:lnTo>
                  <a:lnTo>
                    <a:pt x="39743" y="29242"/>
                  </a:lnTo>
                  <a:lnTo>
                    <a:pt x="43336" y="22431"/>
                  </a:lnTo>
                  <a:lnTo>
                    <a:pt x="43713" y="14823"/>
                  </a:lnTo>
                  <a:lnTo>
                    <a:pt x="40660" y="7842"/>
                  </a:lnTo>
                  <a:lnTo>
                    <a:pt x="34885" y="2742"/>
                  </a:lnTo>
                  <a:lnTo>
                    <a:pt x="27202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3" name="CustomShape 329"/>
            <p:cNvSpPr/>
            <p:nvPr/>
          </p:nvSpPr>
          <p:spPr>
            <a:xfrm>
              <a:off x="2253600" y="347832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18420" y="84"/>
                  </a:moveTo>
                  <a:lnTo>
                    <a:pt x="27202" y="0"/>
                  </a:lnTo>
                  <a:lnTo>
                    <a:pt x="34887" y="2744"/>
                  </a:lnTo>
                  <a:lnTo>
                    <a:pt x="40664" y="7844"/>
                  </a:lnTo>
                  <a:lnTo>
                    <a:pt x="43720" y="14824"/>
                  </a:lnTo>
                  <a:lnTo>
                    <a:pt x="43339" y="22433"/>
                  </a:lnTo>
                  <a:lnTo>
                    <a:pt x="39743" y="29247"/>
                  </a:lnTo>
                  <a:lnTo>
                    <a:pt x="33528" y="34534"/>
                  </a:lnTo>
                  <a:lnTo>
                    <a:pt x="25290" y="37564"/>
                  </a:lnTo>
                  <a:lnTo>
                    <a:pt x="16512" y="37650"/>
                  </a:lnTo>
                  <a:lnTo>
                    <a:pt x="8827" y="34909"/>
                  </a:lnTo>
                  <a:lnTo>
                    <a:pt x="3051" y="29813"/>
                  </a:lnTo>
                  <a:lnTo>
                    <a:pt x="0" y="22834"/>
                  </a:lnTo>
                  <a:lnTo>
                    <a:pt x="379" y="15225"/>
                  </a:lnTo>
                  <a:lnTo>
                    <a:pt x="3971" y="8410"/>
                  </a:lnTo>
                  <a:lnTo>
                    <a:pt x="10182" y="3120"/>
                  </a:lnTo>
                  <a:lnTo>
                    <a:pt x="18420" y="84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74" name="Group 330"/>
          <p:cNvGrpSpPr/>
          <p:nvPr/>
        </p:nvGrpSpPr>
        <p:grpSpPr>
          <a:xfrm>
            <a:off x="2213640" y="3755880"/>
            <a:ext cx="50400" cy="38520"/>
            <a:chOff x="2213640" y="3755880"/>
            <a:chExt cx="50400" cy="38520"/>
          </a:xfrm>
        </p:grpSpPr>
        <p:sp>
          <p:nvSpPr>
            <p:cNvPr id="775" name="CustomShape 331"/>
            <p:cNvSpPr/>
            <p:nvPr/>
          </p:nvSpPr>
          <p:spPr>
            <a:xfrm>
              <a:off x="2213640" y="37558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6" name="CustomShape 332"/>
            <p:cNvSpPr/>
            <p:nvPr/>
          </p:nvSpPr>
          <p:spPr>
            <a:xfrm>
              <a:off x="2213640" y="3755880"/>
              <a:ext cx="50400" cy="38520"/>
            </a:xfrm>
            <a:custGeom>
              <a:avLst/>
              <a:gdLst/>
              <a:ahLst/>
              <a:cxnLst/>
              <a:rect l="l" t="t" r="r" b="b"/>
              <a:pathLst>
                <a:path w="50800" h="38735">
                  <a:moveTo>
                    <a:pt x="0" y="19050"/>
                  </a:moveTo>
                  <a:lnTo>
                    <a:pt x="1997" y="11635"/>
                  </a:lnTo>
                  <a:lnTo>
                    <a:pt x="7442" y="5580"/>
                  </a:lnTo>
                  <a:lnTo>
                    <a:pt x="15516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70"/>
                  </a:lnTo>
                  <a:lnTo>
                    <a:pt x="43361" y="32528"/>
                  </a:lnTo>
                  <a:lnTo>
                    <a:pt x="35287" y="36612"/>
                  </a:lnTo>
                  <a:lnTo>
                    <a:pt x="25400" y="38110"/>
                  </a:lnTo>
                  <a:lnTo>
                    <a:pt x="15516" y="36612"/>
                  </a:lnTo>
                  <a:lnTo>
                    <a:pt x="7442" y="32528"/>
                  </a:lnTo>
                  <a:lnTo>
                    <a:pt x="1997" y="26470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77" name="Group 333"/>
          <p:cNvGrpSpPr/>
          <p:nvPr/>
        </p:nvGrpSpPr>
        <p:grpSpPr>
          <a:xfrm>
            <a:off x="1746720" y="3335400"/>
            <a:ext cx="50400" cy="37800"/>
            <a:chOff x="1746720" y="3335400"/>
            <a:chExt cx="50400" cy="37800"/>
          </a:xfrm>
        </p:grpSpPr>
        <p:sp>
          <p:nvSpPr>
            <p:cNvPr id="778" name="CustomShape 334"/>
            <p:cNvSpPr/>
            <p:nvPr/>
          </p:nvSpPr>
          <p:spPr>
            <a:xfrm>
              <a:off x="1746720" y="333540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9" name="CustomShape 335"/>
            <p:cNvSpPr/>
            <p:nvPr/>
          </p:nvSpPr>
          <p:spPr>
            <a:xfrm>
              <a:off x="1746720" y="333540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80" name="Group 336"/>
          <p:cNvGrpSpPr/>
          <p:nvPr/>
        </p:nvGrpSpPr>
        <p:grpSpPr>
          <a:xfrm>
            <a:off x="1375200" y="4340160"/>
            <a:ext cx="43920" cy="37800"/>
            <a:chOff x="1375200" y="4340160"/>
            <a:chExt cx="43920" cy="37800"/>
          </a:xfrm>
        </p:grpSpPr>
        <p:sp>
          <p:nvSpPr>
            <p:cNvPr id="781" name="CustomShape 337"/>
            <p:cNvSpPr/>
            <p:nvPr/>
          </p:nvSpPr>
          <p:spPr>
            <a:xfrm>
              <a:off x="1375200" y="434016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2225" y="0"/>
                  </a:moveTo>
                  <a:lnTo>
                    <a:pt x="13571" y="1497"/>
                  </a:lnTo>
                  <a:lnTo>
                    <a:pt x="6507" y="5581"/>
                  </a:lnTo>
                  <a:lnTo>
                    <a:pt x="1745" y="11637"/>
                  </a:lnTo>
                  <a:lnTo>
                    <a:pt x="0" y="19050"/>
                  </a:lnTo>
                  <a:lnTo>
                    <a:pt x="1745" y="26462"/>
                  </a:lnTo>
                  <a:lnTo>
                    <a:pt x="6507" y="32518"/>
                  </a:lnTo>
                  <a:lnTo>
                    <a:pt x="13571" y="36602"/>
                  </a:lnTo>
                  <a:lnTo>
                    <a:pt x="22225" y="38100"/>
                  </a:lnTo>
                  <a:lnTo>
                    <a:pt x="30873" y="36602"/>
                  </a:lnTo>
                  <a:lnTo>
                    <a:pt x="37938" y="32518"/>
                  </a:lnTo>
                  <a:lnTo>
                    <a:pt x="42702" y="26462"/>
                  </a:lnTo>
                  <a:lnTo>
                    <a:pt x="44450" y="19050"/>
                  </a:lnTo>
                  <a:lnTo>
                    <a:pt x="42702" y="11637"/>
                  </a:lnTo>
                  <a:lnTo>
                    <a:pt x="37938" y="5581"/>
                  </a:lnTo>
                  <a:lnTo>
                    <a:pt x="30873" y="1497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2" name="CustomShape 338"/>
            <p:cNvSpPr/>
            <p:nvPr/>
          </p:nvSpPr>
          <p:spPr>
            <a:xfrm>
              <a:off x="1375200" y="434016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0" y="19050"/>
                  </a:moveTo>
                  <a:lnTo>
                    <a:pt x="1746" y="11631"/>
                  </a:lnTo>
                  <a:lnTo>
                    <a:pt x="6508" y="5576"/>
                  </a:lnTo>
                  <a:lnTo>
                    <a:pt x="13571" y="1495"/>
                  </a:lnTo>
                  <a:lnTo>
                    <a:pt x="22220" y="0"/>
                  </a:lnTo>
                  <a:lnTo>
                    <a:pt x="30869" y="1495"/>
                  </a:lnTo>
                  <a:lnTo>
                    <a:pt x="37936" y="5576"/>
                  </a:lnTo>
                  <a:lnTo>
                    <a:pt x="42702" y="11631"/>
                  </a:lnTo>
                  <a:lnTo>
                    <a:pt x="44450" y="19050"/>
                  </a:lnTo>
                  <a:lnTo>
                    <a:pt x="42702" y="26464"/>
                  </a:lnTo>
                  <a:lnTo>
                    <a:pt x="37936" y="32520"/>
                  </a:lnTo>
                  <a:lnTo>
                    <a:pt x="30869" y="36602"/>
                  </a:lnTo>
                  <a:lnTo>
                    <a:pt x="22220" y="38100"/>
                  </a:lnTo>
                  <a:lnTo>
                    <a:pt x="13571" y="36602"/>
                  </a:lnTo>
                  <a:lnTo>
                    <a:pt x="6508" y="32520"/>
                  </a:lnTo>
                  <a:lnTo>
                    <a:pt x="1746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83" name="Group 339"/>
          <p:cNvGrpSpPr/>
          <p:nvPr/>
        </p:nvGrpSpPr>
        <p:grpSpPr>
          <a:xfrm>
            <a:off x="1470960" y="3586320"/>
            <a:ext cx="73800" cy="58320"/>
            <a:chOff x="1470960" y="3586320"/>
            <a:chExt cx="73800" cy="58320"/>
          </a:xfrm>
        </p:grpSpPr>
        <p:sp>
          <p:nvSpPr>
            <p:cNvPr id="784" name="CustomShape 340"/>
            <p:cNvSpPr/>
            <p:nvPr/>
          </p:nvSpPr>
          <p:spPr>
            <a:xfrm>
              <a:off x="1494360" y="3586320"/>
              <a:ext cx="50400" cy="43920"/>
            </a:xfrm>
            <a:custGeom>
              <a:avLst/>
              <a:gdLst/>
              <a:ahLst/>
              <a:cxnLst/>
              <a:rect l="l" t="t" r="r" b="b"/>
              <a:pathLst>
                <a:path w="50800" h="44450">
                  <a:moveTo>
                    <a:pt x="25400" y="0"/>
                  </a:moveTo>
                  <a:lnTo>
                    <a:pt x="15516" y="1747"/>
                  </a:lnTo>
                  <a:lnTo>
                    <a:pt x="7442" y="6511"/>
                  </a:lnTo>
                  <a:lnTo>
                    <a:pt x="1997" y="13576"/>
                  </a:lnTo>
                  <a:lnTo>
                    <a:pt x="0" y="22225"/>
                  </a:lnTo>
                  <a:lnTo>
                    <a:pt x="1997" y="30878"/>
                  </a:lnTo>
                  <a:lnTo>
                    <a:pt x="7442" y="37942"/>
                  </a:lnTo>
                  <a:lnTo>
                    <a:pt x="15516" y="42704"/>
                  </a:lnTo>
                  <a:lnTo>
                    <a:pt x="25400" y="44450"/>
                  </a:lnTo>
                  <a:lnTo>
                    <a:pt x="35289" y="42704"/>
                  </a:lnTo>
                  <a:lnTo>
                    <a:pt x="43362" y="37942"/>
                  </a:lnTo>
                  <a:lnTo>
                    <a:pt x="48804" y="30878"/>
                  </a:lnTo>
                  <a:lnTo>
                    <a:pt x="50800" y="22225"/>
                  </a:lnTo>
                  <a:lnTo>
                    <a:pt x="48804" y="13576"/>
                  </a:lnTo>
                  <a:lnTo>
                    <a:pt x="43362" y="6511"/>
                  </a:lnTo>
                  <a:lnTo>
                    <a:pt x="35289" y="174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5" name="CustomShape 341"/>
            <p:cNvSpPr/>
            <p:nvPr/>
          </p:nvSpPr>
          <p:spPr>
            <a:xfrm>
              <a:off x="1494360" y="3586320"/>
              <a:ext cx="50400" cy="43920"/>
            </a:xfrm>
            <a:custGeom>
              <a:avLst/>
              <a:gdLst/>
              <a:ahLst/>
              <a:cxnLst/>
              <a:rect l="l" t="t" r="r" b="b"/>
              <a:pathLst>
                <a:path w="50800" h="44450">
                  <a:moveTo>
                    <a:pt x="0" y="22230"/>
                  </a:moveTo>
                  <a:lnTo>
                    <a:pt x="1995" y="13575"/>
                  </a:lnTo>
                  <a:lnTo>
                    <a:pt x="7438" y="6510"/>
                  </a:lnTo>
                  <a:lnTo>
                    <a:pt x="15512" y="1746"/>
                  </a:lnTo>
                  <a:lnTo>
                    <a:pt x="25400" y="0"/>
                  </a:lnTo>
                  <a:lnTo>
                    <a:pt x="35287" y="1746"/>
                  </a:lnTo>
                  <a:lnTo>
                    <a:pt x="43361" y="6510"/>
                  </a:lnTo>
                  <a:lnTo>
                    <a:pt x="48804" y="13575"/>
                  </a:lnTo>
                  <a:lnTo>
                    <a:pt x="50800" y="22230"/>
                  </a:lnTo>
                  <a:lnTo>
                    <a:pt x="48804" y="30878"/>
                  </a:lnTo>
                  <a:lnTo>
                    <a:pt x="43361" y="37941"/>
                  </a:lnTo>
                  <a:lnTo>
                    <a:pt x="35287" y="42703"/>
                  </a:lnTo>
                  <a:lnTo>
                    <a:pt x="25400" y="44450"/>
                  </a:lnTo>
                  <a:lnTo>
                    <a:pt x="15512" y="42703"/>
                  </a:lnTo>
                  <a:lnTo>
                    <a:pt x="7438" y="37941"/>
                  </a:lnTo>
                  <a:lnTo>
                    <a:pt x="1995" y="30878"/>
                  </a:lnTo>
                  <a:lnTo>
                    <a:pt x="0" y="22230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6" name="CustomShape 342"/>
            <p:cNvSpPr/>
            <p:nvPr/>
          </p:nvSpPr>
          <p:spPr>
            <a:xfrm>
              <a:off x="1470960" y="36068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7863" y="0"/>
                  </a:moveTo>
                  <a:lnTo>
                    <a:pt x="17866" y="58"/>
                  </a:lnTo>
                  <a:lnTo>
                    <a:pt x="9293" y="2938"/>
                  </a:lnTo>
                  <a:lnTo>
                    <a:pt x="3039" y="8149"/>
                  </a:lnTo>
                  <a:lnTo>
                    <a:pt x="0" y="15201"/>
                  </a:lnTo>
                  <a:lnTo>
                    <a:pt x="910" y="22827"/>
                  </a:lnTo>
                  <a:lnTo>
                    <a:pt x="5429" y="29600"/>
                  </a:lnTo>
                  <a:lnTo>
                    <a:pt x="12833" y="34797"/>
                  </a:lnTo>
                  <a:lnTo>
                    <a:pt x="22402" y="37693"/>
                  </a:lnTo>
                  <a:lnTo>
                    <a:pt x="32400" y="37634"/>
                  </a:lnTo>
                  <a:lnTo>
                    <a:pt x="40973" y="34755"/>
                  </a:lnTo>
                  <a:lnTo>
                    <a:pt x="47227" y="29544"/>
                  </a:lnTo>
                  <a:lnTo>
                    <a:pt x="50266" y="22491"/>
                  </a:lnTo>
                  <a:lnTo>
                    <a:pt x="49355" y="14866"/>
                  </a:lnTo>
                  <a:lnTo>
                    <a:pt x="44837" y="8093"/>
                  </a:lnTo>
                  <a:lnTo>
                    <a:pt x="37432" y="2896"/>
                  </a:lnTo>
                  <a:lnTo>
                    <a:pt x="27863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7" name="CustomShape 343"/>
            <p:cNvSpPr/>
            <p:nvPr/>
          </p:nvSpPr>
          <p:spPr>
            <a:xfrm>
              <a:off x="1470960" y="360684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7870" y="0"/>
                  </a:moveTo>
                  <a:lnTo>
                    <a:pt x="37437" y="2899"/>
                  </a:lnTo>
                  <a:lnTo>
                    <a:pt x="44841" y="8100"/>
                  </a:lnTo>
                  <a:lnTo>
                    <a:pt x="49358" y="14875"/>
                  </a:lnTo>
                  <a:lnTo>
                    <a:pt x="50270" y="22500"/>
                  </a:lnTo>
                  <a:lnTo>
                    <a:pt x="47230" y="29550"/>
                  </a:lnTo>
                  <a:lnTo>
                    <a:pt x="40973" y="34761"/>
                  </a:lnTo>
                  <a:lnTo>
                    <a:pt x="32397" y="37641"/>
                  </a:lnTo>
                  <a:lnTo>
                    <a:pt x="22400" y="37700"/>
                  </a:lnTo>
                  <a:lnTo>
                    <a:pt x="12832" y="34800"/>
                  </a:lnTo>
                  <a:lnTo>
                    <a:pt x="5428" y="29600"/>
                  </a:lnTo>
                  <a:lnTo>
                    <a:pt x="911" y="22824"/>
                  </a:lnTo>
                  <a:lnTo>
                    <a:pt x="0" y="15200"/>
                  </a:lnTo>
                  <a:lnTo>
                    <a:pt x="3039" y="8149"/>
                  </a:lnTo>
                  <a:lnTo>
                    <a:pt x="9296" y="2938"/>
                  </a:lnTo>
                  <a:lnTo>
                    <a:pt x="17872" y="58"/>
                  </a:lnTo>
                  <a:lnTo>
                    <a:pt x="27870" y="0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88" name="Group 344"/>
          <p:cNvGrpSpPr/>
          <p:nvPr/>
        </p:nvGrpSpPr>
        <p:grpSpPr>
          <a:xfrm>
            <a:off x="2361960" y="3731400"/>
            <a:ext cx="300600" cy="295920"/>
            <a:chOff x="2361960" y="3731400"/>
            <a:chExt cx="300600" cy="295920"/>
          </a:xfrm>
        </p:grpSpPr>
        <p:sp>
          <p:nvSpPr>
            <p:cNvPr id="789" name="CustomShape 345"/>
            <p:cNvSpPr/>
            <p:nvPr/>
          </p:nvSpPr>
          <p:spPr>
            <a:xfrm>
              <a:off x="2542320" y="396396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0" name="CustomShape 346"/>
            <p:cNvSpPr/>
            <p:nvPr/>
          </p:nvSpPr>
          <p:spPr>
            <a:xfrm>
              <a:off x="2542320" y="396396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1" name="CustomShape 347"/>
            <p:cNvSpPr/>
            <p:nvPr/>
          </p:nvSpPr>
          <p:spPr>
            <a:xfrm>
              <a:off x="2612160" y="3976920"/>
              <a:ext cx="50400" cy="43920"/>
            </a:xfrm>
            <a:custGeom>
              <a:avLst/>
              <a:gdLst/>
              <a:ahLst/>
              <a:cxnLst/>
              <a:rect l="l" t="t" r="r" b="b"/>
              <a:pathLst>
                <a:path w="50800" h="44450">
                  <a:moveTo>
                    <a:pt x="28321" y="0"/>
                  </a:moveTo>
                  <a:lnTo>
                    <a:pt x="18286" y="311"/>
                  </a:lnTo>
                  <a:lnTo>
                    <a:pt x="9612" y="3865"/>
                  </a:lnTo>
                  <a:lnTo>
                    <a:pt x="3212" y="10074"/>
                  </a:lnTo>
                  <a:lnTo>
                    <a:pt x="0" y="18351"/>
                  </a:lnTo>
                  <a:lnTo>
                    <a:pt x="732" y="27196"/>
                  </a:lnTo>
                  <a:lnTo>
                    <a:pt x="5105" y="34967"/>
                  </a:lnTo>
                  <a:lnTo>
                    <a:pt x="12412" y="40841"/>
                  </a:lnTo>
                  <a:lnTo>
                    <a:pt x="21945" y="43992"/>
                  </a:lnTo>
                  <a:lnTo>
                    <a:pt x="31978" y="43686"/>
                  </a:lnTo>
                  <a:lnTo>
                    <a:pt x="40649" y="40132"/>
                  </a:lnTo>
                  <a:lnTo>
                    <a:pt x="47048" y="33920"/>
                  </a:lnTo>
                  <a:lnTo>
                    <a:pt x="50266" y="25641"/>
                  </a:lnTo>
                  <a:lnTo>
                    <a:pt x="49534" y="16796"/>
                  </a:lnTo>
                  <a:lnTo>
                    <a:pt x="45161" y="9024"/>
                  </a:lnTo>
                  <a:lnTo>
                    <a:pt x="37854" y="3150"/>
                  </a:lnTo>
                  <a:lnTo>
                    <a:pt x="28321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2" name="CustomShape 348"/>
            <p:cNvSpPr/>
            <p:nvPr/>
          </p:nvSpPr>
          <p:spPr>
            <a:xfrm>
              <a:off x="2612160" y="3976920"/>
              <a:ext cx="50400" cy="43920"/>
            </a:xfrm>
            <a:custGeom>
              <a:avLst/>
              <a:gdLst/>
              <a:ahLst/>
              <a:cxnLst/>
              <a:rect l="l" t="t" r="r" b="b"/>
              <a:pathLst>
                <a:path w="50800" h="44450">
                  <a:moveTo>
                    <a:pt x="28330" y="0"/>
                  </a:moveTo>
                  <a:lnTo>
                    <a:pt x="37862" y="3145"/>
                  </a:lnTo>
                  <a:lnTo>
                    <a:pt x="45168" y="9017"/>
                  </a:lnTo>
                  <a:lnTo>
                    <a:pt x="49540" y="16790"/>
                  </a:lnTo>
                  <a:lnTo>
                    <a:pt x="50270" y="25640"/>
                  </a:lnTo>
                  <a:lnTo>
                    <a:pt x="47054" y="33915"/>
                  </a:lnTo>
                  <a:lnTo>
                    <a:pt x="40655" y="40125"/>
                  </a:lnTo>
                  <a:lnTo>
                    <a:pt x="31983" y="43679"/>
                  </a:lnTo>
                  <a:lnTo>
                    <a:pt x="21950" y="43990"/>
                  </a:lnTo>
                  <a:lnTo>
                    <a:pt x="12412" y="40838"/>
                  </a:lnTo>
                  <a:lnTo>
                    <a:pt x="5106" y="34963"/>
                  </a:lnTo>
                  <a:lnTo>
                    <a:pt x="733" y="27189"/>
                  </a:lnTo>
                  <a:lnTo>
                    <a:pt x="0" y="18340"/>
                  </a:lnTo>
                  <a:lnTo>
                    <a:pt x="3217" y="10068"/>
                  </a:lnTo>
                  <a:lnTo>
                    <a:pt x="9620" y="3860"/>
                  </a:lnTo>
                  <a:lnTo>
                    <a:pt x="18295" y="306"/>
                  </a:lnTo>
                  <a:lnTo>
                    <a:pt x="28330" y="0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3" name="CustomShape 349"/>
            <p:cNvSpPr/>
            <p:nvPr/>
          </p:nvSpPr>
          <p:spPr>
            <a:xfrm>
              <a:off x="2599560" y="398952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4" h="38100">
                  <a:moveTo>
                    <a:pt x="31543" y="0"/>
                  </a:moveTo>
                  <a:lnTo>
                    <a:pt x="0" y="23613"/>
                  </a:lnTo>
                  <a:lnTo>
                    <a:pt x="3297" y="30550"/>
                  </a:lnTo>
                  <a:lnTo>
                    <a:pt x="9742" y="35529"/>
                  </a:lnTo>
                  <a:lnTo>
                    <a:pt x="18418" y="38094"/>
                  </a:lnTo>
                  <a:lnTo>
                    <a:pt x="28409" y="37786"/>
                  </a:lnTo>
                  <a:lnTo>
                    <a:pt x="37869" y="34527"/>
                  </a:lnTo>
                  <a:lnTo>
                    <a:pt x="45077" y="29057"/>
                  </a:lnTo>
                  <a:lnTo>
                    <a:pt x="49339" y="22122"/>
                  </a:lnTo>
                  <a:lnTo>
                    <a:pt x="49961" y="14469"/>
                  </a:lnTo>
                  <a:lnTo>
                    <a:pt x="46663" y="7535"/>
                  </a:lnTo>
                  <a:lnTo>
                    <a:pt x="40219" y="2560"/>
                  </a:lnTo>
                  <a:lnTo>
                    <a:pt x="31543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4" name="CustomShape 350"/>
            <p:cNvSpPr/>
            <p:nvPr/>
          </p:nvSpPr>
          <p:spPr>
            <a:xfrm>
              <a:off x="2599560" y="398952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4" h="38100">
                  <a:moveTo>
                    <a:pt x="21560" y="310"/>
                  </a:moveTo>
                  <a:lnTo>
                    <a:pt x="31550" y="0"/>
                  </a:lnTo>
                  <a:lnTo>
                    <a:pt x="40227" y="2560"/>
                  </a:lnTo>
                  <a:lnTo>
                    <a:pt x="46672" y="7535"/>
                  </a:lnTo>
                  <a:lnTo>
                    <a:pt x="49970" y="14470"/>
                  </a:lnTo>
                  <a:lnTo>
                    <a:pt x="49345" y="22124"/>
                  </a:lnTo>
                  <a:lnTo>
                    <a:pt x="45082" y="29062"/>
                  </a:lnTo>
                  <a:lnTo>
                    <a:pt x="37876" y="34534"/>
                  </a:lnTo>
                  <a:lnTo>
                    <a:pt x="28420" y="37790"/>
                  </a:lnTo>
                  <a:lnTo>
                    <a:pt x="18424" y="38095"/>
                  </a:lnTo>
                  <a:lnTo>
                    <a:pt x="9747" y="35532"/>
                  </a:lnTo>
                  <a:lnTo>
                    <a:pt x="3301" y="30559"/>
                  </a:lnTo>
                  <a:lnTo>
                    <a:pt x="0" y="23630"/>
                  </a:lnTo>
                  <a:lnTo>
                    <a:pt x="630" y="15975"/>
                  </a:lnTo>
                  <a:lnTo>
                    <a:pt x="4896" y="9037"/>
                  </a:lnTo>
                  <a:lnTo>
                    <a:pt x="12103" y="3565"/>
                  </a:lnTo>
                  <a:lnTo>
                    <a:pt x="21560" y="310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5" name="CustomShape 351"/>
            <p:cNvSpPr/>
            <p:nvPr/>
          </p:nvSpPr>
          <p:spPr>
            <a:xfrm>
              <a:off x="2361960" y="373140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6" name="CustomShape 352"/>
            <p:cNvSpPr/>
            <p:nvPr/>
          </p:nvSpPr>
          <p:spPr>
            <a:xfrm>
              <a:off x="2361960" y="373140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476" y="27908"/>
                  </a:moveTo>
                  <a:lnTo>
                    <a:pt x="0" y="20243"/>
                  </a:lnTo>
                  <a:lnTo>
                    <a:pt x="3224" y="12765"/>
                  </a:lnTo>
                  <a:lnTo>
                    <a:pt x="9572" y="6315"/>
                  </a:lnTo>
                  <a:lnTo>
                    <a:pt x="18466" y="1738"/>
                  </a:lnTo>
                  <a:lnTo>
                    <a:pt x="28312" y="0"/>
                  </a:lnTo>
                  <a:lnTo>
                    <a:pt x="37265" y="1290"/>
                  </a:lnTo>
                  <a:lnTo>
                    <a:pt x="44357" y="5289"/>
                  </a:lnTo>
                  <a:lnTo>
                    <a:pt x="48616" y="11678"/>
                  </a:lnTo>
                  <a:lnTo>
                    <a:pt x="49093" y="19338"/>
                  </a:lnTo>
                  <a:lnTo>
                    <a:pt x="45870" y="26813"/>
                  </a:lnTo>
                  <a:lnTo>
                    <a:pt x="39525" y="33262"/>
                  </a:lnTo>
                  <a:lnTo>
                    <a:pt x="30636" y="37838"/>
                  </a:lnTo>
                  <a:lnTo>
                    <a:pt x="20791" y="39583"/>
                  </a:lnTo>
                  <a:lnTo>
                    <a:pt x="11836" y="38296"/>
                  </a:lnTo>
                  <a:lnTo>
                    <a:pt x="4742" y="34297"/>
                  </a:lnTo>
                  <a:lnTo>
                    <a:pt x="476" y="27908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7" name="CustomShape 353"/>
            <p:cNvSpPr/>
            <p:nvPr/>
          </p:nvSpPr>
          <p:spPr>
            <a:xfrm>
              <a:off x="2369160" y="3809880"/>
              <a:ext cx="151920" cy="15192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0"/>
                  </a:moveTo>
                  <a:lnTo>
                    <a:pt x="46537" y="5987"/>
                  </a:lnTo>
                  <a:lnTo>
                    <a:pt x="22317" y="22317"/>
                  </a:lnTo>
                  <a:lnTo>
                    <a:pt x="5987" y="46537"/>
                  </a:lnTo>
                  <a:lnTo>
                    <a:pt x="0" y="76200"/>
                  </a:lnTo>
                  <a:lnTo>
                    <a:pt x="5987" y="105862"/>
                  </a:lnTo>
                  <a:lnTo>
                    <a:pt x="22317" y="130082"/>
                  </a:lnTo>
                  <a:lnTo>
                    <a:pt x="46537" y="146412"/>
                  </a:lnTo>
                  <a:lnTo>
                    <a:pt x="76200" y="152400"/>
                  </a:lnTo>
                  <a:lnTo>
                    <a:pt x="105862" y="146412"/>
                  </a:lnTo>
                  <a:lnTo>
                    <a:pt x="130082" y="130082"/>
                  </a:lnTo>
                  <a:lnTo>
                    <a:pt x="146412" y="105862"/>
                  </a:lnTo>
                  <a:lnTo>
                    <a:pt x="152400" y="76200"/>
                  </a:lnTo>
                  <a:lnTo>
                    <a:pt x="146412" y="46537"/>
                  </a:lnTo>
                  <a:lnTo>
                    <a:pt x="130082" y="22317"/>
                  </a:lnTo>
                  <a:lnTo>
                    <a:pt x="105862" y="5987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8" name="CustomShape 354"/>
            <p:cNvSpPr/>
            <p:nvPr/>
          </p:nvSpPr>
          <p:spPr>
            <a:xfrm>
              <a:off x="2369160" y="3809880"/>
              <a:ext cx="151920" cy="15192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lnTo>
                    <a:pt x="5988" y="46541"/>
                  </a:lnTo>
                  <a:lnTo>
                    <a:pt x="22320" y="22320"/>
                  </a:lnTo>
                  <a:lnTo>
                    <a:pt x="46541" y="5988"/>
                  </a:lnTo>
                  <a:lnTo>
                    <a:pt x="76200" y="0"/>
                  </a:lnTo>
                  <a:lnTo>
                    <a:pt x="105858" y="5988"/>
                  </a:lnTo>
                  <a:lnTo>
                    <a:pt x="130080" y="22320"/>
                  </a:lnTo>
                  <a:lnTo>
                    <a:pt x="146411" y="46541"/>
                  </a:lnTo>
                  <a:lnTo>
                    <a:pt x="152400" y="76200"/>
                  </a:lnTo>
                  <a:lnTo>
                    <a:pt x="146411" y="105858"/>
                  </a:lnTo>
                  <a:lnTo>
                    <a:pt x="130080" y="130080"/>
                  </a:lnTo>
                  <a:lnTo>
                    <a:pt x="105858" y="146411"/>
                  </a:lnTo>
                  <a:lnTo>
                    <a:pt x="76200" y="152400"/>
                  </a:lnTo>
                  <a:lnTo>
                    <a:pt x="46541" y="146411"/>
                  </a:lnTo>
                  <a:lnTo>
                    <a:pt x="22320" y="130080"/>
                  </a:lnTo>
                  <a:lnTo>
                    <a:pt x="5988" y="105858"/>
                  </a:lnTo>
                  <a:lnTo>
                    <a:pt x="0" y="76200"/>
                  </a:lnTo>
                  <a:close/>
                </a:path>
              </a:pathLst>
            </a:custGeom>
            <a:noFill/>
            <a:ln w="126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99" name="Group 355"/>
          <p:cNvGrpSpPr/>
          <p:nvPr/>
        </p:nvGrpSpPr>
        <p:grpSpPr>
          <a:xfrm>
            <a:off x="2488320" y="3353760"/>
            <a:ext cx="67680" cy="119520"/>
            <a:chOff x="2488320" y="3353760"/>
            <a:chExt cx="67680" cy="119520"/>
          </a:xfrm>
        </p:grpSpPr>
        <p:sp>
          <p:nvSpPr>
            <p:cNvPr id="800" name="CustomShape 356"/>
            <p:cNvSpPr/>
            <p:nvPr/>
          </p:nvSpPr>
          <p:spPr>
            <a:xfrm>
              <a:off x="2502360" y="34354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5400" y="0"/>
                  </a:moveTo>
                  <a:lnTo>
                    <a:pt x="15510" y="1497"/>
                  </a:lnTo>
                  <a:lnTo>
                    <a:pt x="7437" y="5581"/>
                  </a:lnTo>
                  <a:lnTo>
                    <a:pt x="1995" y="11637"/>
                  </a:lnTo>
                  <a:lnTo>
                    <a:pt x="0" y="19050"/>
                  </a:lnTo>
                  <a:lnTo>
                    <a:pt x="1995" y="26462"/>
                  </a:lnTo>
                  <a:lnTo>
                    <a:pt x="7437" y="32518"/>
                  </a:lnTo>
                  <a:lnTo>
                    <a:pt x="15510" y="36602"/>
                  </a:lnTo>
                  <a:lnTo>
                    <a:pt x="25400" y="38100"/>
                  </a:lnTo>
                  <a:lnTo>
                    <a:pt x="35289" y="36602"/>
                  </a:lnTo>
                  <a:lnTo>
                    <a:pt x="43362" y="32518"/>
                  </a:lnTo>
                  <a:lnTo>
                    <a:pt x="48804" y="26462"/>
                  </a:lnTo>
                  <a:lnTo>
                    <a:pt x="50800" y="19050"/>
                  </a:lnTo>
                  <a:lnTo>
                    <a:pt x="48804" y="11637"/>
                  </a:lnTo>
                  <a:lnTo>
                    <a:pt x="43362" y="5581"/>
                  </a:lnTo>
                  <a:lnTo>
                    <a:pt x="35289" y="1497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1" name="CustomShape 357"/>
            <p:cNvSpPr/>
            <p:nvPr/>
          </p:nvSpPr>
          <p:spPr>
            <a:xfrm>
              <a:off x="2502360" y="343548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19050"/>
                  </a:moveTo>
                  <a:lnTo>
                    <a:pt x="1995" y="11635"/>
                  </a:lnTo>
                  <a:lnTo>
                    <a:pt x="7438" y="5580"/>
                  </a:lnTo>
                  <a:lnTo>
                    <a:pt x="15512" y="1497"/>
                  </a:lnTo>
                  <a:lnTo>
                    <a:pt x="25400" y="0"/>
                  </a:lnTo>
                  <a:lnTo>
                    <a:pt x="35287" y="1497"/>
                  </a:lnTo>
                  <a:lnTo>
                    <a:pt x="43361" y="5580"/>
                  </a:lnTo>
                  <a:lnTo>
                    <a:pt x="48804" y="11635"/>
                  </a:lnTo>
                  <a:lnTo>
                    <a:pt x="50800" y="19050"/>
                  </a:lnTo>
                  <a:lnTo>
                    <a:pt x="48804" y="26464"/>
                  </a:lnTo>
                  <a:lnTo>
                    <a:pt x="43361" y="32520"/>
                  </a:lnTo>
                  <a:lnTo>
                    <a:pt x="35287" y="36602"/>
                  </a:lnTo>
                  <a:lnTo>
                    <a:pt x="25400" y="38100"/>
                  </a:lnTo>
                  <a:lnTo>
                    <a:pt x="15512" y="36602"/>
                  </a:lnTo>
                  <a:lnTo>
                    <a:pt x="7438" y="32520"/>
                  </a:lnTo>
                  <a:lnTo>
                    <a:pt x="1995" y="26464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2" name="CustomShape 358"/>
            <p:cNvSpPr/>
            <p:nvPr/>
          </p:nvSpPr>
          <p:spPr>
            <a:xfrm>
              <a:off x="2506680" y="335376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3" name="CustomShape 359"/>
            <p:cNvSpPr/>
            <p:nvPr/>
          </p:nvSpPr>
          <p:spPr>
            <a:xfrm>
              <a:off x="2506680" y="335376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482" y="27914"/>
                  </a:moveTo>
                  <a:lnTo>
                    <a:pt x="0" y="20249"/>
                  </a:lnTo>
                  <a:lnTo>
                    <a:pt x="3221" y="12770"/>
                  </a:lnTo>
                  <a:lnTo>
                    <a:pt x="9568" y="6321"/>
                  </a:lnTo>
                  <a:lnTo>
                    <a:pt x="18462" y="1744"/>
                  </a:lnTo>
                  <a:lnTo>
                    <a:pt x="28307" y="0"/>
                  </a:lnTo>
                  <a:lnTo>
                    <a:pt x="37261" y="1287"/>
                  </a:lnTo>
                  <a:lnTo>
                    <a:pt x="44353" y="5285"/>
                  </a:lnTo>
                  <a:lnTo>
                    <a:pt x="48612" y="11674"/>
                  </a:lnTo>
                  <a:lnTo>
                    <a:pt x="49095" y="19339"/>
                  </a:lnTo>
                  <a:lnTo>
                    <a:pt x="45873" y="26818"/>
                  </a:lnTo>
                  <a:lnTo>
                    <a:pt x="39526" y="33267"/>
                  </a:lnTo>
                  <a:lnTo>
                    <a:pt x="30632" y="37844"/>
                  </a:lnTo>
                  <a:lnTo>
                    <a:pt x="20787" y="39583"/>
                  </a:lnTo>
                  <a:lnTo>
                    <a:pt x="11833" y="38294"/>
                  </a:lnTo>
                  <a:lnTo>
                    <a:pt x="4742" y="34298"/>
                  </a:lnTo>
                  <a:lnTo>
                    <a:pt x="482" y="27914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4" name="CustomShape 360"/>
            <p:cNvSpPr/>
            <p:nvPr/>
          </p:nvSpPr>
          <p:spPr>
            <a:xfrm>
              <a:off x="2488320" y="34038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37"/>
                  </a:lnTo>
                  <a:lnTo>
                    <a:pt x="8377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8"/>
                  </a:lnTo>
                  <a:lnTo>
                    <a:pt x="4508" y="29924"/>
                  </a:lnTo>
                  <a:lnTo>
                    <a:pt x="10915" y="34975"/>
                  </a:lnTo>
                  <a:lnTo>
                    <a:pt x="19265" y="37693"/>
                  </a:lnTo>
                  <a:lnTo>
                    <a:pt x="28039" y="37456"/>
                  </a:lnTo>
                  <a:lnTo>
                    <a:pt x="35615" y="34431"/>
                  </a:lnTo>
                  <a:lnTo>
                    <a:pt x="41198" y="29122"/>
                  </a:lnTo>
                  <a:lnTo>
                    <a:pt x="43992" y="22034"/>
                  </a:lnTo>
                  <a:lnTo>
                    <a:pt x="43329" y="14444"/>
                  </a:lnTo>
                  <a:lnTo>
                    <a:pt x="39484" y="7769"/>
                  </a:lnTo>
                  <a:lnTo>
                    <a:pt x="33077" y="2717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5" name="CustomShape 361"/>
            <p:cNvSpPr/>
            <p:nvPr/>
          </p:nvSpPr>
          <p:spPr>
            <a:xfrm>
              <a:off x="2488320" y="340380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7" y="2722"/>
                  </a:lnTo>
                  <a:lnTo>
                    <a:pt x="39482" y="7776"/>
                  </a:lnTo>
                  <a:lnTo>
                    <a:pt x="43326" y="14452"/>
                  </a:lnTo>
                  <a:lnTo>
                    <a:pt x="43990" y="22040"/>
                  </a:lnTo>
                  <a:lnTo>
                    <a:pt x="41197" y="29126"/>
                  </a:lnTo>
                  <a:lnTo>
                    <a:pt x="35615" y="34433"/>
                  </a:lnTo>
                  <a:lnTo>
                    <a:pt x="28037" y="37459"/>
                  </a:lnTo>
                  <a:lnTo>
                    <a:pt x="19260" y="37700"/>
                  </a:lnTo>
                  <a:lnTo>
                    <a:pt x="10912" y="34977"/>
                  </a:lnTo>
                  <a:lnTo>
                    <a:pt x="4507" y="29923"/>
                  </a:lnTo>
                  <a:lnTo>
                    <a:pt x="663" y="23247"/>
                  </a:lnTo>
                  <a:lnTo>
                    <a:pt x="0" y="15660"/>
                  </a:lnTo>
                  <a:lnTo>
                    <a:pt x="2793" y="8572"/>
                  </a:lnTo>
                  <a:lnTo>
                    <a:pt x="8378" y="3262"/>
                  </a:lnTo>
                  <a:lnTo>
                    <a:pt x="15956" y="236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06" name="Group 362"/>
          <p:cNvGrpSpPr/>
          <p:nvPr/>
        </p:nvGrpSpPr>
        <p:grpSpPr>
          <a:xfrm>
            <a:off x="1976040" y="4103280"/>
            <a:ext cx="43560" cy="38880"/>
            <a:chOff x="1976040" y="4103280"/>
            <a:chExt cx="43560" cy="38880"/>
          </a:xfrm>
        </p:grpSpPr>
        <p:sp>
          <p:nvSpPr>
            <p:cNvPr id="807" name="CustomShape 363"/>
            <p:cNvSpPr/>
            <p:nvPr/>
          </p:nvSpPr>
          <p:spPr>
            <a:xfrm>
              <a:off x="1976040" y="4103280"/>
              <a:ext cx="43560" cy="38880"/>
            </a:xfrm>
            <a:custGeom>
              <a:avLst/>
              <a:gdLst/>
              <a:ahLst/>
              <a:cxnLst/>
              <a:rect l="l" t="t" r="r" b="b"/>
              <a:pathLst>
                <a:path w="43814" h="39370">
                  <a:moveTo>
                    <a:pt x="24359" y="0"/>
                  </a:moveTo>
                  <a:lnTo>
                    <a:pt x="15689" y="1346"/>
                  </a:lnTo>
                  <a:lnTo>
                    <a:pt x="7968" y="5529"/>
                  </a:lnTo>
                  <a:lnTo>
                    <a:pt x="2578" y="11653"/>
                  </a:lnTo>
                  <a:lnTo>
                    <a:pt x="0" y="18909"/>
                  </a:lnTo>
                  <a:lnTo>
                    <a:pt x="716" y="26492"/>
                  </a:lnTo>
                  <a:lnTo>
                    <a:pt x="4742" y="32961"/>
                  </a:lnTo>
                  <a:lnTo>
                    <a:pt x="11190" y="37176"/>
                  </a:lnTo>
                  <a:lnTo>
                    <a:pt x="19186" y="38787"/>
                  </a:lnTo>
                  <a:lnTo>
                    <a:pt x="27856" y="37440"/>
                  </a:lnTo>
                  <a:lnTo>
                    <a:pt x="35576" y="33263"/>
                  </a:lnTo>
                  <a:lnTo>
                    <a:pt x="40967" y="27139"/>
                  </a:lnTo>
                  <a:lnTo>
                    <a:pt x="43545" y="19879"/>
                  </a:lnTo>
                  <a:lnTo>
                    <a:pt x="42829" y="12294"/>
                  </a:lnTo>
                  <a:lnTo>
                    <a:pt x="38803" y="5826"/>
                  </a:lnTo>
                  <a:lnTo>
                    <a:pt x="32355" y="1610"/>
                  </a:lnTo>
                  <a:lnTo>
                    <a:pt x="24359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8" name="CustomShape 364"/>
            <p:cNvSpPr/>
            <p:nvPr/>
          </p:nvSpPr>
          <p:spPr>
            <a:xfrm>
              <a:off x="1976040" y="4103280"/>
              <a:ext cx="43560" cy="38880"/>
            </a:xfrm>
            <a:custGeom>
              <a:avLst/>
              <a:gdLst/>
              <a:ahLst/>
              <a:cxnLst/>
              <a:rect l="l" t="t" r="r" b="b"/>
              <a:pathLst>
                <a:path w="43814" h="39370">
                  <a:moveTo>
                    <a:pt x="718" y="26499"/>
                  </a:moveTo>
                  <a:lnTo>
                    <a:pt x="0" y="18914"/>
                  </a:lnTo>
                  <a:lnTo>
                    <a:pt x="2578" y="11655"/>
                  </a:lnTo>
                  <a:lnTo>
                    <a:pt x="7968" y="5530"/>
                  </a:lnTo>
                  <a:lnTo>
                    <a:pt x="15688" y="1349"/>
                  </a:lnTo>
                  <a:lnTo>
                    <a:pt x="24362" y="0"/>
                  </a:lnTo>
                  <a:lnTo>
                    <a:pt x="32359" y="1610"/>
                  </a:lnTo>
                  <a:lnTo>
                    <a:pt x="38805" y="5825"/>
                  </a:lnTo>
                  <a:lnTo>
                    <a:pt x="42828" y="12289"/>
                  </a:lnTo>
                  <a:lnTo>
                    <a:pt x="43546" y="19875"/>
                  </a:lnTo>
                  <a:lnTo>
                    <a:pt x="40968" y="27137"/>
                  </a:lnTo>
                  <a:lnTo>
                    <a:pt x="35577" y="33266"/>
                  </a:lnTo>
                  <a:lnTo>
                    <a:pt x="27858" y="37449"/>
                  </a:lnTo>
                  <a:lnTo>
                    <a:pt x="19183" y="38794"/>
                  </a:lnTo>
                  <a:lnTo>
                    <a:pt x="11186" y="37182"/>
                  </a:lnTo>
                  <a:lnTo>
                    <a:pt x="4740" y="32967"/>
                  </a:lnTo>
                  <a:lnTo>
                    <a:pt x="718" y="26499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09" name="Group 365"/>
          <p:cNvGrpSpPr/>
          <p:nvPr/>
        </p:nvGrpSpPr>
        <p:grpSpPr>
          <a:xfrm>
            <a:off x="2968560" y="3577320"/>
            <a:ext cx="49320" cy="39600"/>
            <a:chOff x="2968560" y="3577320"/>
            <a:chExt cx="49320" cy="39600"/>
          </a:xfrm>
        </p:grpSpPr>
        <p:sp>
          <p:nvSpPr>
            <p:cNvPr id="810" name="CustomShape 366"/>
            <p:cNvSpPr/>
            <p:nvPr/>
          </p:nvSpPr>
          <p:spPr>
            <a:xfrm>
              <a:off x="2968560" y="357732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1" name="CustomShape 367"/>
            <p:cNvSpPr/>
            <p:nvPr/>
          </p:nvSpPr>
          <p:spPr>
            <a:xfrm>
              <a:off x="2968560" y="357732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477" y="27908"/>
                  </a:moveTo>
                  <a:lnTo>
                    <a:pt x="0" y="20245"/>
                  </a:lnTo>
                  <a:lnTo>
                    <a:pt x="3223" y="12768"/>
                  </a:lnTo>
                  <a:lnTo>
                    <a:pt x="9568" y="6320"/>
                  </a:lnTo>
                  <a:lnTo>
                    <a:pt x="18457" y="1738"/>
                  </a:lnTo>
                  <a:lnTo>
                    <a:pt x="28302" y="0"/>
                  </a:lnTo>
                  <a:lnTo>
                    <a:pt x="37257" y="1290"/>
                  </a:lnTo>
                  <a:lnTo>
                    <a:pt x="44351" y="5289"/>
                  </a:lnTo>
                  <a:lnTo>
                    <a:pt x="48617" y="11678"/>
                  </a:lnTo>
                  <a:lnTo>
                    <a:pt x="49094" y="19342"/>
                  </a:lnTo>
                  <a:lnTo>
                    <a:pt x="45870" y="26818"/>
                  </a:lnTo>
                  <a:lnTo>
                    <a:pt x="39525" y="33267"/>
                  </a:lnTo>
                  <a:lnTo>
                    <a:pt x="30637" y="37848"/>
                  </a:lnTo>
                  <a:lnTo>
                    <a:pt x="20786" y="39587"/>
                  </a:lnTo>
                  <a:lnTo>
                    <a:pt x="11829" y="38297"/>
                  </a:lnTo>
                  <a:lnTo>
                    <a:pt x="4736" y="34298"/>
                  </a:lnTo>
                  <a:lnTo>
                    <a:pt x="477" y="27908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12" name="Group 368"/>
          <p:cNvGrpSpPr/>
          <p:nvPr/>
        </p:nvGrpSpPr>
        <p:grpSpPr>
          <a:xfrm>
            <a:off x="2147760" y="3901320"/>
            <a:ext cx="73440" cy="86400"/>
            <a:chOff x="2147760" y="3901320"/>
            <a:chExt cx="73440" cy="86400"/>
          </a:xfrm>
        </p:grpSpPr>
        <p:sp>
          <p:nvSpPr>
            <p:cNvPr id="813" name="CustomShape 369"/>
            <p:cNvSpPr/>
            <p:nvPr/>
          </p:nvSpPr>
          <p:spPr>
            <a:xfrm>
              <a:off x="2147760" y="390132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4" name="CustomShape 370"/>
            <p:cNvSpPr/>
            <p:nvPr/>
          </p:nvSpPr>
          <p:spPr>
            <a:xfrm>
              <a:off x="2147760" y="390132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477" y="27908"/>
                  </a:moveTo>
                  <a:lnTo>
                    <a:pt x="0" y="20245"/>
                  </a:lnTo>
                  <a:lnTo>
                    <a:pt x="3223" y="12768"/>
                  </a:lnTo>
                  <a:lnTo>
                    <a:pt x="9568" y="6320"/>
                  </a:lnTo>
                  <a:lnTo>
                    <a:pt x="18457" y="1738"/>
                  </a:lnTo>
                  <a:lnTo>
                    <a:pt x="28303" y="0"/>
                  </a:lnTo>
                  <a:lnTo>
                    <a:pt x="37260" y="1290"/>
                  </a:lnTo>
                  <a:lnTo>
                    <a:pt x="44355" y="5289"/>
                  </a:lnTo>
                  <a:lnTo>
                    <a:pt x="48617" y="11678"/>
                  </a:lnTo>
                  <a:lnTo>
                    <a:pt x="49094" y="19342"/>
                  </a:lnTo>
                  <a:lnTo>
                    <a:pt x="45870" y="26818"/>
                  </a:lnTo>
                  <a:lnTo>
                    <a:pt x="39525" y="33267"/>
                  </a:lnTo>
                  <a:lnTo>
                    <a:pt x="30637" y="37848"/>
                  </a:lnTo>
                  <a:lnTo>
                    <a:pt x="20790" y="39587"/>
                  </a:lnTo>
                  <a:lnTo>
                    <a:pt x="11833" y="38297"/>
                  </a:lnTo>
                  <a:lnTo>
                    <a:pt x="4738" y="34298"/>
                  </a:lnTo>
                  <a:lnTo>
                    <a:pt x="477" y="27908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5" name="CustomShape 371"/>
            <p:cNvSpPr/>
            <p:nvPr/>
          </p:nvSpPr>
          <p:spPr>
            <a:xfrm>
              <a:off x="2177280" y="394992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37"/>
                  </a:lnTo>
                  <a:lnTo>
                    <a:pt x="8377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8"/>
                  </a:lnTo>
                  <a:lnTo>
                    <a:pt x="4508" y="29924"/>
                  </a:lnTo>
                  <a:lnTo>
                    <a:pt x="10915" y="34975"/>
                  </a:lnTo>
                  <a:lnTo>
                    <a:pt x="19265" y="37693"/>
                  </a:lnTo>
                  <a:lnTo>
                    <a:pt x="28039" y="37456"/>
                  </a:lnTo>
                  <a:lnTo>
                    <a:pt x="35615" y="34431"/>
                  </a:lnTo>
                  <a:lnTo>
                    <a:pt x="41198" y="29122"/>
                  </a:lnTo>
                  <a:lnTo>
                    <a:pt x="43992" y="22034"/>
                  </a:lnTo>
                  <a:lnTo>
                    <a:pt x="43329" y="14444"/>
                  </a:lnTo>
                  <a:lnTo>
                    <a:pt x="39484" y="7769"/>
                  </a:lnTo>
                  <a:lnTo>
                    <a:pt x="33077" y="2717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6" name="CustomShape 372"/>
            <p:cNvSpPr/>
            <p:nvPr/>
          </p:nvSpPr>
          <p:spPr>
            <a:xfrm>
              <a:off x="2177280" y="394992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7" y="2722"/>
                  </a:lnTo>
                  <a:lnTo>
                    <a:pt x="39482" y="7776"/>
                  </a:lnTo>
                  <a:lnTo>
                    <a:pt x="43326" y="14452"/>
                  </a:lnTo>
                  <a:lnTo>
                    <a:pt x="43990" y="22040"/>
                  </a:lnTo>
                  <a:lnTo>
                    <a:pt x="41197" y="29126"/>
                  </a:lnTo>
                  <a:lnTo>
                    <a:pt x="35615" y="34433"/>
                  </a:lnTo>
                  <a:lnTo>
                    <a:pt x="28037" y="37459"/>
                  </a:lnTo>
                  <a:lnTo>
                    <a:pt x="19260" y="37700"/>
                  </a:lnTo>
                  <a:lnTo>
                    <a:pt x="10912" y="34977"/>
                  </a:lnTo>
                  <a:lnTo>
                    <a:pt x="4507" y="29923"/>
                  </a:lnTo>
                  <a:lnTo>
                    <a:pt x="663" y="23247"/>
                  </a:lnTo>
                  <a:lnTo>
                    <a:pt x="0" y="15660"/>
                  </a:lnTo>
                  <a:lnTo>
                    <a:pt x="2793" y="8573"/>
                  </a:lnTo>
                  <a:lnTo>
                    <a:pt x="8378" y="3266"/>
                  </a:lnTo>
                  <a:lnTo>
                    <a:pt x="15956" y="240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17" name="Group 373"/>
          <p:cNvGrpSpPr/>
          <p:nvPr/>
        </p:nvGrpSpPr>
        <p:grpSpPr>
          <a:xfrm>
            <a:off x="2296800" y="4386960"/>
            <a:ext cx="49320" cy="39600"/>
            <a:chOff x="2296800" y="4386960"/>
            <a:chExt cx="49320" cy="39600"/>
          </a:xfrm>
        </p:grpSpPr>
        <p:sp>
          <p:nvSpPr>
            <p:cNvPr id="818" name="CustomShape 374"/>
            <p:cNvSpPr/>
            <p:nvPr/>
          </p:nvSpPr>
          <p:spPr>
            <a:xfrm>
              <a:off x="2296800" y="438696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9" name="CustomShape 375"/>
            <p:cNvSpPr/>
            <p:nvPr/>
          </p:nvSpPr>
          <p:spPr>
            <a:xfrm>
              <a:off x="2296800" y="438696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478" y="27910"/>
                  </a:moveTo>
                  <a:lnTo>
                    <a:pt x="0" y="20245"/>
                  </a:lnTo>
                  <a:lnTo>
                    <a:pt x="3220" y="12766"/>
                  </a:lnTo>
                  <a:lnTo>
                    <a:pt x="9565" y="6317"/>
                  </a:lnTo>
                  <a:lnTo>
                    <a:pt x="18458" y="1740"/>
                  </a:lnTo>
                  <a:lnTo>
                    <a:pt x="28303" y="0"/>
                  </a:lnTo>
                  <a:lnTo>
                    <a:pt x="37257" y="1286"/>
                  </a:lnTo>
                  <a:lnTo>
                    <a:pt x="44348" y="5282"/>
                  </a:lnTo>
                  <a:lnTo>
                    <a:pt x="48608" y="11670"/>
                  </a:lnTo>
                  <a:lnTo>
                    <a:pt x="49091" y="19335"/>
                  </a:lnTo>
                  <a:lnTo>
                    <a:pt x="45869" y="26814"/>
                  </a:lnTo>
                  <a:lnTo>
                    <a:pt x="39522" y="33263"/>
                  </a:lnTo>
                  <a:lnTo>
                    <a:pt x="30628" y="37840"/>
                  </a:lnTo>
                  <a:lnTo>
                    <a:pt x="20783" y="39580"/>
                  </a:lnTo>
                  <a:lnTo>
                    <a:pt x="11829" y="38294"/>
                  </a:lnTo>
                  <a:lnTo>
                    <a:pt x="4737" y="34298"/>
                  </a:lnTo>
                  <a:lnTo>
                    <a:pt x="478" y="27910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20" name="Group 376"/>
          <p:cNvGrpSpPr/>
          <p:nvPr/>
        </p:nvGrpSpPr>
        <p:grpSpPr>
          <a:xfrm>
            <a:off x="2636640" y="4147560"/>
            <a:ext cx="49320" cy="39600"/>
            <a:chOff x="2636640" y="4147560"/>
            <a:chExt cx="49320" cy="39600"/>
          </a:xfrm>
        </p:grpSpPr>
        <p:sp>
          <p:nvSpPr>
            <p:cNvPr id="821" name="CustomShape 377"/>
            <p:cNvSpPr/>
            <p:nvPr/>
          </p:nvSpPr>
          <p:spPr>
            <a:xfrm>
              <a:off x="2636640" y="414756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22" name="CustomShape 378"/>
            <p:cNvSpPr/>
            <p:nvPr/>
          </p:nvSpPr>
          <p:spPr>
            <a:xfrm>
              <a:off x="2636640" y="414756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477" y="27914"/>
                  </a:moveTo>
                  <a:lnTo>
                    <a:pt x="0" y="20249"/>
                  </a:lnTo>
                  <a:lnTo>
                    <a:pt x="3223" y="12770"/>
                  </a:lnTo>
                  <a:lnTo>
                    <a:pt x="9568" y="6321"/>
                  </a:lnTo>
                  <a:lnTo>
                    <a:pt x="18457" y="1744"/>
                  </a:lnTo>
                  <a:lnTo>
                    <a:pt x="28303" y="0"/>
                  </a:lnTo>
                  <a:lnTo>
                    <a:pt x="37260" y="1287"/>
                  </a:lnTo>
                  <a:lnTo>
                    <a:pt x="44355" y="5285"/>
                  </a:lnTo>
                  <a:lnTo>
                    <a:pt x="48617" y="11674"/>
                  </a:lnTo>
                  <a:lnTo>
                    <a:pt x="49094" y="19339"/>
                  </a:lnTo>
                  <a:lnTo>
                    <a:pt x="45870" y="26818"/>
                  </a:lnTo>
                  <a:lnTo>
                    <a:pt x="39525" y="33267"/>
                  </a:lnTo>
                  <a:lnTo>
                    <a:pt x="30637" y="37844"/>
                  </a:lnTo>
                  <a:lnTo>
                    <a:pt x="20790" y="39583"/>
                  </a:lnTo>
                  <a:lnTo>
                    <a:pt x="11833" y="38294"/>
                  </a:lnTo>
                  <a:lnTo>
                    <a:pt x="4738" y="34298"/>
                  </a:lnTo>
                  <a:lnTo>
                    <a:pt x="477" y="27914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23" name="Group 379"/>
          <p:cNvGrpSpPr/>
          <p:nvPr/>
        </p:nvGrpSpPr>
        <p:grpSpPr>
          <a:xfrm>
            <a:off x="1555560" y="4071240"/>
            <a:ext cx="49320" cy="39600"/>
            <a:chOff x="1555560" y="4071240"/>
            <a:chExt cx="49320" cy="39600"/>
          </a:xfrm>
        </p:grpSpPr>
        <p:sp>
          <p:nvSpPr>
            <p:cNvPr id="824" name="CustomShape 380"/>
            <p:cNvSpPr/>
            <p:nvPr/>
          </p:nvSpPr>
          <p:spPr>
            <a:xfrm>
              <a:off x="1555560" y="407124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25" name="CustomShape 381"/>
            <p:cNvSpPr/>
            <p:nvPr/>
          </p:nvSpPr>
          <p:spPr>
            <a:xfrm>
              <a:off x="1555560" y="407124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482" y="27914"/>
                  </a:moveTo>
                  <a:lnTo>
                    <a:pt x="0" y="20249"/>
                  </a:lnTo>
                  <a:lnTo>
                    <a:pt x="3221" y="12770"/>
                  </a:lnTo>
                  <a:lnTo>
                    <a:pt x="9568" y="6321"/>
                  </a:lnTo>
                  <a:lnTo>
                    <a:pt x="18462" y="1744"/>
                  </a:lnTo>
                  <a:lnTo>
                    <a:pt x="28307" y="0"/>
                  </a:lnTo>
                  <a:lnTo>
                    <a:pt x="37261" y="1287"/>
                  </a:lnTo>
                  <a:lnTo>
                    <a:pt x="44353" y="5285"/>
                  </a:lnTo>
                  <a:lnTo>
                    <a:pt x="48612" y="11674"/>
                  </a:lnTo>
                  <a:lnTo>
                    <a:pt x="49089" y="19339"/>
                  </a:lnTo>
                  <a:lnTo>
                    <a:pt x="45866" y="26818"/>
                  </a:lnTo>
                  <a:lnTo>
                    <a:pt x="39521" y="33267"/>
                  </a:lnTo>
                  <a:lnTo>
                    <a:pt x="30632" y="37844"/>
                  </a:lnTo>
                  <a:lnTo>
                    <a:pt x="20787" y="39583"/>
                  </a:lnTo>
                  <a:lnTo>
                    <a:pt x="11833" y="38294"/>
                  </a:lnTo>
                  <a:lnTo>
                    <a:pt x="4742" y="34298"/>
                  </a:lnTo>
                  <a:lnTo>
                    <a:pt x="482" y="27914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26" name="Group 382"/>
          <p:cNvGrpSpPr/>
          <p:nvPr/>
        </p:nvGrpSpPr>
        <p:grpSpPr>
          <a:xfrm>
            <a:off x="1752480" y="3452040"/>
            <a:ext cx="49320" cy="39600"/>
            <a:chOff x="1752480" y="3452040"/>
            <a:chExt cx="49320" cy="39600"/>
          </a:xfrm>
        </p:grpSpPr>
        <p:sp>
          <p:nvSpPr>
            <p:cNvPr id="827" name="CustomShape 383"/>
            <p:cNvSpPr/>
            <p:nvPr/>
          </p:nvSpPr>
          <p:spPr>
            <a:xfrm>
              <a:off x="1752480" y="345204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28" name="CustomShape 384"/>
            <p:cNvSpPr/>
            <p:nvPr/>
          </p:nvSpPr>
          <p:spPr>
            <a:xfrm>
              <a:off x="1752480" y="345204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476" y="27909"/>
                  </a:moveTo>
                  <a:lnTo>
                    <a:pt x="0" y="20243"/>
                  </a:lnTo>
                  <a:lnTo>
                    <a:pt x="3224" y="12765"/>
                  </a:lnTo>
                  <a:lnTo>
                    <a:pt x="9572" y="6316"/>
                  </a:lnTo>
                  <a:lnTo>
                    <a:pt x="18466" y="1739"/>
                  </a:lnTo>
                  <a:lnTo>
                    <a:pt x="28312" y="0"/>
                  </a:lnTo>
                  <a:lnTo>
                    <a:pt x="37265" y="1289"/>
                  </a:lnTo>
                  <a:lnTo>
                    <a:pt x="44357" y="5285"/>
                  </a:lnTo>
                  <a:lnTo>
                    <a:pt x="48616" y="11669"/>
                  </a:lnTo>
                  <a:lnTo>
                    <a:pt x="49093" y="19334"/>
                  </a:lnTo>
                  <a:lnTo>
                    <a:pt x="45870" y="26812"/>
                  </a:lnTo>
                  <a:lnTo>
                    <a:pt x="39525" y="33262"/>
                  </a:lnTo>
                  <a:lnTo>
                    <a:pt x="30636" y="37839"/>
                  </a:lnTo>
                  <a:lnTo>
                    <a:pt x="20791" y="39583"/>
                  </a:lnTo>
                  <a:lnTo>
                    <a:pt x="11836" y="38296"/>
                  </a:lnTo>
                  <a:lnTo>
                    <a:pt x="4742" y="34298"/>
                  </a:lnTo>
                  <a:lnTo>
                    <a:pt x="476" y="27909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29" name="Group 385"/>
          <p:cNvGrpSpPr/>
          <p:nvPr/>
        </p:nvGrpSpPr>
        <p:grpSpPr>
          <a:xfrm>
            <a:off x="1800000" y="4500000"/>
            <a:ext cx="49320" cy="39600"/>
            <a:chOff x="1800000" y="4500000"/>
            <a:chExt cx="49320" cy="39600"/>
          </a:xfrm>
        </p:grpSpPr>
        <p:sp>
          <p:nvSpPr>
            <p:cNvPr id="830" name="CustomShape 386"/>
            <p:cNvSpPr/>
            <p:nvPr/>
          </p:nvSpPr>
          <p:spPr>
            <a:xfrm>
              <a:off x="1800000" y="450000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28304" y="0"/>
                  </a:moveTo>
                  <a:lnTo>
                    <a:pt x="18463" y="1741"/>
                  </a:lnTo>
                  <a:lnTo>
                    <a:pt x="9570" y="6318"/>
                  </a:lnTo>
                  <a:lnTo>
                    <a:pt x="3223" y="12765"/>
                  </a:lnTo>
                  <a:lnTo>
                    <a:pt x="0" y="20240"/>
                  </a:lnTo>
                  <a:lnTo>
                    <a:pt x="479" y="27903"/>
                  </a:lnTo>
                  <a:lnTo>
                    <a:pt x="4742" y="34291"/>
                  </a:lnTo>
                  <a:lnTo>
                    <a:pt x="11835" y="38288"/>
                  </a:lnTo>
                  <a:lnTo>
                    <a:pt x="20787" y="39576"/>
                  </a:lnTo>
                  <a:lnTo>
                    <a:pt x="30629" y="37834"/>
                  </a:lnTo>
                  <a:lnTo>
                    <a:pt x="39522" y="33257"/>
                  </a:lnTo>
                  <a:lnTo>
                    <a:pt x="45869" y="26811"/>
                  </a:lnTo>
                  <a:lnTo>
                    <a:pt x="49092" y="19336"/>
                  </a:lnTo>
                  <a:lnTo>
                    <a:pt x="48612" y="11672"/>
                  </a:lnTo>
                  <a:lnTo>
                    <a:pt x="44350" y="5284"/>
                  </a:lnTo>
                  <a:lnTo>
                    <a:pt x="37257" y="1287"/>
                  </a:lnTo>
                  <a:lnTo>
                    <a:pt x="28304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1" name="CustomShape 387"/>
            <p:cNvSpPr/>
            <p:nvPr/>
          </p:nvSpPr>
          <p:spPr>
            <a:xfrm>
              <a:off x="1800000" y="4500000"/>
              <a:ext cx="49320" cy="39600"/>
            </a:xfrm>
            <a:custGeom>
              <a:avLst/>
              <a:gdLst/>
              <a:ahLst/>
              <a:cxnLst/>
              <a:rect l="l" t="t" r="r" b="b"/>
              <a:pathLst>
                <a:path w="49530" h="40004">
                  <a:moveTo>
                    <a:pt x="477" y="27908"/>
                  </a:moveTo>
                  <a:lnTo>
                    <a:pt x="0" y="20245"/>
                  </a:lnTo>
                  <a:lnTo>
                    <a:pt x="3223" y="12768"/>
                  </a:lnTo>
                  <a:lnTo>
                    <a:pt x="9568" y="6320"/>
                  </a:lnTo>
                  <a:lnTo>
                    <a:pt x="18457" y="1738"/>
                  </a:lnTo>
                  <a:lnTo>
                    <a:pt x="28302" y="0"/>
                  </a:lnTo>
                  <a:lnTo>
                    <a:pt x="37257" y="1290"/>
                  </a:lnTo>
                  <a:lnTo>
                    <a:pt x="44351" y="5289"/>
                  </a:lnTo>
                  <a:lnTo>
                    <a:pt x="48617" y="11678"/>
                  </a:lnTo>
                  <a:lnTo>
                    <a:pt x="49094" y="19338"/>
                  </a:lnTo>
                  <a:lnTo>
                    <a:pt x="45870" y="26813"/>
                  </a:lnTo>
                  <a:lnTo>
                    <a:pt x="39525" y="33262"/>
                  </a:lnTo>
                  <a:lnTo>
                    <a:pt x="30637" y="37838"/>
                  </a:lnTo>
                  <a:lnTo>
                    <a:pt x="20786" y="39583"/>
                  </a:lnTo>
                  <a:lnTo>
                    <a:pt x="11829" y="38296"/>
                  </a:lnTo>
                  <a:lnTo>
                    <a:pt x="4736" y="34297"/>
                  </a:lnTo>
                  <a:lnTo>
                    <a:pt x="477" y="27908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32" name="Group 388"/>
          <p:cNvGrpSpPr/>
          <p:nvPr/>
        </p:nvGrpSpPr>
        <p:grpSpPr>
          <a:xfrm>
            <a:off x="1940760" y="3507120"/>
            <a:ext cx="43920" cy="37800"/>
            <a:chOff x="1940760" y="3507120"/>
            <a:chExt cx="43920" cy="37800"/>
          </a:xfrm>
        </p:grpSpPr>
        <p:sp>
          <p:nvSpPr>
            <p:cNvPr id="833" name="CustomShape 389"/>
            <p:cNvSpPr/>
            <p:nvPr/>
          </p:nvSpPr>
          <p:spPr>
            <a:xfrm>
              <a:off x="1940760" y="350712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37"/>
                  </a:lnTo>
                  <a:lnTo>
                    <a:pt x="8377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9"/>
                  </a:lnTo>
                  <a:lnTo>
                    <a:pt x="4508" y="29925"/>
                  </a:lnTo>
                  <a:lnTo>
                    <a:pt x="10915" y="34981"/>
                  </a:lnTo>
                  <a:lnTo>
                    <a:pt x="19265" y="37706"/>
                  </a:lnTo>
                  <a:lnTo>
                    <a:pt x="28039" y="37461"/>
                  </a:lnTo>
                  <a:lnTo>
                    <a:pt x="35615" y="34432"/>
                  </a:lnTo>
                  <a:lnTo>
                    <a:pt x="41198" y="29123"/>
                  </a:lnTo>
                  <a:lnTo>
                    <a:pt x="43992" y="22034"/>
                  </a:lnTo>
                  <a:lnTo>
                    <a:pt x="43329" y="14450"/>
                  </a:lnTo>
                  <a:lnTo>
                    <a:pt x="39484" y="7773"/>
                  </a:lnTo>
                  <a:lnTo>
                    <a:pt x="33077" y="2719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4" name="CustomShape 390"/>
            <p:cNvSpPr/>
            <p:nvPr/>
          </p:nvSpPr>
          <p:spPr>
            <a:xfrm>
              <a:off x="1940760" y="350712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3" y="2728"/>
                  </a:lnTo>
                  <a:lnTo>
                    <a:pt x="39477" y="7785"/>
                  </a:lnTo>
                  <a:lnTo>
                    <a:pt x="43320" y="14461"/>
                  </a:lnTo>
                  <a:lnTo>
                    <a:pt x="43980" y="22050"/>
                  </a:lnTo>
                  <a:lnTo>
                    <a:pt x="41187" y="29136"/>
                  </a:lnTo>
                  <a:lnTo>
                    <a:pt x="35605" y="34443"/>
                  </a:lnTo>
                  <a:lnTo>
                    <a:pt x="28027" y="37469"/>
                  </a:lnTo>
                  <a:lnTo>
                    <a:pt x="19250" y="37710"/>
                  </a:lnTo>
                  <a:lnTo>
                    <a:pt x="10906" y="34987"/>
                  </a:lnTo>
                  <a:lnTo>
                    <a:pt x="4502" y="29933"/>
                  </a:lnTo>
                  <a:lnTo>
                    <a:pt x="659" y="23257"/>
                  </a:lnTo>
                  <a:lnTo>
                    <a:pt x="0" y="15670"/>
                  </a:lnTo>
                  <a:lnTo>
                    <a:pt x="2792" y="8578"/>
                  </a:lnTo>
                  <a:lnTo>
                    <a:pt x="8375" y="3267"/>
                  </a:lnTo>
                  <a:lnTo>
                    <a:pt x="15952" y="240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35" name="Group 391"/>
          <p:cNvGrpSpPr/>
          <p:nvPr/>
        </p:nvGrpSpPr>
        <p:grpSpPr>
          <a:xfrm>
            <a:off x="2085120" y="3721320"/>
            <a:ext cx="43920" cy="37800"/>
            <a:chOff x="2085120" y="3721320"/>
            <a:chExt cx="43920" cy="37800"/>
          </a:xfrm>
        </p:grpSpPr>
        <p:sp>
          <p:nvSpPr>
            <p:cNvPr id="836" name="CustomShape 392"/>
            <p:cNvSpPr/>
            <p:nvPr/>
          </p:nvSpPr>
          <p:spPr>
            <a:xfrm>
              <a:off x="2085120" y="372132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37"/>
                  </a:lnTo>
                  <a:lnTo>
                    <a:pt x="8377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8"/>
                  </a:lnTo>
                  <a:lnTo>
                    <a:pt x="4508" y="29924"/>
                  </a:lnTo>
                  <a:lnTo>
                    <a:pt x="10915" y="34975"/>
                  </a:lnTo>
                  <a:lnTo>
                    <a:pt x="19265" y="37693"/>
                  </a:lnTo>
                  <a:lnTo>
                    <a:pt x="28039" y="37456"/>
                  </a:lnTo>
                  <a:lnTo>
                    <a:pt x="35615" y="34431"/>
                  </a:lnTo>
                  <a:lnTo>
                    <a:pt x="41198" y="29122"/>
                  </a:lnTo>
                  <a:lnTo>
                    <a:pt x="43992" y="22034"/>
                  </a:lnTo>
                  <a:lnTo>
                    <a:pt x="43329" y="14444"/>
                  </a:lnTo>
                  <a:lnTo>
                    <a:pt x="39484" y="7769"/>
                  </a:lnTo>
                  <a:lnTo>
                    <a:pt x="33077" y="2717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7" name="CustomShape 393"/>
            <p:cNvSpPr/>
            <p:nvPr/>
          </p:nvSpPr>
          <p:spPr>
            <a:xfrm>
              <a:off x="2085120" y="372132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7" y="2722"/>
                  </a:lnTo>
                  <a:lnTo>
                    <a:pt x="39482" y="7776"/>
                  </a:lnTo>
                  <a:lnTo>
                    <a:pt x="43326" y="14452"/>
                  </a:lnTo>
                  <a:lnTo>
                    <a:pt x="43990" y="22040"/>
                  </a:lnTo>
                  <a:lnTo>
                    <a:pt x="41196" y="29126"/>
                  </a:lnTo>
                  <a:lnTo>
                    <a:pt x="35611" y="34433"/>
                  </a:lnTo>
                  <a:lnTo>
                    <a:pt x="28033" y="37459"/>
                  </a:lnTo>
                  <a:lnTo>
                    <a:pt x="19260" y="37700"/>
                  </a:lnTo>
                  <a:lnTo>
                    <a:pt x="10912" y="34977"/>
                  </a:lnTo>
                  <a:lnTo>
                    <a:pt x="4507" y="29923"/>
                  </a:lnTo>
                  <a:lnTo>
                    <a:pt x="663" y="23247"/>
                  </a:lnTo>
                  <a:lnTo>
                    <a:pt x="0" y="15660"/>
                  </a:lnTo>
                  <a:lnTo>
                    <a:pt x="2792" y="8572"/>
                  </a:lnTo>
                  <a:lnTo>
                    <a:pt x="8375" y="3262"/>
                  </a:lnTo>
                  <a:lnTo>
                    <a:pt x="15952" y="236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38" name="Group 394"/>
          <p:cNvGrpSpPr/>
          <p:nvPr/>
        </p:nvGrpSpPr>
        <p:grpSpPr>
          <a:xfrm>
            <a:off x="2164680" y="3219480"/>
            <a:ext cx="43920" cy="37800"/>
            <a:chOff x="2164680" y="3219480"/>
            <a:chExt cx="43920" cy="37800"/>
          </a:xfrm>
        </p:grpSpPr>
        <p:sp>
          <p:nvSpPr>
            <p:cNvPr id="839" name="CustomShape 395"/>
            <p:cNvSpPr/>
            <p:nvPr/>
          </p:nvSpPr>
          <p:spPr>
            <a:xfrm>
              <a:off x="2164680" y="321948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37"/>
                  </a:lnTo>
                  <a:lnTo>
                    <a:pt x="8377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8"/>
                  </a:lnTo>
                  <a:lnTo>
                    <a:pt x="4508" y="29924"/>
                  </a:lnTo>
                  <a:lnTo>
                    <a:pt x="10915" y="34975"/>
                  </a:lnTo>
                  <a:lnTo>
                    <a:pt x="19265" y="37693"/>
                  </a:lnTo>
                  <a:lnTo>
                    <a:pt x="28039" y="37456"/>
                  </a:lnTo>
                  <a:lnTo>
                    <a:pt x="35615" y="34431"/>
                  </a:lnTo>
                  <a:lnTo>
                    <a:pt x="41198" y="29122"/>
                  </a:lnTo>
                  <a:lnTo>
                    <a:pt x="43992" y="22034"/>
                  </a:lnTo>
                  <a:lnTo>
                    <a:pt x="43329" y="14444"/>
                  </a:lnTo>
                  <a:lnTo>
                    <a:pt x="39484" y="7769"/>
                  </a:lnTo>
                  <a:lnTo>
                    <a:pt x="33077" y="2717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0" name="CustomShape 396"/>
            <p:cNvSpPr/>
            <p:nvPr/>
          </p:nvSpPr>
          <p:spPr>
            <a:xfrm>
              <a:off x="2164680" y="321948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7" y="2722"/>
                  </a:lnTo>
                  <a:lnTo>
                    <a:pt x="39482" y="7776"/>
                  </a:lnTo>
                  <a:lnTo>
                    <a:pt x="43326" y="14452"/>
                  </a:lnTo>
                  <a:lnTo>
                    <a:pt x="43990" y="22040"/>
                  </a:lnTo>
                  <a:lnTo>
                    <a:pt x="41197" y="29126"/>
                  </a:lnTo>
                  <a:lnTo>
                    <a:pt x="35615" y="34433"/>
                  </a:lnTo>
                  <a:lnTo>
                    <a:pt x="28037" y="37459"/>
                  </a:lnTo>
                  <a:lnTo>
                    <a:pt x="19260" y="37700"/>
                  </a:lnTo>
                  <a:lnTo>
                    <a:pt x="10912" y="34977"/>
                  </a:lnTo>
                  <a:lnTo>
                    <a:pt x="4507" y="29923"/>
                  </a:lnTo>
                  <a:lnTo>
                    <a:pt x="663" y="23247"/>
                  </a:lnTo>
                  <a:lnTo>
                    <a:pt x="0" y="15660"/>
                  </a:lnTo>
                  <a:lnTo>
                    <a:pt x="2793" y="8572"/>
                  </a:lnTo>
                  <a:lnTo>
                    <a:pt x="8378" y="3262"/>
                  </a:lnTo>
                  <a:lnTo>
                    <a:pt x="15956" y="236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41" name="Group 397"/>
          <p:cNvGrpSpPr/>
          <p:nvPr/>
        </p:nvGrpSpPr>
        <p:grpSpPr>
          <a:xfrm>
            <a:off x="2763000" y="3640320"/>
            <a:ext cx="43920" cy="37800"/>
            <a:chOff x="2763000" y="3640320"/>
            <a:chExt cx="43920" cy="37800"/>
          </a:xfrm>
        </p:grpSpPr>
        <p:sp>
          <p:nvSpPr>
            <p:cNvPr id="842" name="CustomShape 398"/>
            <p:cNvSpPr/>
            <p:nvPr/>
          </p:nvSpPr>
          <p:spPr>
            <a:xfrm>
              <a:off x="2763000" y="364032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37"/>
                  </a:lnTo>
                  <a:lnTo>
                    <a:pt x="8377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9"/>
                  </a:lnTo>
                  <a:lnTo>
                    <a:pt x="4508" y="29925"/>
                  </a:lnTo>
                  <a:lnTo>
                    <a:pt x="10915" y="34981"/>
                  </a:lnTo>
                  <a:lnTo>
                    <a:pt x="19265" y="37706"/>
                  </a:lnTo>
                  <a:lnTo>
                    <a:pt x="28039" y="37461"/>
                  </a:lnTo>
                  <a:lnTo>
                    <a:pt x="35615" y="34432"/>
                  </a:lnTo>
                  <a:lnTo>
                    <a:pt x="41198" y="29123"/>
                  </a:lnTo>
                  <a:lnTo>
                    <a:pt x="43992" y="22034"/>
                  </a:lnTo>
                  <a:lnTo>
                    <a:pt x="43329" y="14450"/>
                  </a:lnTo>
                  <a:lnTo>
                    <a:pt x="39484" y="7773"/>
                  </a:lnTo>
                  <a:lnTo>
                    <a:pt x="33077" y="2719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3" name="CustomShape 399"/>
            <p:cNvSpPr/>
            <p:nvPr/>
          </p:nvSpPr>
          <p:spPr>
            <a:xfrm>
              <a:off x="2763000" y="364032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7" y="2722"/>
                  </a:lnTo>
                  <a:lnTo>
                    <a:pt x="39482" y="7776"/>
                  </a:lnTo>
                  <a:lnTo>
                    <a:pt x="43326" y="14452"/>
                  </a:lnTo>
                  <a:lnTo>
                    <a:pt x="43990" y="22040"/>
                  </a:lnTo>
                  <a:lnTo>
                    <a:pt x="41197" y="29126"/>
                  </a:lnTo>
                  <a:lnTo>
                    <a:pt x="35615" y="34433"/>
                  </a:lnTo>
                  <a:lnTo>
                    <a:pt x="28037" y="37459"/>
                  </a:lnTo>
                  <a:lnTo>
                    <a:pt x="19260" y="37700"/>
                  </a:lnTo>
                  <a:lnTo>
                    <a:pt x="10912" y="34977"/>
                  </a:lnTo>
                  <a:lnTo>
                    <a:pt x="4507" y="29923"/>
                  </a:lnTo>
                  <a:lnTo>
                    <a:pt x="663" y="23247"/>
                  </a:lnTo>
                  <a:lnTo>
                    <a:pt x="0" y="15660"/>
                  </a:lnTo>
                  <a:lnTo>
                    <a:pt x="2792" y="8568"/>
                  </a:lnTo>
                  <a:lnTo>
                    <a:pt x="8375" y="3258"/>
                  </a:lnTo>
                  <a:lnTo>
                    <a:pt x="15952" y="234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44" name="Group 400"/>
          <p:cNvGrpSpPr/>
          <p:nvPr/>
        </p:nvGrpSpPr>
        <p:grpSpPr>
          <a:xfrm>
            <a:off x="1571040" y="3200760"/>
            <a:ext cx="50400" cy="37800"/>
            <a:chOff x="1571040" y="3200760"/>
            <a:chExt cx="50400" cy="37800"/>
          </a:xfrm>
        </p:grpSpPr>
        <p:sp>
          <p:nvSpPr>
            <p:cNvPr id="845" name="CustomShape 401"/>
            <p:cNvSpPr/>
            <p:nvPr/>
          </p:nvSpPr>
          <p:spPr>
            <a:xfrm>
              <a:off x="1571040" y="320076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7863" y="0"/>
                  </a:moveTo>
                  <a:lnTo>
                    <a:pt x="17866" y="58"/>
                  </a:lnTo>
                  <a:lnTo>
                    <a:pt x="9293" y="2938"/>
                  </a:lnTo>
                  <a:lnTo>
                    <a:pt x="3039" y="8149"/>
                  </a:lnTo>
                  <a:lnTo>
                    <a:pt x="0" y="15201"/>
                  </a:lnTo>
                  <a:lnTo>
                    <a:pt x="909" y="22827"/>
                  </a:lnTo>
                  <a:lnTo>
                    <a:pt x="5424" y="29600"/>
                  </a:lnTo>
                  <a:lnTo>
                    <a:pt x="12828" y="34797"/>
                  </a:lnTo>
                  <a:lnTo>
                    <a:pt x="22402" y="37693"/>
                  </a:lnTo>
                  <a:lnTo>
                    <a:pt x="32400" y="37634"/>
                  </a:lnTo>
                  <a:lnTo>
                    <a:pt x="40973" y="34755"/>
                  </a:lnTo>
                  <a:lnTo>
                    <a:pt x="47227" y="29544"/>
                  </a:lnTo>
                  <a:lnTo>
                    <a:pt x="50266" y="22491"/>
                  </a:lnTo>
                  <a:lnTo>
                    <a:pt x="49355" y="14866"/>
                  </a:lnTo>
                  <a:lnTo>
                    <a:pt x="44837" y="8093"/>
                  </a:lnTo>
                  <a:lnTo>
                    <a:pt x="37432" y="2896"/>
                  </a:lnTo>
                  <a:lnTo>
                    <a:pt x="27863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6" name="CustomShape 402"/>
            <p:cNvSpPr/>
            <p:nvPr/>
          </p:nvSpPr>
          <p:spPr>
            <a:xfrm>
              <a:off x="1571040" y="3200760"/>
              <a:ext cx="50400" cy="378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27870" y="0"/>
                  </a:moveTo>
                  <a:lnTo>
                    <a:pt x="37443" y="2899"/>
                  </a:lnTo>
                  <a:lnTo>
                    <a:pt x="44850" y="8100"/>
                  </a:lnTo>
                  <a:lnTo>
                    <a:pt x="49368" y="14875"/>
                  </a:lnTo>
                  <a:lnTo>
                    <a:pt x="50280" y="22500"/>
                  </a:lnTo>
                  <a:lnTo>
                    <a:pt x="47235" y="29550"/>
                  </a:lnTo>
                  <a:lnTo>
                    <a:pt x="40978" y="34761"/>
                  </a:lnTo>
                  <a:lnTo>
                    <a:pt x="32402" y="37641"/>
                  </a:lnTo>
                  <a:lnTo>
                    <a:pt x="22400" y="37700"/>
                  </a:lnTo>
                  <a:lnTo>
                    <a:pt x="12832" y="34800"/>
                  </a:lnTo>
                  <a:lnTo>
                    <a:pt x="5428" y="29600"/>
                  </a:lnTo>
                  <a:lnTo>
                    <a:pt x="911" y="22824"/>
                  </a:lnTo>
                  <a:lnTo>
                    <a:pt x="0" y="15200"/>
                  </a:lnTo>
                  <a:lnTo>
                    <a:pt x="3039" y="8149"/>
                  </a:lnTo>
                  <a:lnTo>
                    <a:pt x="9296" y="2938"/>
                  </a:lnTo>
                  <a:lnTo>
                    <a:pt x="17872" y="58"/>
                  </a:lnTo>
                  <a:lnTo>
                    <a:pt x="27870" y="0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47" name="Group 403"/>
          <p:cNvGrpSpPr/>
          <p:nvPr/>
        </p:nvGrpSpPr>
        <p:grpSpPr>
          <a:xfrm>
            <a:off x="1874160" y="4181760"/>
            <a:ext cx="43920" cy="37800"/>
            <a:chOff x="1874160" y="4181760"/>
            <a:chExt cx="43920" cy="37800"/>
          </a:xfrm>
        </p:grpSpPr>
        <p:sp>
          <p:nvSpPr>
            <p:cNvPr id="848" name="CustomShape 404"/>
            <p:cNvSpPr/>
            <p:nvPr/>
          </p:nvSpPr>
          <p:spPr>
            <a:xfrm>
              <a:off x="1874160" y="418176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26" y="0"/>
                  </a:moveTo>
                  <a:lnTo>
                    <a:pt x="15953" y="237"/>
                  </a:lnTo>
                  <a:lnTo>
                    <a:pt x="8377" y="3262"/>
                  </a:lnTo>
                  <a:lnTo>
                    <a:pt x="2793" y="8570"/>
                  </a:lnTo>
                  <a:lnTo>
                    <a:pt x="0" y="15659"/>
                  </a:lnTo>
                  <a:lnTo>
                    <a:pt x="663" y="23248"/>
                  </a:lnTo>
                  <a:lnTo>
                    <a:pt x="4508" y="29924"/>
                  </a:lnTo>
                  <a:lnTo>
                    <a:pt x="10915" y="34975"/>
                  </a:lnTo>
                  <a:lnTo>
                    <a:pt x="19265" y="37693"/>
                  </a:lnTo>
                  <a:lnTo>
                    <a:pt x="28039" y="37456"/>
                  </a:lnTo>
                  <a:lnTo>
                    <a:pt x="35615" y="34431"/>
                  </a:lnTo>
                  <a:lnTo>
                    <a:pt x="41198" y="29122"/>
                  </a:lnTo>
                  <a:lnTo>
                    <a:pt x="43992" y="22034"/>
                  </a:lnTo>
                  <a:lnTo>
                    <a:pt x="43329" y="14444"/>
                  </a:lnTo>
                  <a:lnTo>
                    <a:pt x="39484" y="7769"/>
                  </a:lnTo>
                  <a:lnTo>
                    <a:pt x="33077" y="2717"/>
                  </a:lnTo>
                  <a:lnTo>
                    <a:pt x="24726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9" name="CustomShape 405"/>
            <p:cNvSpPr/>
            <p:nvPr/>
          </p:nvSpPr>
          <p:spPr>
            <a:xfrm>
              <a:off x="1874160" y="4181760"/>
              <a:ext cx="43920" cy="378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4730" y="0"/>
                  </a:moveTo>
                  <a:lnTo>
                    <a:pt x="33077" y="2726"/>
                  </a:lnTo>
                  <a:lnTo>
                    <a:pt x="39482" y="7781"/>
                  </a:lnTo>
                  <a:lnTo>
                    <a:pt x="43326" y="14457"/>
                  </a:lnTo>
                  <a:lnTo>
                    <a:pt x="43990" y="22050"/>
                  </a:lnTo>
                  <a:lnTo>
                    <a:pt x="41197" y="29136"/>
                  </a:lnTo>
                  <a:lnTo>
                    <a:pt x="35615" y="34443"/>
                  </a:lnTo>
                  <a:lnTo>
                    <a:pt x="28037" y="37469"/>
                  </a:lnTo>
                  <a:lnTo>
                    <a:pt x="19260" y="37710"/>
                  </a:lnTo>
                  <a:lnTo>
                    <a:pt x="10912" y="34987"/>
                  </a:lnTo>
                  <a:lnTo>
                    <a:pt x="4507" y="29932"/>
                  </a:lnTo>
                  <a:lnTo>
                    <a:pt x="663" y="23253"/>
                  </a:lnTo>
                  <a:lnTo>
                    <a:pt x="0" y="15660"/>
                  </a:lnTo>
                  <a:lnTo>
                    <a:pt x="2792" y="8573"/>
                  </a:lnTo>
                  <a:lnTo>
                    <a:pt x="8375" y="3266"/>
                  </a:lnTo>
                  <a:lnTo>
                    <a:pt x="15952" y="240"/>
                  </a:lnTo>
                  <a:lnTo>
                    <a:pt x="24730" y="0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50" name="Group 406"/>
          <p:cNvGrpSpPr/>
          <p:nvPr/>
        </p:nvGrpSpPr>
        <p:grpSpPr>
          <a:xfrm>
            <a:off x="2529720" y="4224600"/>
            <a:ext cx="133920" cy="59760"/>
            <a:chOff x="2529720" y="4224600"/>
            <a:chExt cx="133920" cy="59760"/>
          </a:xfrm>
        </p:grpSpPr>
        <p:sp>
          <p:nvSpPr>
            <p:cNvPr id="851" name="CustomShape 407"/>
            <p:cNvSpPr/>
            <p:nvPr/>
          </p:nvSpPr>
          <p:spPr>
            <a:xfrm>
              <a:off x="2529720" y="4224600"/>
              <a:ext cx="43920" cy="4392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25184" y="0"/>
                  </a:moveTo>
                  <a:lnTo>
                    <a:pt x="16375" y="484"/>
                  </a:lnTo>
                  <a:lnTo>
                    <a:pt x="8701" y="4184"/>
                  </a:lnTo>
                  <a:lnTo>
                    <a:pt x="2972" y="10494"/>
                  </a:lnTo>
                  <a:lnTo>
                    <a:pt x="0" y="18808"/>
                  </a:lnTo>
                  <a:lnTo>
                    <a:pt x="484" y="27617"/>
                  </a:lnTo>
                  <a:lnTo>
                    <a:pt x="4184" y="35291"/>
                  </a:lnTo>
                  <a:lnTo>
                    <a:pt x="10494" y="41020"/>
                  </a:lnTo>
                  <a:lnTo>
                    <a:pt x="18808" y="43992"/>
                  </a:lnTo>
                  <a:lnTo>
                    <a:pt x="27617" y="43507"/>
                  </a:lnTo>
                  <a:lnTo>
                    <a:pt x="35291" y="39808"/>
                  </a:lnTo>
                  <a:lnTo>
                    <a:pt x="41020" y="33498"/>
                  </a:lnTo>
                  <a:lnTo>
                    <a:pt x="43992" y="25184"/>
                  </a:lnTo>
                  <a:lnTo>
                    <a:pt x="43507" y="16375"/>
                  </a:lnTo>
                  <a:lnTo>
                    <a:pt x="39808" y="8701"/>
                  </a:lnTo>
                  <a:lnTo>
                    <a:pt x="33498" y="2972"/>
                  </a:lnTo>
                  <a:lnTo>
                    <a:pt x="25184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2" name="CustomShape 408"/>
            <p:cNvSpPr/>
            <p:nvPr/>
          </p:nvSpPr>
          <p:spPr>
            <a:xfrm>
              <a:off x="2529720" y="4224600"/>
              <a:ext cx="43920" cy="4392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25180" y="0"/>
                  </a:moveTo>
                  <a:lnTo>
                    <a:pt x="33492" y="2969"/>
                  </a:lnTo>
                  <a:lnTo>
                    <a:pt x="39801" y="8697"/>
                  </a:lnTo>
                  <a:lnTo>
                    <a:pt x="43502" y="16371"/>
                  </a:lnTo>
                  <a:lnTo>
                    <a:pt x="43990" y="25180"/>
                  </a:lnTo>
                  <a:lnTo>
                    <a:pt x="41015" y="33492"/>
                  </a:lnTo>
                  <a:lnTo>
                    <a:pt x="35287" y="39801"/>
                  </a:lnTo>
                  <a:lnTo>
                    <a:pt x="27612" y="43502"/>
                  </a:lnTo>
                  <a:lnTo>
                    <a:pt x="18800" y="43990"/>
                  </a:lnTo>
                  <a:lnTo>
                    <a:pt x="10489" y="41015"/>
                  </a:lnTo>
                  <a:lnTo>
                    <a:pt x="4183" y="35287"/>
                  </a:lnTo>
                  <a:lnTo>
                    <a:pt x="486" y="27612"/>
                  </a:lnTo>
                  <a:lnTo>
                    <a:pt x="0" y="18800"/>
                  </a:lnTo>
                  <a:lnTo>
                    <a:pt x="2969" y="10489"/>
                  </a:lnTo>
                  <a:lnTo>
                    <a:pt x="8697" y="4183"/>
                  </a:lnTo>
                  <a:lnTo>
                    <a:pt x="16371" y="486"/>
                  </a:lnTo>
                  <a:lnTo>
                    <a:pt x="25180" y="0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3" name="CustomShape 409"/>
            <p:cNvSpPr/>
            <p:nvPr/>
          </p:nvSpPr>
          <p:spPr>
            <a:xfrm>
              <a:off x="2613960" y="424656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4" h="38100">
                  <a:moveTo>
                    <a:pt x="31543" y="0"/>
                  </a:moveTo>
                  <a:lnTo>
                    <a:pt x="0" y="23613"/>
                  </a:lnTo>
                  <a:lnTo>
                    <a:pt x="3297" y="30550"/>
                  </a:lnTo>
                  <a:lnTo>
                    <a:pt x="9742" y="35527"/>
                  </a:lnTo>
                  <a:lnTo>
                    <a:pt x="18418" y="38088"/>
                  </a:lnTo>
                  <a:lnTo>
                    <a:pt x="28409" y="37774"/>
                  </a:lnTo>
                  <a:lnTo>
                    <a:pt x="37867" y="34522"/>
                  </a:lnTo>
                  <a:lnTo>
                    <a:pt x="45072" y="29055"/>
                  </a:lnTo>
                  <a:lnTo>
                    <a:pt x="49333" y="22122"/>
                  </a:lnTo>
                  <a:lnTo>
                    <a:pt x="49961" y="14469"/>
                  </a:lnTo>
                  <a:lnTo>
                    <a:pt x="46663" y="7535"/>
                  </a:lnTo>
                  <a:lnTo>
                    <a:pt x="40219" y="2560"/>
                  </a:lnTo>
                  <a:lnTo>
                    <a:pt x="31543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4" name="CustomShape 410"/>
            <p:cNvSpPr/>
            <p:nvPr/>
          </p:nvSpPr>
          <p:spPr>
            <a:xfrm>
              <a:off x="2613960" y="424656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4" h="38100">
                  <a:moveTo>
                    <a:pt x="21550" y="304"/>
                  </a:moveTo>
                  <a:lnTo>
                    <a:pt x="31545" y="0"/>
                  </a:lnTo>
                  <a:lnTo>
                    <a:pt x="40222" y="2563"/>
                  </a:lnTo>
                  <a:lnTo>
                    <a:pt x="46668" y="7539"/>
                  </a:lnTo>
                  <a:lnTo>
                    <a:pt x="49970" y="14474"/>
                  </a:lnTo>
                  <a:lnTo>
                    <a:pt x="49340" y="22123"/>
                  </a:lnTo>
                  <a:lnTo>
                    <a:pt x="45078" y="29058"/>
                  </a:lnTo>
                  <a:lnTo>
                    <a:pt x="37874" y="34529"/>
                  </a:lnTo>
                  <a:lnTo>
                    <a:pt x="28420" y="37784"/>
                  </a:lnTo>
                  <a:lnTo>
                    <a:pt x="18424" y="38094"/>
                  </a:lnTo>
                  <a:lnTo>
                    <a:pt x="9747" y="35534"/>
                  </a:lnTo>
                  <a:lnTo>
                    <a:pt x="3301" y="30559"/>
                  </a:lnTo>
                  <a:lnTo>
                    <a:pt x="0" y="23624"/>
                  </a:lnTo>
                  <a:lnTo>
                    <a:pt x="625" y="15970"/>
                  </a:lnTo>
                  <a:lnTo>
                    <a:pt x="4887" y="9032"/>
                  </a:lnTo>
                  <a:lnTo>
                    <a:pt x="12093" y="3560"/>
                  </a:lnTo>
                  <a:lnTo>
                    <a:pt x="21550" y="304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55" name="Group 411"/>
          <p:cNvGrpSpPr/>
          <p:nvPr/>
        </p:nvGrpSpPr>
        <p:grpSpPr>
          <a:xfrm>
            <a:off x="2279160" y="4581720"/>
            <a:ext cx="43560" cy="37800"/>
            <a:chOff x="2279160" y="4581720"/>
            <a:chExt cx="43560" cy="37800"/>
          </a:xfrm>
        </p:grpSpPr>
        <p:sp>
          <p:nvSpPr>
            <p:cNvPr id="856" name="CustomShape 412"/>
            <p:cNvSpPr/>
            <p:nvPr/>
          </p:nvSpPr>
          <p:spPr>
            <a:xfrm>
              <a:off x="2279160" y="458172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27202" y="0"/>
                  </a:moveTo>
                  <a:lnTo>
                    <a:pt x="0" y="22824"/>
                  </a:lnTo>
                  <a:lnTo>
                    <a:pt x="3052" y="29805"/>
                  </a:lnTo>
                  <a:lnTo>
                    <a:pt x="8828" y="34905"/>
                  </a:lnTo>
                  <a:lnTo>
                    <a:pt x="16510" y="37647"/>
                  </a:lnTo>
                  <a:lnTo>
                    <a:pt x="25285" y="37556"/>
                  </a:lnTo>
                  <a:lnTo>
                    <a:pt x="33528" y="34527"/>
                  </a:lnTo>
                  <a:lnTo>
                    <a:pt x="39743" y="29242"/>
                  </a:lnTo>
                  <a:lnTo>
                    <a:pt x="43336" y="22431"/>
                  </a:lnTo>
                  <a:lnTo>
                    <a:pt x="43713" y="14823"/>
                  </a:lnTo>
                  <a:lnTo>
                    <a:pt x="40660" y="7842"/>
                  </a:lnTo>
                  <a:lnTo>
                    <a:pt x="34885" y="2742"/>
                  </a:lnTo>
                  <a:lnTo>
                    <a:pt x="27202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7" name="CustomShape 413"/>
            <p:cNvSpPr/>
            <p:nvPr/>
          </p:nvSpPr>
          <p:spPr>
            <a:xfrm>
              <a:off x="2279160" y="458172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18420" y="90"/>
                  </a:moveTo>
                  <a:lnTo>
                    <a:pt x="27202" y="0"/>
                  </a:lnTo>
                  <a:lnTo>
                    <a:pt x="34887" y="2741"/>
                  </a:lnTo>
                  <a:lnTo>
                    <a:pt x="40664" y="7840"/>
                  </a:lnTo>
                  <a:lnTo>
                    <a:pt x="43720" y="14820"/>
                  </a:lnTo>
                  <a:lnTo>
                    <a:pt x="43335" y="22429"/>
                  </a:lnTo>
                  <a:lnTo>
                    <a:pt x="39740" y="29242"/>
                  </a:lnTo>
                  <a:lnTo>
                    <a:pt x="33527" y="34530"/>
                  </a:lnTo>
                  <a:lnTo>
                    <a:pt x="25290" y="37560"/>
                  </a:lnTo>
                  <a:lnTo>
                    <a:pt x="16512" y="37646"/>
                  </a:lnTo>
                  <a:lnTo>
                    <a:pt x="8827" y="34905"/>
                  </a:lnTo>
                  <a:lnTo>
                    <a:pt x="3051" y="29809"/>
                  </a:lnTo>
                  <a:lnTo>
                    <a:pt x="0" y="22830"/>
                  </a:lnTo>
                  <a:lnTo>
                    <a:pt x="379" y="15221"/>
                  </a:lnTo>
                  <a:lnTo>
                    <a:pt x="3971" y="8407"/>
                  </a:lnTo>
                  <a:lnTo>
                    <a:pt x="10182" y="3120"/>
                  </a:lnTo>
                  <a:lnTo>
                    <a:pt x="18420" y="90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58" name="Group 414"/>
          <p:cNvGrpSpPr/>
          <p:nvPr/>
        </p:nvGrpSpPr>
        <p:grpSpPr>
          <a:xfrm>
            <a:off x="1623240" y="4235760"/>
            <a:ext cx="43560" cy="43560"/>
            <a:chOff x="1623240" y="4235760"/>
            <a:chExt cx="43560" cy="43560"/>
          </a:xfrm>
        </p:grpSpPr>
        <p:sp>
          <p:nvSpPr>
            <p:cNvPr id="859" name="CustomShape 415"/>
            <p:cNvSpPr/>
            <p:nvPr/>
          </p:nvSpPr>
          <p:spPr>
            <a:xfrm>
              <a:off x="1623240" y="4235760"/>
              <a:ext cx="43560" cy="43560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17856" y="0"/>
                  </a:moveTo>
                  <a:lnTo>
                    <a:pt x="9658" y="3275"/>
                  </a:lnTo>
                  <a:lnTo>
                    <a:pt x="3565" y="9232"/>
                  </a:lnTo>
                  <a:lnTo>
                    <a:pt x="153" y="17037"/>
                  </a:lnTo>
                  <a:lnTo>
                    <a:pt x="0" y="25857"/>
                  </a:lnTo>
                  <a:lnTo>
                    <a:pt x="3275" y="34055"/>
                  </a:lnTo>
                  <a:lnTo>
                    <a:pt x="9232" y="40147"/>
                  </a:lnTo>
                  <a:lnTo>
                    <a:pt x="17037" y="43559"/>
                  </a:lnTo>
                  <a:lnTo>
                    <a:pt x="25857" y="43713"/>
                  </a:lnTo>
                  <a:lnTo>
                    <a:pt x="34055" y="40437"/>
                  </a:lnTo>
                  <a:lnTo>
                    <a:pt x="40147" y="34480"/>
                  </a:lnTo>
                  <a:lnTo>
                    <a:pt x="43559" y="26675"/>
                  </a:lnTo>
                  <a:lnTo>
                    <a:pt x="43713" y="17856"/>
                  </a:lnTo>
                  <a:lnTo>
                    <a:pt x="40437" y="9660"/>
                  </a:lnTo>
                  <a:lnTo>
                    <a:pt x="34480" y="3570"/>
                  </a:lnTo>
                  <a:lnTo>
                    <a:pt x="26675" y="159"/>
                  </a:lnTo>
                  <a:lnTo>
                    <a:pt x="17856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60" name="CustomShape 416"/>
            <p:cNvSpPr/>
            <p:nvPr/>
          </p:nvSpPr>
          <p:spPr>
            <a:xfrm>
              <a:off x="1623240" y="4235760"/>
              <a:ext cx="43560" cy="43560"/>
            </a:xfrm>
            <a:custGeom>
              <a:avLst/>
              <a:gdLst/>
              <a:ahLst/>
              <a:cxnLst/>
              <a:rect l="l" t="t" r="r" b="b"/>
              <a:pathLst>
                <a:path w="43814" h="43814">
                  <a:moveTo>
                    <a:pt x="17860" y="0"/>
                  </a:moveTo>
                  <a:lnTo>
                    <a:pt x="26681" y="160"/>
                  </a:lnTo>
                  <a:lnTo>
                    <a:pt x="34487" y="3575"/>
                  </a:lnTo>
                  <a:lnTo>
                    <a:pt x="40444" y="9666"/>
                  </a:lnTo>
                  <a:lnTo>
                    <a:pt x="43720" y="17860"/>
                  </a:lnTo>
                  <a:lnTo>
                    <a:pt x="43560" y="26682"/>
                  </a:lnTo>
                  <a:lnTo>
                    <a:pt x="40148" y="34488"/>
                  </a:lnTo>
                  <a:lnTo>
                    <a:pt x="34057" y="40448"/>
                  </a:lnTo>
                  <a:lnTo>
                    <a:pt x="25860" y="43730"/>
                  </a:lnTo>
                  <a:lnTo>
                    <a:pt x="17038" y="43569"/>
                  </a:lnTo>
                  <a:lnTo>
                    <a:pt x="9232" y="40155"/>
                  </a:lnTo>
                  <a:lnTo>
                    <a:pt x="3275" y="34063"/>
                  </a:lnTo>
                  <a:lnTo>
                    <a:pt x="0" y="25870"/>
                  </a:lnTo>
                  <a:lnTo>
                    <a:pt x="159" y="17047"/>
                  </a:lnTo>
                  <a:lnTo>
                    <a:pt x="3571" y="9241"/>
                  </a:lnTo>
                  <a:lnTo>
                    <a:pt x="9662" y="3281"/>
                  </a:lnTo>
                  <a:lnTo>
                    <a:pt x="17860" y="0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61" name="Group 417"/>
          <p:cNvGrpSpPr/>
          <p:nvPr/>
        </p:nvGrpSpPr>
        <p:grpSpPr>
          <a:xfrm>
            <a:off x="1872720" y="3387960"/>
            <a:ext cx="43560" cy="37800"/>
            <a:chOff x="1872720" y="3387960"/>
            <a:chExt cx="43560" cy="37800"/>
          </a:xfrm>
        </p:grpSpPr>
        <p:sp>
          <p:nvSpPr>
            <p:cNvPr id="862" name="CustomShape 418"/>
            <p:cNvSpPr/>
            <p:nvPr/>
          </p:nvSpPr>
          <p:spPr>
            <a:xfrm>
              <a:off x="1872720" y="338796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27202" y="0"/>
                  </a:moveTo>
                  <a:lnTo>
                    <a:pt x="0" y="22824"/>
                  </a:lnTo>
                  <a:lnTo>
                    <a:pt x="3052" y="29805"/>
                  </a:lnTo>
                  <a:lnTo>
                    <a:pt x="8828" y="34905"/>
                  </a:lnTo>
                  <a:lnTo>
                    <a:pt x="16510" y="37647"/>
                  </a:lnTo>
                  <a:lnTo>
                    <a:pt x="25285" y="37556"/>
                  </a:lnTo>
                  <a:lnTo>
                    <a:pt x="33528" y="34527"/>
                  </a:lnTo>
                  <a:lnTo>
                    <a:pt x="39743" y="29242"/>
                  </a:lnTo>
                  <a:lnTo>
                    <a:pt x="43336" y="22431"/>
                  </a:lnTo>
                  <a:lnTo>
                    <a:pt x="43713" y="14823"/>
                  </a:lnTo>
                  <a:lnTo>
                    <a:pt x="40660" y="7842"/>
                  </a:lnTo>
                  <a:lnTo>
                    <a:pt x="34885" y="2742"/>
                  </a:lnTo>
                  <a:lnTo>
                    <a:pt x="27202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63" name="CustomShape 419"/>
            <p:cNvSpPr/>
            <p:nvPr/>
          </p:nvSpPr>
          <p:spPr>
            <a:xfrm>
              <a:off x="1872720" y="3387960"/>
              <a:ext cx="43560" cy="378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18420" y="90"/>
                  </a:moveTo>
                  <a:lnTo>
                    <a:pt x="27202" y="0"/>
                  </a:lnTo>
                  <a:lnTo>
                    <a:pt x="34887" y="2741"/>
                  </a:lnTo>
                  <a:lnTo>
                    <a:pt x="40664" y="7840"/>
                  </a:lnTo>
                  <a:lnTo>
                    <a:pt x="43720" y="14820"/>
                  </a:lnTo>
                  <a:lnTo>
                    <a:pt x="43335" y="22429"/>
                  </a:lnTo>
                  <a:lnTo>
                    <a:pt x="39740" y="29242"/>
                  </a:lnTo>
                  <a:lnTo>
                    <a:pt x="33527" y="34530"/>
                  </a:lnTo>
                  <a:lnTo>
                    <a:pt x="25290" y="37560"/>
                  </a:lnTo>
                  <a:lnTo>
                    <a:pt x="16512" y="37646"/>
                  </a:lnTo>
                  <a:lnTo>
                    <a:pt x="8827" y="34905"/>
                  </a:lnTo>
                  <a:lnTo>
                    <a:pt x="3051" y="29809"/>
                  </a:lnTo>
                  <a:lnTo>
                    <a:pt x="0" y="22830"/>
                  </a:lnTo>
                  <a:lnTo>
                    <a:pt x="379" y="15221"/>
                  </a:lnTo>
                  <a:lnTo>
                    <a:pt x="3971" y="8407"/>
                  </a:lnTo>
                  <a:lnTo>
                    <a:pt x="10182" y="3120"/>
                  </a:lnTo>
                  <a:lnTo>
                    <a:pt x="18420" y="90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64" name="Group 420"/>
          <p:cNvGrpSpPr/>
          <p:nvPr/>
        </p:nvGrpSpPr>
        <p:grpSpPr>
          <a:xfrm>
            <a:off x="2169360" y="4076640"/>
            <a:ext cx="49680" cy="37800"/>
            <a:chOff x="2169360" y="4076640"/>
            <a:chExt cx="49680" cy="37800"/>
          </a:xfrm>
        </p:grpSpPr>
        <p:sp>
          <p:nvSpPr>
            <p:cNvPr id="865" name="CustomShape 421"/>
            <p:cNvSpPr/>
            <p:nvPr/>
          </p:nvSpPr>
          <p:spPr>
            <a:xfrm>
              <a:off x="2169360" y="407664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4" h="38100">
                  <a:moveTo>
                    <a:pt x="31543" y="0"/>
                  </a:moveTo>
                  <a:lnTo>
                    <a:pt x="0" y="23613"/>
                  </a:lnTo>
                  <a:lnTo>
                    <a:pt x="3297" y="30550"/>
                  </a:lnTo>
                  <a:lnTo>
                    <a:pt x="9742" y="35527"/>
                  </a:lnTo>
                  <a:lnTo>
                    <a:pt x="18418" y="38088"/>
                  </a:lnTo>
                  <a:lnTo>
                    <a:pt x="28409" y="37774"/>
                  </a:lnTo>
                  <a:lnTo>
                    <a:pt x="37867" y="34520"/>
                  </a:lnTo>
                  <a:lnTo>
                    <a:pt x="45072" y="29050"/>
                  </a:lnTo>
                  <a:lnTo>
                    <a:pt x="49333" y="22116"/>
                  </a:lnTo>
                  <a:lnTo>
                    <a:pt x="49961" y="14469"/>
                  </a:lnTo>
                  <a:lnTo>
                    <a:pt x="46663" y="7535"/>
                  </a:lnTo>
                  <a:lnTo>
                    <a:pt x="40219" y="2560"/>
                  </a:lnTo>
                  <a:lnTo>
                    <a:pt x="31543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66" name="CustomShape 422"/>
            <p:cNvSpPr/>
            <p:nvPr/>
          </p:nvSpPr>
          <p:spPr>
            <a:xfrm>
              <a:off x="2169360" y="407664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4" h="38100">
                  <a:moveTo>
                    <a:pt x="21550" y="310"/>
                  </a:moveTo>
                  <a:lnTo>
                    <a:pt x="31545" y="0"/>
                  </a:lnTo>
                  <a:lnTo>
                    <a:pt x="40222" y="2560"/>
                  </a:lnTo>
                  <a:lnTo>
                    <a:pt x="46668" y="7535"/>
                  </a:lnTo>
                  <a:lnTo>
                    <a:pt x="49970" y="14470"/>
                  </a:lnTo>
                  <a:lnTo>
                    <a:pt x="49340" y="22124"/>
                  </a:lnTo>
                  <a:lnTo>
                    <a:pt x="45078" y="29062"/>
                  </a:lnTo>
                  <a:lnTo>
                    <a:pt x="37874" y="34534"/>
                  </a:lnTo>
                  <a:lnTo>
                    <a:pt x="28420" y="37790"/>
                  </a:lnTo>
                  <a:lnTo>
                    <a:pt x="18424" y="38100"/>
                  </a:lnTo>
                  <a:lnTo>
                    <a:pt x="9747" y="35540"/>
                  </a:lnTo>
                  <a:lnTo>
                    <a:pt x="3301" y="30565"/>
                  </a:lnTo>
                  <a:lnTo>
                    <a:pt x="0" y="23630"/>
                  </a:lnTo>
                  <a:lnTo>
                    <a:pt x="625" y="15975"/>
                  </a:lnTo>
                  <a:lnTo>
                    <a:pt x="4887" y="9037"/>
                  </a:lnTo>
                  <a:lnTo>
                    <a:pt x="12093" y="3565"/>
                  </a:lnTo>
                  <a:lnTo>
                    <a:pt x="21550" y="310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67" name="Group 423"/>
          <p:cNvGrpSpPr/>
          <p:nvPr/>
        </p:nvGrpSpPr>
        <p:grpSpPr>
          <a:xfrm>
            <a:off x="2601360" y="3633840"/>
            <a:ext cx="49680" cy="37800"/>
            <a:chOff x="2601360" y="3633840"/>
            <a:chExt cx="49680" cy="37800"/>
          </a:xfrm>
        </p:grpSpPr>
        <p:sp>
          <p:nvSpPr>
            <p:cNvPr id="868" name="CustomShape 424"/>
            <p:cNvSpPr/>
            <p:nvPr/>
          </p:nvSpPr>
          <p:spPr>
            <a:xfrm>
              <a:off x="2601360" y="363384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4" h="38100">
                  <a:moveTo>
                    <a:pt x="31543" y="0"/>
                  </a:moveTo>
                  <a:lnTo>
                    <a:pt x="0" y="23619"/>
                  </a:lnTo>
                  <a:lnTo>
                    <a:pt x="3297" y="30555"/>
                  </a:lnTo>
                  <a:lnTo>
                    <a:pt x="9742" y="35534"/>
                  </a:lnTo>
                  <a:lnTo>
                    <a:pt x="18418" y="38099"/>
                  </a:lnTo>
                  <a:lnTo>
                    <a:pt x="28409" y="37792"/>
                  </a:lnTo>
                  <a:lnTo>
                    <a:pt x="37869" y="34532"/>
                  </a:lnTo>
                  <a:lnTo>
                    <a:pt x="45077" y="29062"/>
                  </a:lnTo>
                  <a:lnTo>
                    <a:pt x="49339" y="22127"/>
                  </a:lnTo>
                  <a:lnTo>
                    <a:pt x="49961" y="14475"/>
                  </a:lnTo>
                  <a:lnTo>
                    <a:pt x="46663" y="7538"/>
                  </a:lnTo>
                  <a:lnTo>
                    <a:pt x="40219" y="2560"/>
                  </a:lnTo>
                  <a:lnTo>
                    <a:pt x="31543" y="0"/>
                  </a:lnTo>
                  <a:close/>
                </a:path>
              </a:pathLst>
            </a:custGeom>
            <a:solidFill>
              <a:srgbClr val="AB30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69" name="CustomShape 425"/>
            <p:cNvSpPr/>
            <p:nvPr/>
          </p:nvSpPr>
          <p:spPr>
            <a:xfrm>
              <a:off x="2601360" y="3633840"/>
              <a:ext cx="49680" cy="37800"/>
            </a:xfrm>
            <a:custGeom>
              <a:avLst/>
              <a:gdLst/>
              <a:ahLst/>
              <a:cxnLst/>
              <a:rect l="l" t="t" r="r" b="b"/>
              <a:pathLst>
                <a:path w="50164" h="38100">
                  <a:moveTo>
                    <a:pt x="21550" y="310"/>
                  </a:moveTo>
                  <a:lnTo>
                    <a:pt x="31545" y="0"/>
                  </a:lnTo>
                  <a:lnTo>
                    <a:pt x="40222" y="2560"/>
                  </a:lnTo>
                  <a:lnTo>
                    <a:pt x="46668" y="7535"/>
                  </a:lnTo>
                  <a:lnTo>
                    <a:pt x="49970" y="14470"/>
                  </a:lnTo>
                  <a:lnTo>
                    <a:pt x="49340" y="22124"/>
                  </a:lnTo>
                  <a:lnTo>
                    <a:pt x="45078" y="29062"/>
                  </a:lnTo>
                  <a:lnTo>
                    <a:pt x="37874" y="34534"/>
                  </a:lnTo>
                  <a:lnTo>
                    <a:pt x="28420" y="37790"/>
                  </a:lnTo>
                  <a:lnTo>
                    <a:pt x="18424" y="38094"/>
                  </a:lnTo>
                  <a:lnTo>
                    <a:pt x="9747" y="35531"/>
                  </a:lnTo>
                  <a:lnTo>
                    <a:pt x="3301" y="30555"/>
                  </a:lnTo>
                  <a:lnTo>
                    <a:pt x="0" y="23620"/>
                  </a:lnTo>
                  <a:lnTo>
                    <a:pt x="625" y="15971"/>
                  </a:lnTo>
                  <a:lnTo>
                    <a:pt x="4887" y="9036"/>
                  </a:lnTo>
                  <a:lnTo>
                    <a:pt x="12093" y="3565"/>
                  </a:lnTo>
                  <a:lnTo>
                    <a:pt x="21550" y="310"/>
                  </a:lnTo>
                  <a:close/>
                </a:path>
              </a:pathLst>
            </a:custGeom>
            <a:noFill/>
            <a:ln w="9360">
              <a:solidFill>
                <a:srgbClr val="AB30D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70" name="Group 426"/>
          <p:cNvGrpSpPr/>
          <p:nvPr/>
        </p:nvGrpSpPr>
        <p:grpSpPr>
          <a:xfrm>
            <a:off x="1302840" y="3519720"/>
            <a:ext cx="49680" cy="43920"/>
            <a:chOff x="1302840" y="3519720"/>
            <a:chExt cx="49680" cy="43920"/>
          </a:xfrm>
        </p:grpSpPr>
        <p:sp>
          <p:nvSpPr>
            <p:cNvPr id="871" name="CustomShape 427"/>
            <p:cNvSpPr/>
            <p:nvPr/>
          </p:nvSpPr>
          <p:spPr>
            <a:xfrm>
              <a:off x="1302840" y="351972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5" h="44450">
                  <a:moveTo>
                    <a:pt x="31016" y="0"/>
                  </a:moveTo>
                  <a:lnTo>
                    <a:pt x="0" y="26492"/>
                  </a:lnTo>
                  <a:lnTo>
                    <a:pt x="3521" y="34644"/>
                  </a:lnTo>
                  <a:lnTo>
                    <a:pt x="10147" y="40611"/>
                  </a:lnTo>
                  <a:lnTo>
                    <a:pt x="18945" y="43841"/>
                  </a:lnTo>
                  <a:lnTo>
                    <a:pt x="28981" y="43777"/>
                  </a:lnTo>
                  <a:lnTo>
                    <a:pt x="38394" y="40278"/>
                  </a:lnTo>
                  <a:lnTo>
                    <a:pt x="45477" y="34139"/>
                  </a:lnTo>
                  <a:lnTo>
                    <a:pt x="49557" y="26212"/>
                  </a:lnTo>
                  <a:lnTo>
                    <a:pt x="49961" y="17348"/>
                  </a:lnTo>
                  <a:lnTo>
                    <a:pt x="46440" y="9197"/>
                  </a:lnTo>
                  <a:lnTo>
                    <a:pt x="39814" y="3229"/>
                  </a:lnTo>
                  <a:lnTo>
                    <a:pt x="31016" y="0"/>
                  </a:lnTo>
                  <a:close/>
                </a:path>
              </a:pathLst>
            </a:custGeom>
            <a:solidFill>
              <a:srgbClr val="008F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72" name="CustomShape 428"/>
            <p:cNvSpPr/>
            <p:nvPr/>
          </p:nvSpPr>
          <p:spPr>
            <a:xfrm>
              <a:off x="1302840" y="3519720"/>
              <a:ext cx="49680" cy="43920"/>
            </a:xfrm>
            <a:custGeom>
              <a:avLst/>
              <a:gdLst/>
              <a:ahLst/>
              <a:cxnLst/>
              <a:rect l="l" t="t" r="r" b="b"/>
              <a:pathLst>
                <a:path w="50165" h="44450">
                  <a:moveTo>
                    <a:pt x="20970" y="64"/>
                  </a:moveTo>
                  <a:lnTo>
                    <a:pt x="31010" y="0"/>
                  </a:lnTo>
                  <a:lnTo>
                    <a:pt x="39811" y="3230"/>
                  </a:lnTo>
                  <a:lnTo>
                    <a:pt x="46438" y="9200"/>
                  </a:lnTo>
                  <a:lnTo>
                    <a:pt x="49960" y="17354"/>
                  </a:lnTo>
                  <a:lnTo>
                    <a:pt x="49559" y="26221"/>
                  </a:lnTo>
                  <a:lnTo>
                    <a:pt x="45478" y="34150"/>
                  </a:lnTo>
                  <a:lnTo>
                    <a:pt x="38396" y="40289"/>
                  </a:lnTo>
                  <a:lnTo>
                    <a:pt x="28990" y="43784"/>
                  </a:lnTo>
                  <a:lnTo>
                    <a:pt x="18949" y="43849"/>
                  </a:lnTo>
                  <a:lnTo>
                    <a:pt x="10148" y="40619"/>
                  </a:lnTo>
                  <a:lnTo>
                    <a:pt x="3521" y="34652"/>
                  </a:lnTo>
                  <a:lnTo>
                    <a:pt x="0" y="26504"/>
                  </a:lnTo>
                  <a:lnTo>
                    <a:pt x="400" y="17637"/>
                  </a:lnTo>
                  <a:lnTo>
                    <a:pt x="4481" y="9707"/>
                  </a:lnTo>
                  <a:lnTo>
                    <a:pt x="11563" y="3565"/>
                  </a:lnTo>
                  <a:lnTo>
                    <a:pt x="20970" y="64"/>
                  </a:lnTo>
                  <a:close/>
                </a:path>
              </a:pathLst>
            </a:custGeom>
            <a:noFill/>
            <a:ln w="9360">
              <a:solidFill>
                <a:srgbClr val="008F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873" name="CustomShape 429"/>
          <p:cNvSpPr/>
          <p:nvPr/>
        </p:nvSpPr>
        <p:spPr>
          <a:xfrm>
            <a:off x="6096600" y="3956040"/>
            <a:ext cx="164880" cy="16488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4" name="CustomShape 430"/>
          <p:cNvSpPr/>
          <p:nvPr/>
        </p:nvSpPr>
        <p:spPr>
          <a:xfrm>
            <a:off x="1076400" y="4833720"/>
            <a:ext cx="2448360" cy="560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840" rIns="0" bIns="0">
            <a:spAutoFit/>
          </a:bodyPr>
          <a:lstStyle/>
          <a:p>
            <a:pPr marL="12600">
              <a:lnSpc>
                <a:spcPct val="101000"/>
              </a:lnSpc>
              <a:spcBef>
                <a:spcPts val="54"/>
              </a:spcBef>
            </a:pPr>
            <a:r>
              <a:rPr lang="en-US" sz="1800" b="0" strike="noStrike" spc="-12">
                <a:latin typeface="Arial"/>
              </a:rPr>
              <a:t>Would </a:t>
            </a:r>
            <a:r>
              <a:rPr lang="en-US" sz="1800" b="0" strike="noStrike" spc="-1">
                <a:latin typeface="Arial"/>
              </a:rPr>
              <a:t>be </a:t>
            </a:r>
            <a:r>
              <a:rPr lang="en-US" sz="1800" b="0" strike="noStrike" spc="-7">
                <a:latin typeface="Arial"/>
              </a:rPr>
              <a:t>better to</a:t>
            </a:r>
            <a:r>
              <a:rPr lang="en-US" sz="1800" b="0" strike="noStrike" spc="-52">
                <a:latin typeface="Arial"/>
              </a:rPr>
              <a:t> </a:t>
            </a:r>
            <a:r>
              <a:rPr lang="en-US" sz="1800" b="0" strike="noStrike" spc="-1">
                <a:latin typeface="Arial"/>
              </a:rPr>
              <a:t>have  one </a:t>
            </a:r>
            <a:r>
              <a:rPr lang="en-US" sz="1800" b="0" strike="noStrike" spc="-7">
                <a:latin typeface="Arial"/>
              </a:rPr>
              <a:t>cluster</a:t>
            </a:r>
            <a:r>
              <a:rPr lang="en-US" sz="1800" b="0" strike="noStrike" spc="-15">
                <a:latin typeface="Arial"/>
              </a:rPr>
              <a:t> </a:t>
            </a:r>
            <a:r>
              <a:rPr lang="en-US" sz="1800" b="0" strike="noStrike" spc="-1">
                <a:latin typeface="Arial"/>
              </a:rPr>
              <a:t>here</a:t>
            </a:r>
          </a:p>
        </p:txBody>
      </p:sp>
      <p:sp>
        <p:nvSpPr>
          <p:cNvPr id="875" name="CustomShape 431"/>
          <p:cNvSpPr/>
          <p:nvPr/>
        </p:nvSpPr>
        <p:spPr>
          <a:xfrm>
            <a:off x="6181560" y="5671800"/>
            <a:ext cx="2490120" cy="28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strike="noStrike" spc="-1">
                <a:latin typeface="Arial"/>
              </a:rPr>
              <a:t>… and </a:t>
            </a:r>
            <a:r>
              <a:rPr lang="en-US" sz="1800" b="0" strike="noStrike" spc="-7">
                <a:latin typeface="Arial"/>
              </a:rPr>
              <a:t>two clusters</a:t>
            </a:r>
            <a:r>
              <a:rPr lang="en-US" sz="1800" b="0" strike="noStrike" spc="-60">
                <a:latin typeface="Arial"/>
              </a:rPr>
              <a:t> </a:t>
            </a:r>
            <a:r>
              <a:rPr lang="en-US" sz="1800" b="0" strike="noStrike" spc="-1">
                <a:latin typeface="Arial"/>
              </a:rPr>
              <a:t>here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TextShape 1"/>
          <p:cNvSpPr txBox="1"/>
          <p:nvPr/>
        </p:nvSpPr>
        <p:spPr>
          <a:xfrm>
            <a:off x="1304640" y="315000"/>
            <a:ext cx="655416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3200" b="0" strike="noStrike" spc="-1">
                <a:solidFill>
                  <a:srgbClr val="000090"/>
                </a:solidFill>
                <a:latin typeface="Arial"/>
              </a:rPr>
              <a:t>K-means not able </a:t>
            </a:r>
            <a:r>
              <a:rPr lang="en-US" sz="3200" b="0" strike="noStrike" spc="-7">
                <a:solidFill>
                  <a:srgbClr val="000090"/>
                </a:solidFill>
                <a:latin typeface="Arial"/>
              </a:rPr>
              <a:t>to </a:t>
            </a:r>
            <a:r>
              <a:rPr lang="en-US" sz="3200" b="0" strike="noStrike" spc="-1">
                <a:solidFill>
                  <a:srgbClr val="000090"/>
                </a:solidFill>
                <a:latin typeface="Arial"/>
              </a:rPr>
              <a:t>properly</a:t>
            </a:r>
            <a:r>
              <a:rPr lang="en-US" sz="3200" b="0" strike="noStrike" spc="-75">
                <a:solidFill>
                  <a:srgbClr val="000090"/>
                </a:solidFill>
                <a:latin typeface="Arial"/>
              </a:rPr>
              <a:t> </a:t>
            </a:r>
            <a:r>
              <a:rPr lang="en-US" sz="3200" b="0" strike="noStrike" spc="-7">
                <a:solidFill>
                  <a:srgbClr val="000090"/>
                </a:solidFill>
                <a:latin typeface="Arial"/>
              </a:rPr>
              <a:t>cluster</a:t>
            </a:r>
            <a:endParaRPr lang="en-US" sz="3200" b="0" strike="noStrike" spc="-1">
              <a:latin typeface="Calibri"/>
            </a:endParaRPr>
          </a:p>
        </p:txBody>
      </p:sp>
      <p:grpSp>
        <p:nvGrpSpPr>
          <p:cNvPr id="877" name="Group 2"/>
          <p:cNvGrpSpPr/>
          <p:nvPr/>
        </p:nvGrpSpPr>
        <p:grpSpPr>
          <a:xfrm>
            <a:off x="1864800" y="1558800"/>
            <a:ext cx="5427720" cy="4816800"/>
            <a:chOff x="1864800" y="1558800"/>
            <a:chExt cx="5427720" cy="4816800"/>
          </a:xfrm>
        </p:grpSpPr>
        <p:sp>
          <p:nvSpPr>
            <p:cNvPr id="878" name="CustomShape 3"/>
            <p:cNvSpPr/>
            <p:nvPr/>
          </p:nvSpPr>
          <p:spPr>
            <a:xfrm>
              <a:off x="4446000" y="1558800"/>
              <a:ext cx="115920" cy="481680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79" name="CustomShape 4"/>
            <p:cNvSpPr/>
            <p:nvPr/>
          </p:nvSpPr>
          <p:spPr>
            <a:xfrm>
              <a:off x="4502880" y="1584360"/>
              <a:ext cx="360" cy="4723920"/>
            </a:xfrm>
            <a:custGeom>
              <a:avLst/>
              <a:gdLst/>
              <a:ahLst/>
              <a:cxnLst/>
              <a:rect l="l" t="t" r="r" b="b"/>
              <a:pathLst>
                <a:path h="4724400">
                  <a:moveTo>
                    <a:pt x="0" y="0"/>
                  </a:moveTo>
                  <a:lnTo>
                    <a:pt x="0" y="4724392"/>
                  </a:lnTo>
                </a:path>
              </a:pathLst>
            </a:custGeom>
            <a:noFill/>
            <a:ln w="255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0" name="CustomShape 5"/>
            <p:cNvSpPr/>
            <p:nvPr/>
          </p:nvSpPr>
          <p:spPr>
            <a:xfrm>
              <a:off x="1864800" y="3985920"/>
              <a:ext cx="5427720" cy="115920"/>
            </a:xfrm>
            <a:prstGeom prst="rect">
              <a:avLst/>
            </a:prstGeom>
            <a:blipFill rotWithShape="0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1" name="CustomShape 6"/>
            <p:cNvSpPr/>
            <p:nvPr/>
          </p:nvSpPr>
          <p:spPr>
            <a:xfrm>
              <a:off x="1911960" y="4022640"/>
              <a:ext cx="5333760" cy="36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5334003" y="0"/>
                  </a:moveTo>
                  <a:lnTo>
                    <a:pt x="0" y="0"/>
                  </a:lnTo>
                </a:path>
              </a:pathLst>
            </a:custGeom>
            <a:noFill/>
            <a:ln w="255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2" name="CustomShape 7"/>
            <p:cNvSpPr/>
            <p:nvPr/>
          </p:nvSpPr>
          <p:spPr>
            <a:xfrm>
              <a:off x="3311280" y="5519520"/>
              <a:ext cx="174240" cy="17820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3" name="CustomShape 8"/>
            <p:cNvSpPr/>
            <p:nvPr/>
          </p:nvSpPr>
          <p:spPr>
            <a:xfrm>
              <a:off x="3354840" y="5541840"/>
              <a:ext cx="85320" cy="85320"/>
            </a:xfrm>
            <a:prstGeom prst="rect">
              <a:avLst/>
            </a:prstGeom>
            <a:blipFill rotWithShape="0"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4" name="CustomShape 9"/>
            <p:cNvSpPr/>
            <p:nvPr/>
          </p:nvSpPr>
          <p:spPr>
            <a:xfrm>
              <a:off x="4300560" y="3537000"/>
              <a:ext cx="174240" cy="178200"/>
            </a:xfrm>
            <a:prstGeom prst="rect">
              <a:avLst/>
            </a:prstGeom>
            <a:blipFill rotWithShape="0"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5" name="CustomShape 10"/>
            <p:cNvSpPr/>
            <p:nvPr/>
          </p:nvSpPr>
          <p:spPr>
            <a:xfrm>
              <a:off x="4345560" y="3560760"/>
              <a:ext cx="85320" cy="85320"/>
            </a:xfrm>
            <a:prstGeom prst="rect">
              <a:avLst/>
            </a:prstGeom>
            <a:blipFill rotWithShape="0">
              <a:blip r:embed="rId7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6" name="CustomShape 11"/>
            <p:cNvSpPr/>
            <p:nvPr/>
          </p:nvSpPr>
          <p:spPr>
            <a:xfrm>
              <a:off x="4529160" y="3844800"/>
              <a:ext cx="174240" cy="174240"/>
            </a:xfrm>
            <a:prstGeom prst="rect">
              <a:avLst/>
            </a:prstGeom>
            <a:blipFill rotWithShape="0"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7" name="CustomShape 12"/>
            <p:cNvSpPr/>
            <p:nvPr/>
          </p:nvSpPr>
          <p:spPr>
            <a:xfrm>
              <a:off x="4574160" y="3865680"/>
              <a:ext cx="85320" cy="85320"/>
            </a:xfrm>
            <a:prstGeom prst="rect">
              <a:avLst/>
            </a:prstGeom>
            <a:blipFill rotWithShape="0">
              <a:blip r:embed="rId7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8" name="CustomShape 13"/>
            <p:cNvSpPr/>
            <p:nvPr/>
          </p:nvSpPr>
          <p:spPr>
            <a:xfrm>
              <a:off x="4146840" y="4147920"/>
              <a:ext cx="178200" cy="178200"/>
            </a:xfrm>
            <a:prstGeom prst="rect">
              <a:avLst/>
            </a:prstGeom>
            <a:blipFill rotWithShape="0"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9" name="CustomShape 14"/>
            <p:cNvSpPr/>
            <p:nvPr/>
          </p:nvSpPr>
          <p:spPr>
            <a:xfrm>
              <a:off x="4193280" y="4170240"/>
              <a:ext cx="85320" cy="85320"/>
            </a:xfrm>
            <a:prstGeom prst="rect">
              <a:avLst/>
            </a:prstGeom>
            <a:blipFill rotWithShape="0">
              <a:blip r:embed="rId10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0" name="CustomShape 15"/>
            <p:cNvSpPr/>
            <p:nvPr/>
          </p:nvSpPr>
          <p:spPr>
            <a:xfrm>
              <a:off x="4529160" y="4147920"/>
              <a:ext cx="174240" cy="178200"/>
            </a:xfrm>
            <a:prstGeom prst="rect">
              <a:avLst/>
            </a:prstGeom>
            <a:blipFill rotWithShape="0">
              <a:blip r:embed="rId11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1" name="CustomShape 16"/>
            <p:cNvSpPr/>
            <p:nvPr/>
          </p:nvSpPr>
          <p:spPr>
            <a:xfrm>
              <a:off x="4574160" y="4170240"/>
              <a:ext cx="85320" cy="85320"/>
            </a:xfrm>
            <a:prstGeom prst="rect">
              <a:avLst/>
            </a:prstGeom>
            <a:blipFill rotWithShape="0">
              <a:blip r:embed="rId10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2" name="CustomShape 17"/>
            <p:cNvSpPr/>
            <p:nvPr/>
          </p:nvSpPr>
          <p:spPr>
            <a:xfrm>
              <a:off x="4225680" y="3765600"/>
              <a:ext cx="174240" cy="178200"/>
            </a:xfrm>
            <a:prstGeom prst="rect">
              <a:avLst/>
            </a:prstGeom>
            <a:blipFill rotWithShape="0">
              <a:blip r:embed="rId1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3" name="CustomShape 18"/>
            <p:cNvSpPr/>
            <p:nvPr/>
          </p:nvSpPr>
          <p:spPr>
            <a:xfrm>
              <a:off x="4269240" y="3789360"/>
              <a:ext cx="85320" cy="85320"/>
            </a:xfrm>
            <a:prstGeom prst="rect">
              <a:avLst/>
            </a:prstGeom>
            <a:blipFill rotWithShape="0">
              <a:blip r:embed="rId10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4" name="CustomShape 19"/>
            <p:cNvSpPr/>
            <p:nvPr/>
          </p:nvSpPr>
          <p:spPr>
            <a:xfrm>
              <a:off x="4604040" y="3616200"/>
              <a:ext cx="178200" cy="174240"/>
            </a:xfrm>
            <a:prstGeom prst="rect">
              <a:avLst/>
            </a:prstGeom>
            <a:blipFill rotWithShape="0">
              <a:blip r:embed="rId13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5" name="CustomShape 20"/>
            <p:cNvSpPr/>
            <p:nvPr/>
          </p:nvSpPr>
          <p:spPr>
            <a:xfrm>
              <a:off x="4650480" y="3637080"/>
              <a:ext cx="85320" cy="85320"/>
            </a:xfrm>
            <a:prstGeom prst="rect">
              <a:avLst/>
            </a:prstGeom>
            <a:blipFill rotWithShape="0">
              <a:blip r:embed="rId7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6" name="CustomShape 21"/>
            <p:cNvSpPr/>
            <p:nvPr/>
          </p:nvSpPr>
          <p:spPr>
            <a:xfrm>
              <a:off x="4757760" y="3765600"/>
              <a:ext cx="174240" cy="178200"/>
            </a:xfrm>
            <a:prstGeom prst="rect">
              <a:avLst/>
            </a:prstGeom>
            <a:blipFill rotWithShape="0"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7" name="CustomShape 22"/>
            <p:cNvSpPr/>
            <p:nvPr/>
          </p:nvSpPr>
          <p:spPr>
            <a:xfrm>
              <a:off x="4802760" y="3789360"/>
              <a:ext cx="85320" cy="85320"/>
            </a:xfrm>
            <a:prstGeom prst="rect">
              <a:avLst/>
            </a:prstGeom>
            <a:blipFill rotWithShape="0">
              <a:blip r:embed="rId10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8" name="CustomShape 23"/>
            <p:cNvSpPr/>
            <p:nvPr/>
          </p:nvSpPr>
          <p:spPr>
            <a:xfrm>
              <a:off x="2318040" y="4302000"/>
              <a:ext cx="178200" cy="174240"/>
            </a:xfrm>
            <a:prstGeom prst="rect">
              <a:avLst/>
            </a:prstGeom>
            <a:blipFill rotWithShape="0">
              <a:blip r:embed="rId13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9" name="CustomShape 24"/>
            <p:cNvSpPr/>
            <p:nvPr/>
          </p:nvSpPr>
          <p:spPr>
            <a:xfrm>
              <a:off x="2364480" y="4322880"/>
              <a:ext cx="85320" cy="85320"/>
            </a:xfrm>
            <a:prstGeom prst="rect">
              <a:avLst/>
            </a:prstGeom>
            <a:blipFill rotWithShape="0">
              <a:blip r:embed="rId1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0" name="CustomShape 25"/>
            <p:cNvSpPr/>
            <p:nvPr/>
          </p:nvSpPr>
          <p:spPr>
            <a:xfrm>
              <a:off x="5900760" y="4530600"/>
              <a:ext cx="174240" cy="174240"/>
            </a:xfrm>
            <a:prstGeom prst="rect">
              <a:avLst/>
            </a:prstGeom>
            <a:blipFill rotWithShape="0"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1" name="CustomShape 26"/>
            <p:cNvSpPr/>
            <p:nvPr/>
          </p:nvSpPr>
          <p:spPr>
            <a:xfrm>
              <a:off x="5945760" y="4551480"/>
              <a:ext cx="85320" cy="85320"/>
            </a:xfrm>
            <a:prstGeom prst="rect">
              <a:avLst/>
            </a:prstGeom>
            <a:blipFill rotWithShape="0">
              <a:blip r:embed="rId1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2" name="CustomShape 27"/>
            <p:cNvSpPr/>
            <p:nvPr/>
          </p:nvSpPr>
          <p:spPr>
            <a:xfrm>
              <a:off x="4911480" y="3690720"/>
              <a:ext cx="174240" cy="17820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3" name="CustomShape 28"/>
            <p:cNvSpPr/>
            <p:nvPr/>
          </p:nvSpPr>
          <p:spPr>
            <a:xfrm>
              <a:off x="4955040" y="3713040"/>
              <a:ext cx="85320" cy="85320"/>
            </a:xfrm>
            <a:prstGeom prst="rect">
              <a:avLst/>
            </a:prstGeom>
            <a:blipFill rotWithShape="0">
              <a:blip r:embed="rId15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4" name="CustomShape 29"/>
            <p:cNvSpPr/>
            <p:nvPr/>
          </p:nvSpPr>
          <p:spPr>
            <a:xfrm>
              <a:off x="3082680" y="5137200"/>
              <a:ext cx="174240" cy="178200"/>
            </a:xfrm>
            <a:prstGeom prst="rect">
              <a:avLst/>
            </a:prstGeom>
            <a:blipFill rotWithShape="0">
              <a:blip r:embed="rId1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5" name="CustomShape 30"/>
            <p:cNvSpPr/>
            <p:nvPr/>
          </p:nvSpPr>
          <p:spPr>
            <a:xfrm>
              <a:off x="3126240" y="5160960"/>
              <a:ext cx="85320" cy="85320"/>
            </a:xfrm>
            <a:prstGeom prst="rect">
              <a:avLst/>
            </a:prstGeom>
            <a:blipFill rotWithShape="0">
              <a:blip r:embed="rId1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6" name="CustomShape 31"/>
            <p:cNvSpPr/>
            <p:nvPr/>
          </p:nvSpPr>
          <p:spPr>
            <a:xfrm>
              <a:off x="4911480" y="5594400"/>
              <a:ext cx="174240" cy="178200"/>
            </a:xfrm>
            <a:prstGeom prst="rect">
              <a:avLst/>
            </a:prstGeom>
            <a:blipFill rotWithShape="0">
              <a:blip r:embed="rId1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7" name="CustomShape 32"/>
            <p:cNvSpPr/>
            <p:nvPr/>
          </p:nvSpPr>
          <p:spPr>
            <a:xfrm>
              <a:off x="4955040" y="5618160"/>
              <a:ext cx="85320" cy="85320"/>
            </a:xfrm>
            <a:prstGeom prst="rect">
              <a:avLst/>
            </a:prstGeom>
            <a:blipFill rotWithShape="0"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8" name="CustomShape 33"/>
            <p:cNvSpPr/>
            <p:nvPr/>
          </p:nvSpPr>
          <p:spPr>
            <a:xfrm>
              <a:off x="2625480" y="3004920"/>
              <a:ext cx="174240" cy="17820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9" name="CustomShape 34"/>
            <p:cNvSpPr/>
            <p:nvPr/>
          </p:nvSpPr>
          <p:spPr>
            <a:xfrm>
              <a:off x="2669040" y="3027240"/>
              <a:ext cx="85320" cy="85320"/>
            </a:xfrm>
            <a:prstGeom prst="rect">
              <a:avLst/>
            </a:prstGeom>
            <a:blipFill rotWithShape="0">
              <a:blip r:embed="rId16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0" name="CustomShape 35"/>
            <p:cNvSpPr/>
            <p:nvPr/>
          </p:nvSpPr>
          <p:spPr>
            <a:xfrm>
              <a:off x="2471760" y="4759200"/>
              <a:ext cx="174240" cy="174240"/>
            </a:xfrm>
            <a:prstGeom prst="rect">
              <a:avLst/>
            </a:prstGeom>
            <a:blipFill rotWithShape="0"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1" name="CustomShape 36"/>
            <p:cNvSpPr/>
            <p:nvPr/>
          </p:nvSpPr>
          <p:spPr>
            <a:xfrm>
              <a:off x="2516760" y="4780080"/>
              <a:ext cx="85320" cy="85320"/>
            </a:xfrm>
            <a:prstGeom prst="rect">
              <a:avLst/>
            </a:prstGeom>
            <a:blipFill rotWithShape="0">
              <a:blip r:embed="rId1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2" name="CustomShape 37"/>
            <p:cNvSpPr/>
            <p:nvPr/>
          </p:nvSpPr>
          <p:spPr>
            <a:xfrm>
              <a:off x="2546640" y="3462120"/>
              <a:ext cx="178200" cy="178200"/>
            </a:xfrm>
            <a:prstGeom prst="rect">
              <a:avLst/>
            </a:prstGeom>
            <a:blipFill rotWithShape="0"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3" name="CustomShape 38"/>
            <p:cNvSpPr/>
            <p:nvPr/>
          </p:nvSpPr>
          <p:spPr>
            <a:xfrm>
              <a:off x="2593080" y="3484440"/>
              <a:ext cx="85320" cy="85320"/>
            </a:xfrm>
            <a:prstGeom prst="rect">
              <a:avLst/>
            </a:prstGeom>
            <a:blipFill rotWithShape="0">
              <a:blip r:embed="rId1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4" name="CustomShape 39"/>
            <p:cNvSpPr/>
            <p:nvPr/>
          </p:nvSpPr>
          <p:spPr>
            <a:xfrm>
              <a:off x="3997080" y="2165400"/>
              <a:ext cx="174240" cy="178200"/>
            </a:xfrm>
            <a:prstGeom prst="rect">
              <a:avLst/>
            </a:prstGeom>
            <a:blipFill rotWithShape="0">
              <a:blip r:embed="rId1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5" name="CustomShape 40"/>
            <p:cNvSpPr/>
            <p:nvPr/>
          </p:nvSpPr>
          <p:spPr>
            <a:xfrm>
              <a:off x="4040640" y="2189160"/>
              <a:ext cx="85320" cy="85320"/>
            </a:xfrm>
            <a:prstGeom prst="rect">
              <a:avLst/>
            </a:prstGeom>
            <a:blipFill rotWithShape="0">
              <a:blip r:embed="rId1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6" name="CustomShape 41"/>
            <p:cNvSpPr/>
            <p:nvPr/>
          </p:nvSpPr>
          <p:spPr>
            <a:xfrm>
              <a:off x="3311280" y="2244600"/>
              <a:ext cx="174240" cy="174240"/>
            </a:xfrm>
            <a:prstGeom prst="rect">
              <a:avLst/>
            </a:prstGeom>
            <a:blipFill rotWithShape="0">
              <a:blip r:embed="rId17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7" name="CustomShape 42"/>
            <p:cNvSpPr/>
            <p:nvPr/>
          </p:nvSpPr>
          <p:spPr>
            <a:xfrm>
              <a:off x="3354840" y="2265480"/>
              <a:ext cx="85320" cy="85320"/>
            </a:xfrm>
            <a:prstGeom prst="rect">
              <a:avLst/>
            </a:prstGeom>
            <a:blipFill rotWithShape="0">
              <a:blip r:embed="rId18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8" name="CustomShape 43"/>
            <p:cNvSpPr/>
            <p:nvPr/>
          </p:nvSpPr>
          <p:spPr>
            <a:xfrm>
              <a:off x="5597280" y="5365800"/>
              <a:ext cx="174240" cy="178200"/>
            </a:xfrm>
            <a:prstGeom prst="rect">
              <a:avLst/>
            </a:prstGeom>
            <a:blipFill rotWithShape="0">
              <a:blip r:embed="rId1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9" name="CustomShape 44"/>
            <p:cNvSpPr/>
            <p:nvPr/>
          </p:nvSpPr>
          <p:spPr>
            <a:xfrm>
              <a:off x="5640840" y="5389560"/>
              <a:ext cx="85320" cy="85320"/>
            </a:xfrm>
            <a:prstGeom prst="rect">
              <a:avLst/>
            </a:prstGeom>
            <a:blipFill rotWithShape="0"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0" name="CustomShape 45"/>
            <p:cNvSpPr/>
            <p:nvPr/>
          </p:nvSpPr>
          <p:spPr>
            <a:xfrm>
              <a:off x="2854080" y="2394000"/>
              <a:ext cx="174240" cy="178200"/>
            </a:xfrm>
            <a:prstGeom prst="rect">
              <a:avLst/>
            </a:prstGeom>
            <a:blipFill rotWithShape="0">
              <a:blip r:embed="rId1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1" name="CustomShape 46"/>
            <p:cNvSpPr/>
            <p:nvPr/>
          </p:nvSpPr>
          <p:spPr>
            <a:xfrm>
              <a:off x="2897640" y="2417760"/>
              <a:ext cx="85320" cy="85320"/>
            </a:xfrm>
            <a:prstGeom prst="rect">
              <a:avLst/>
            </a:prstGeom>
            <a:blipFill rotWithShape="0">
              <a:blip r:embed="rId1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2" name="CustomShape 47"/>
            <p:cNvSpPr/>
            <p:nvPr/>
          </p:nvSpPr>
          <p:spPr>
            <a:xfrm>
              <a:off x="4911480" y="2165400"/>
              <a:ext cx="174240" cy="178200"/>
            </a:xfrm>
            <a:prstGeom prst="rect">
              <a:avLst/>
            </a:prstGeom>
            <a:blipFill rotWithShape="0">
              <a:blip r:embed="rId1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3" name="CustomShape 48"/>
            <p:cNvSpPr/>
            <p:nvPr/>
          </p:nvSpPr>
          <p:spPr>
            <a:xfrm>
              <a:off x="4955040" y="2189160"/>
              <a:ext cx="85320" cy="85320"/>
            </a:xfrm>
            <a:prstGeom prst="rect">
              <a:avLst/>
            </a:prstGeom>
            <a:blipFill rotWithShape="0">
              <a:blip r:embed="rId1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4" name="CustomShape 49"/>
            <p:cNvSpPr/>
            <p:nvPr/>
          </p:nvSpPr>
          <p:spPr>
            <a:xfrm>
              <a:off x="5140080" y="2319120"/>
              <a:ext cx="174240" cy="17820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5" name="CustomShape 50"/>
            <p:cNvSpPr/>
            <p:nvPr/>
          </p:nvSpPr>
          <p:spPr>
            <a:xfrm>
              <a:off x="5183640" y="2341440"/>
              <a:ext cx="85320" cy="85320"/>
            </a:xfrm>
            <a:prstGeom prst="rect">
              <a:avLst/>
            </a:prstGeom>
            <a:blipFill rotWithShape="0"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6" name="CustomShape 51"/>
            <p:cNvSpPr/>
            <p:nvPr/>
          </p:nvSpPr>
          <p:spPr>
            <a:xfrm>
              <a:off x="5214960" y="2473200"/>
              <a:ext cx="174240" cy="174240"/>
            </a:xfrm>
            <a:prstGeom prst="rect">
              <a:avLst/>
            </a:prstGeom>
            <a:blipFill rotWithShape="0"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7" name="CustomShape 52"/>
            <p:cNvSpPr/>
            <p:nvPr/>
          </p:nvSpPr>
          <p:spPr>
            <a:xfrm>
              <a:off x="5259960" y="2494080"/>
              <a:ext cx="85320" cy="85320"/>
            </a:xfrm>
            <a:prstGeom prst="rect">
              <a:avLst/>
            </a:prstGeom>
            <a:blipFill rotWithShape="0">
              <a:blip r:embed="rId1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8" name="CustomShape 53"/>
            <p:cNvSpPr/>
            <p:nvPr/>
          </p:nvSpPr>
          <p:spPr>
            <a:xfrm>
              <a:off x="5518440" y="2851200"/>
              <a:ext cx="178200" cy="178200"/>
            </a:xfrm>
            <a:prstGeom prst="rect">
              <a:avLst/>
            </a:prstGeom>
            <a:blipFill rotWithShape="0">
              <a:blip r:embed="rId19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9" name="CustomShape 54"/>
            <p:cNvSpPr/>
            <p:nvPr/>
          </p:nvSpPr>
          <p:spPr>
            <a:xfrm>
              <a:off x="5564880" y="2874960"/>
              <a:ext cx="85320" cy="85320"/>
            </a:xfrm>
            <a:prstGeom prst="rect">
              <a:avLst/>
            </a:prstGeom>
            <a:blipFill rotWithShape="0">
              <a:blip r:embed="rId18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0" name="CustomShape 55"/>
            <p:cNvSpPr/>
            <p:nvPr/>
          </p:nvSpPr>
          <p:spPr>
            <a:xfrm>
              <a:off x="5747040" y="2930400"/>
              <a:ext cx="178200" cy="174240"/>
            </a:xfrm>
            <a:prstGeom prst="rect">
              <a:avLst/>
            </a:prstGeom>
            <a:blipFill rotWithShape="0">
              <a:blip r:embed="rId13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1" name="CustomShape 56"/>
            <p:cNvSpPr/>
            <p:nvPr/>
          </p:nvSpPr>
          <p:spPr>
            <a:xfrm>
              <a:off x="5793480" y="2951280"/>
              <a:ext cx="85320" cy="85320"/>
            </a:xfrm>
            <a:prstGeom prst="rect">
              <a:avLst/>
            </a:prstGeom>
            <a:blipFill rotWithShape="0">
              <a:blip r:embed="rId20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2" name="CustomShape 57"/>
            <p:cNvSpPr/>
            <p:nvPr/>
          </p:nvSpPr>
          <p:spPr>
            <a:xfrm>
              <a:off x="5825880" y="3159000"/>
              <a:ext cx="174240" cy="174240"/>
            </a:xfrm>
            <a:prstGeom prst="rect">
              <a:avLst/>
            </a:prstGeom>
            <a:blipFill rotWithShape="0">
              <a:blip r:embed="rId17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3" name="CustomShape 58"/>
            <p:cNvSpPr/>
            <p:nvPr/>
          </p:nvSpPr>
          <p:spPr>
            <a:xfrm>
              <a:off x="5869440" y="3179880"/>
              <a:ext cx="85320" cy="85320"/>
            </a:xfrm>
            <a:prstGeom prst="rect">
              <a:avLst/>
            </a:prstGeom>
            <a:blipFill rotWithShape="0">
              <a:blip r:embed="rId1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4" name="CustomShape 59"/>
            <p:cNvSpPr/>
            <p:nvPr/>
          </p:nvSpPr>
          <p:spPr>
            <a:xfrm>
              <a:off x="3461040" y="5673600"/>
              <a:ext cx="178200" cy="174240"/>
            </a:xfrm>
            <a:prstGeom prst="rect">
              <a:avLst/>
            </a:prstGeom>
            <a:blipFill rotWithShape="0">
              <a:blip r:embed="rId13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5" name="CustomShape 60"/>
            <p:cNvSpPr/>
            <p:nvPr/>
          </p:nvSpPr>
          <p:spPr>
            <a:xfrm>
              <a:off x="3507480" y="5694480"/>
              <a:ext cx="85320" cy="85320"/>
            </a:xfrm>
            <a:prstGeom prst="rect">
              <a:avLst/>
            </a:prstGeom>
            <a:blipFill rotWithShape="0"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6" name="CustomShape 61"/>
            <p:cNvSpPr/>
            <p:nvPr/>
          </p:nvSpPr>
          <p:spPr>
            <a:xfrm>
              <a:off x="3997080" y="5823000"/>
              <a:ext cx="174240" cy="178200"/>
            </a:xfrm>
            <a:prstGeom prst="rect">
              <a:avLst/>
            </a:prstGeom>
            <a:blipFill rotWithShape="0">
              <a:blip r:embed="rId1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7" name="CustomShape 62"/>
            <p:cNvSpPr/>
            <p:nvPr/>
          </p:nvSpPr>
          <p:spPr>
            <a:xfrm>
              <a:off x="4040640" y="5846760"/>
              <a:ext cx="85320" cy="85320"/>
            </a:xfrm>
            <a:prstGeom prst="rect">
              <a:avLst/>
            </a:prstGeom>
            <a:blipFill rotWithShape="0">
              <a:blip r:embed="rId1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8" name="CustomShape 63"/>
            <p:cNvSpPr/>
            <p:nvPr/>
          </p:nvSpPr>
          <p:spPr>
            <a:xfrm>
              <a:off x="6054480" y="3616200"/>
              <a:ext cx="174240" cy="174240"/>
            </a:xfrm>
            <a:prstGeom prst="rect">
              <a:avLst/>
            </a:prstGeom>
            <a:blipFill rotWithShape="0">
              <a:blip r:embed="rId17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9" name="CustomShape 64"/>
            <p:cNvSpPr/>
            <p:nvPr/>
          </p:nvSpPr>
          <p:spPr>
            <a:xfrm>
              <a:off x="6098040" y="3637080"/>
              <a:ext cx="85320" cy="85320"/>
            </a:xfrm>
            <a:prstGeom prst="rect">
              <a:avLst/>
            </a:prstGeom>
            <a:blipFill rotWithShape="0">
              <a:blip r:embed="rId1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40" name="CustomShape 65"/>
            <p:cNvSpPr/>
            <p:nvPr/>
          </p:nvSpPr>
          <p:spPr>
            <a:xfrm>
              <a:off x="4682880" y="5823000"/>
              <a:ext cx="174240" cy="178200"/>
            </a:xfrm>
            <a:prstGeom prst="rect">
              <a:avLst/>
            </a:prstGeom>
            <a:blipFill rotWithShape="0">
              <a:blip r:embed="rId12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41" name="CustomShape 66"/>
            <p:cNvSpPr/>
            <p:nvPr/>
          </p:nvSpPr>
          <p:spPr>
            <a:xfrm>
              <a:off x="4726440" y="5846760"/>
              <a:ext cx="85320" cy="85320"/>
            </a:xfrm>
            <a:prstGeom prst="rect">
              <a:avLst/>
            </a:prstGeom>
            <a:blipFill rotWithShape="0">
              <a:blip r:embed="rId1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42" name="CustomShape 67"/>
            <p:cNvSpPr/>
            <p:nvPr/>
          </p:nvSpPr>
          <p:spPr>
            <a:xfrm>
              <a:off x="4832640" y="5976720"/>
              <a:ext cx="178200" cy="178200"/>
            </a:xfrm>
            <a:prstGeom prst="rect">
              <a:avLst/>
            </a:prstGeom>
            <a:blipFill rotWithShape="0"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43" name="CustomShape 68"/>
            <p:cNvSpPr/>
            <p:nvPr/>
          </p:nvSpPr>
          <p:spPr>
            <a:xfrm>
              <a:off x="4879080" y="5999040"/>
              <a:ext cx="85320" cy="85320"/>
            </a:xfrm>
            <a:prstGeom prst="rect">
              <a:avLst/>
            </a:prstGeom>
            <a:blipFill rotWithShape="0">
              <a:blip r:embed="rId1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44" name="CustomShape 69"/>
            <p:cNvSpPr/>
            <p:nvPr/>
          </p:nvSpPr>
          <p:spPr>
            <a:xfrm>
              <a:off x="6054480" y="5062320"/>
              <a:ext cx="174240" cy="17820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45" name="CustomShape 70"/>
            <p:cNvSpPr/>
            <p:nvPr/>
          </p:nvSpPr>
          <p:spPr>
            <a:xfrm>
              <a:off x="6098040" y="5084640"/>
              <a:ext cx="85320" cy="85320"/>
            </a:xfrm>
            <a:prstGeom prst="rect">
              <a:avLst/>
            </a:prstGeom>
            <a:blipFill rotWithShape="0">
              <a:blip r:embed="rId14"/>
              <a:stretch>
                <a:fillRect/>
              </a:stretch>
            </a:blip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946" name="CustomShape 71"/>
          <p:cNvSpPr/>
          <p:nvPr/>
        </p:nvSpPr>
        <p:spPr>
          <a:xfrm>
            <a:off x="7400880" y="3827160"/>
            <a:ext cx="228960" cy="378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400" b="0" strike="noStrike" spc="-1">
                <a:latin typeface="Arial"/>
              </a:rPr>
              <a:t>X</a:t>
            </a:r>
          </a:p>
        </p:txBody>
      </p:sp>
      <p:sp>
        <p:nvSpPr>
          <p:cNvPr id="947" name="CustomShape 72"/>
          <p:cNvSpPr/>
          <p:nvPr/>
        </p:nvSpPr>
        <p:spPr>
          <a:xfrm>
            <a:off x="4429080" y="1160280"/>
            <a:ext cx="228960" cy="378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400" b="0" strike="noStrike" spc="-1">
                <a:latin typeface="Arial"/>
              </a:rPr>
              <a:t>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TextShape 1"/>
          <p:cNvSpPr txBox="1"/>
          <p:nvPr/>
        </p:nvSpPr>
        <p:spPr>
          <a:xfrm>
            <a:off x="1304640" y="315000"/>
            <a:ext cx="6554160" cy="115776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3200" b="0" strike="noStrike" spc="-1" dirty="0" smtClean="0">
                <a:solidFill>
                  <a:srgbClr val="000090"/>
                </a:solidFill>
                <a:latin typeface="Arial"/>
              </a:rPr>
              <a:t>Class Activity 9</a:t>
            </a:r>
            <a:endParaRPr lang="en-US" sz="3200" b="0" strike="noStrike" spc="-1" dirty="0">
              <a:latin typeface="Calibri"/>
            </a:endParaRPr>
          </a:p>
        </p:txBody>
      </p:sp>
      <p:sp>
        <p:nvSpPr>
          <p:cNvPr id="946" name="CustomShape 71"/>
          <p:cNvSpPr/>
          <p:nvPr/>
        </p:nvSpPr>
        <p:spPr>
          <a:xfrm>
            <a:off x="458904" y="3612556"/>
            <a:ext cx="7761365" cy="764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400" spc="-1" dirty="0" smtClean="0">
                <a:latin typeface="Arial"/>
              </a:rPr>
              <a:t>Q1. Run two </a:t>
            </a:r>
            <a:r>
              <a:rPr lang="en-US" sz="2400" spc="-1" dirty="0"/>
              <a:t>iterations with Euclidean </a:t>
            </a:r>
            <a:r>
              <a:rPr lang="en-US" sz="2400" spc="-1" dirty="0" smtClean="0"/>
              <a:t>Distance</a:t>
            </a:r>
          </a:p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400" b="0" strike="noStrike" spc="-1" dirty="0" smtClean="0">
                <a:latin typeface="Arial"/>
              </a:rPr>
              <a:t>Q2. Run two iterations </a:t>
            </a:r>
            <a:r>
              <a:rPr lang="en-US" sz="2400" spc="-1" dirty="0"/>
              <a:t>with Manhattan </a:t>
            </a:r>
            <a:r>
              <a:rPr lang="en-US" sz="2400" b="0" strike="noStrike" spc="-1" dirty="0" smtClean="0">
                <a:latin typeface="Arial"/>
              </a:rPr>
              <a:t>distance</a:t>
            </a:r>
            <a:endParaRPr lang="en-US" sz="24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56573"/>
          <a:stretch/>
        </p:blipFill>
        <p:spPr>
          <a:xfrm>
            <a:off x="0" y="987185"/>
            <a:ext cx="3918857" cy="2399827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2"/>
          <a:srcRect l="47872" b="20995"/>
          <a:stretch/>
        </p:blipFill>
        <p:spPr>
          <a:xfrm>
            <a:off x="4320072" y="987186"/>
            <a:ext cx="4704069" cy="189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5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TextShape 1"/>
          <p:cNvSpPr txBox="1"/>
          <p:nvPr/>
        </p:nvSpPr>
        <p:spPr>
          <a:xfrm>
            <a:off x="3991320" y="498240"/>
            <a:ext cx="1180080" cy="1353600"/>
          </a:xfrm>
          <a:prstGeom prst="rect">
            <a:avLst/>
          </a:prstGeom>
          <a:noFill/>
          <a:ln>
            <a:noFill/>
          </a:ln>
        </p:spPr>
        <p:txBody>
          <a:bodyPr lIns="0" tIns="126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4400" b="0" strike="noStrike" spc="-211">
                <a:solidFill>
                  <a:srgbClr val="000090"/>
                </a:solidFill>
                <a:latin typeface="Trebuchet MS"/>
              </a:rPr>
              <a:t>E</a:t>
            </a:r>
            <a:r>
              <a:rPr lang="en-US" sz="4400" b="0" strike="noStrike" spc="-290">
                <a:solidFill>
                  <a:srgbClr val="000090"/>
                </a:solidFill>
                <a:latin typeface="Trebuchet MS"/>
              </a:rPr>
              <a:t>x</a:t>
            </a:r>
            <a:r>
              <a:rPr lang="en-US" sz="4400" b="0" strike="noStrike" spc="-231">
                <a:solidFill>
                  <a:srgbClr val="000090"/>
                </a:solidFill>
                <a:latin typeface="Trebuchet MS"/>
              </a:rPr>
              <a:t>t</a:t>
            </a:r>
            <a:r>
              <a:rPr lang="en-US" sz="4400" b="0" strike="noStrike" spc="-321">
                <a:solidFill>
                  <a:srgbClr val="000090"/>
                </a:solidFill>
                <a:latin typeface="Trebuchet MS"/>
              </a:rPr>
              <a:t>r</a:t>
            </a:r>
            <a:r>
              <a:rPr lang="en-US" sz="4400" b="0" strike="noStrike" spc="-205">
                <a:solidFill>
                  <a:srgbClr val="000090"/>
                </a:solidFill>
                <a:latin typeface="Trebuchet MS"/>
              </a:rPr>
              <a:t>a</a:t>
            </a:r>
            <a:endParaRPr lang="en-US" sz="4400" b="0" strike="noStrike" spc="-1">
              <a:latin typeface="Calibri"/>
            </a:endParaRPr>
          </a:p>
        </p:txBody>
      </p:sp>
      <p:sp>
        <p:nvSpPr>
          <p:cNvPr id="949" name="CustomShape 2"/>
          <p:cNvSpPr/>
          <p:nvPr/>
        </p:nvSpPr>
        <p:spPr>
          <a:xfrm>
            <a:off x="542880" y="1541520"/>
            <a:ext cx="7605720" cy="3494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4040" rIns="0" bIns="0">
            <a:spAutoFit/>
          </a:bodyPr>
          <a:lstStyle/>
          <a:p>
            <a:pPr marL="355680" indent="-3427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"/>
              <a:buChar char="•"/>
              <a:tabLst>
                <a:tab pos="354960" algn="l"/>
                <a:tab pos="355680" algn="l"/>
              </a:tabLst>
            </a:pPr>
            <a:r>
              <a:rPr lang="en-US" sz="3200" b="0" strike="noStrike" spc="-372">
                <a:latin typeface="Trebuchet MS"/>
              </a:rPr>
              <a:t>K-­‐means</a:t>
            </a:r>
            <a:r>
              <a:rPr lang="en-US" sz="3200" b="0" strike="noStrike" spc="-250">
                <a:latin typeface="Trebuchet MS"/>
              </a:rPr>
              <a:t> </a:t>
            </a:r>
            <a:r>
              <a:rPr lang="en-US" sz="3200" b="0" strike="noStrike" spc="-151">
                <a:latin typeface="Trebuchet MS"/>
              </a:rPr>
              <a:t>Applets:</a:t>
            </a:r>
            <a:endParaRPr lang="en-US" sz="3200" b="0" strike="noStrike" spc="-1">
              <a:latin typeface="Arial"/>
            </a:endParaRPr>
          </a:p>
          <a:p>
            <a:pPr marL="761400" lvl="1" indent="-291600">
              <a:lnSpc>
                <a:spcPct val="102000"/>
              </a:lnSpc>
              <a:spcBef>
                <a:spcPts val="564"/>
              </a:spcBef>
              <a:buClr>
                <a:srgbClr val="000000"/>
              </a:buClr>
              <a:buFont typeface="Arial"/>
              <a:buChar char="–"/>
              <a:tabLst>
                <a:tab pos="755640" algn="l"/>
              </a:tabLst>
            </a:pPr>
            <a:r>
              <a:rPr lang="en-US" sz="2800" b="0" u="heavy" strike="noStrike" spc="-177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2"/>
              </a:rPr>
              <a:t>http://home.dei.polimi.it/matteucc/Clustering/ </a:t>
            </a:r>
            <a:r>
              <a:rPr lang="en-US" sz="2800" b="0" u="heavy" strike="noStrike" spc="-177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</a:rPr>
              <a:t> </a:t>
            </a:r>
            <a:r>
              <a:rPr lang="en-US" sz="2800" b="0" u="heavy" strike="noStrike" spc="-131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</a:rPr>
              <a:t>tutorial_html/AppletKM.html</a:t>
            </a:r>
            <a:endParaRPr lang="en-US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1"/>
              </a:spcBef>
              <a:tabLst>
                <a:tab pos="755640" algn="l"/>
              </a:tabLst>
            </a:pPr>
            <a:endParaRPr lang="en-US" sz="2800" b="0" strike="noStrike" spc="-1">
              <a:latin typeface="Arial"/>
            </a:endParaRPr>
          </a:p>
          <a:p>
            <a:pPr marL="761400" lvl="1" indent="-291600">
              <a:lnSpc>
                <a:spcPts val="3328"/>
              </a:lnSpc>
              <a:buClr>
                <a:srgbClr val="000000"/>
              </a:buClr>
              <a:buFont typeface="Arial"/>
              <a:buChar char="–"/>
              <a:tabLst>
                <a:tab pos="755640" algn="l"/>
              </a:tabLst>
            </a:pPr>
            <a:r>
              <a:rPr lang="en-US" sz="2800" b="0" u="heavy" strike="noStrike" spc="-6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h</a:t>
            </a:r>
            <a:r>
              <a:rPr lang="en-US" sz="2800" b="0" u="heavy" strike="noStrike" spc="-225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tt</a:t>
            </a:r>
            <a:r>
              <a:rPr lang="en-US" sz="2800" b="0" u="heavy" strike="noStrike" spc="-92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p</a:t>
            </a:r>
            <a:r>
              <a:rPr lang="en-US" sz="2800" b="0" u="heavy" strike="noStrike" spc="-282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:</a:t>
            </a:r>
            <a:r>
              <a:rPr lang="en-US" sz="2800" b="0" u="heavy" strike="noStrike" spc="-395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//</a:t>
            </a:r>
            <a:r>
              <a:rPr lang="en-US" sz="2800" b="0" u="heavy" strike="noStrike" spc="-75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ww</a:t>
            </a:r>
            <a:r>
              <a:rPr lang="en-US" sz="2800" b="0" u="heavy" strike="noStrike" spc="-265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w</a:t>
            </a:r>
            <a:r>
              <a:rPr lang="en-US" sz="2800" b="0" u="heavy" strike="noStrike" spc="-33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.</a:t>
            </a:r>
            <a:r>
              <a:rPr lang="en-US" sz="2800" b="0" u="heavy" strike="noStrike" spc="-205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c</a:t>
            </a:r>
            <a:r>
              <a:rPr lang="en-US" sz="2800" b="0" u="heavy" strike="noStrike" spc="-41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s</a:t>
            </a:r>
            <a:r>
              <a:rPr lang="en-US" sz="2800" b="0" u="heavy" strike="noStrike" spc="-42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.</a:t>
            </a:r>
            <a:r>
              <a:rPr lang="en-US" sz="2800" b="0" u="heavy" strike="noStrike" spc="-12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w</a:t>
            </a:r>
            <a:r>
              <a:rPr lang="en-US" sz="2800" b="0" u="heavy" strike="noStrike" spc="-86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as</a:t>
            </a:r>
            <a:r>
              <a:rPr lang="en-US" sz="2800" b="0" u="heavy" strike="noStrike" spc="-6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h</a:t>
            </a:r>
            <a:r>
              <a:rPr lang="en-US" sz="2800" b="0" u="heavy" strike="noStrike" spc="-16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i</a:t>
            </a:r>
            <a:r>
              <a:rPr lang="en-US" sz="2800" b="0" u="heavy" strike="noStrike" spc="-6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n</a:t>
            </a:r>
            <a:r>
              <a:rPr lang="en-US" sz="2800" b="0" u="heavy" strike="noStrike" spc="-137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g</a:t>
            </a:r>
            <a:r>
              <a:rPr lang="en-US" sz="2800" b="0" u="heavy" strike="noStrike" spc="-205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t</a:t>
            </a:r>
            <a:r>
              <a:rPr lang="en-US" sz="2800" b="0" u="heavy" strike="noStrike" spc="-35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o</a:t>
            </a:r>
            <a:r>
              <a:rPr lang="en-US" sz="2800" b="0" u="heavy" strike="noStrike" spc="-6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n</a:t>
            </a:r>
            <a:r>
              <a:rPr lang="en-US" sz="2800" b="0" u="heavy" strike="noStrike" spc="-33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.</a:t>
            </a:r>
            <a:r>
              <a:rPr lang="en-US" sz="2800" b="0" u="heavy" strike="noStrike" spc="-137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e</a:t>
            </a:r>
            <a:r>
              <a:rPr lang="en-US" sz="2800" b="0" u="heavy" strike="noStrike" spc="-92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d</a:t>
            </a:r>
            <a:r>
              <a:rPr lang="en-US" sz="2800" b="0" u="heavy" strike="noStrike" spc="-6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u</a:t>
            </a:r>
            <a:r>
              <a:rPr lang="en-US" sz="2800" b="0" u="heavy" strike="noStrike" spc="-395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/</a:t>
            </a:r>
            <a:r>
              <a:rPr lang="en-US" sz="2800" b="0" u="heavy" strike="noStrike" spc="-157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r</a:t>
            </a:r>
            <a:r>
              <a:rPr lang="en-US" sz="2800" b="0" u="heavy" strike="noStrike" spc="-137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e</a:t>
            </a:r>
            <a:r>
              <a:rPr lang="en-US" sz="2800" b="0" u="heavy" strike="noStrike" spc="-41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s</a:t>
            </a:r>
            <a:r>
              <a:rPr lang="en-US" sz="2800" b="0" u="heavy" strike="noStrike" spc="-137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e</a:t>
            </a:r>
            <a:r>
              <a:rPr lang="en-US" sz="2800" b="0" u="heavy" strike="noStrike" spc="-14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a</a:t>
            </a:r>
            <a:r>
              <a:rPr lang="en-US" sz="2800" b="0" u="heavy" strike="noStrike" spc="-151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r</a:t>
            </a:r>
            <a:r>
              <a:rPr lang="en-US" sz="2800" b="0" u="heavy" strike="noStrike" spc="-205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c</a:t>
            </a:r>
            <a:r>
              <a:rPr lang="en-US" sz="2800" b="0" u="heavy" strike="noStrike" spc="-6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h</a:t>
            </a:r>
            <a:r>
              <a:rPr lang="en-US" sz="2800" b="0" u="heavy" strike="noStrike" spc="-307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  <a:hlinkClick r:id="rId3"/>
              </a:rPr>
              <a:t>/ </a:t>
            </a:r>
            <a:r>
              <a:rPr lang="en-US" sz="2800" b="0" strike="noStrike" spc="-225">
                <a:solidFill>
                  <a:srgbClr val="0000FF"/>
                </a:solidFill>
                <a:latin typeface="Trebuchet MS"/>
              </a:rPr>
              <a:t> </a:t>
            </a:r>
            <a:r>
              <a:rPr lang="en-US" sz="2800" b="0" u="heavy" strike="noStrike" spc="-151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rebuchet MS"/>
              </a:rPr>
              <a:t>imagedatabase/demo/kmcluster/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</TotalTime>
  <Words>1978</Words>
  <Application>Microsoft Office PowerPoint</Application>
  <PresentationFormat>Custom</PresentationFormat>
  <Paragraphs>481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55</vt:i4>
      </vt:variant>
    </vt:vector>
  </HeadingPairs>
  <TitlesOfParts>
    <vt:vector size="71" baseType="lpstr">
      <vt:lpstr>Arial</vt:lpstr>
      <vt:lpstr>Asana Math</vt:lpstr>
      <vt:lpstr>Calibri</vt:lpstr>
      <vt:lpstr>Cambria Math</vt:lpstr>
      <vt:lpstr>Courier New</vt:lpstr>
      <vt:lpstr>DejaVu Sans</vt:lpstr>
      <vt:lpstr>Latin Modern Math</vt:lpstr>
      <vt:lpstr>Noto Sans CJK SC</vt:lpstr>
      <vt:lpstr>StarSymbol</vt:lpstr>
      <vt:lpstr>Symbol</vt:lpstr>
      <vt:lpstr>Times New Roman</vt:lpstr>
      <vt:lpstr>Trebuchet MS</vt:lpstr>
      <vt:lpstr>Wingdings</vt:lpstr>
      <vt:lpstr>Office Theme</vt:lpstr>
      <vt:lpstr>Office Theme</vt:lpstr>
      <vt:lpstr>Office Theme</vt:lpstr>
      <vt:lpstr>Introduction to Unsupervised Learning Clustering(K-means)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Unsupervised Learning</dc:title>
  <dc:subject/>
  <dc:creator/>
  <dc:description/>
  <cp:lastModifiedBy>DELL</cp:lastModifiedBy>
  <cp:revision>62</cp:revision>
  <dcterms:created xsi:type="dcterms:W3CDTF">2021-06-08T06:47:24Z</dcterms:created>
  <dcterms:modified xsi:type="dcterms:W3CDTF">2025-05-09T04:20:27Z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yperlinksChanged">
    <vt:bool>false</vt:bool>
  </property>
  <property fmtid="{D5CDD505-2E9C-101B-9397-08002B2CF9AE}" pid="4" name="LastSaved">
    <vt:filetime>2021-06-08T00:00:00Z</vt:filetime>
  </property>
  <property fmtid="{D5CDD505-2E9C-101B-9397-08002B2CF9AE}" pid="5" name="LinksUpToDate">
    <vt:bool>false</vt:bool>
  </property>
  <property fmtid="{D5CDD505-2E9C-101B-9397-08002B2CF9AE}" pid="6" name="PresentationFormat">
    <vt:lpwstr>On-screen Show (4:3)</vt:lpwstr>
  </property>
  <property fmtid="{D5CDD505-2E9C-101B-9397-08002B2CF9AE}" pid="7" name="ScaleCrop">
    <vt:bool>false</vt:bool>
  </property>
  <property fmtid="{D5CDD505-2E9C-101B-9397-08002B2CF9AE}" pid="8" name="ShareDoc">
    <vt:bool>false</vt:bool>
  </property>
</Properties>
</file>