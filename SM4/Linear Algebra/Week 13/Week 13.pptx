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74" r:id="rId2"/>
    <p:sldId id="299" r:id="rId3"/>
    <p:sldId id="300" r:id="rId4"/>
    <p:sldId id="301" r:id="rId5"/>
    <p:sldId id="302" r:id="rId6"/>
    <p:sldId id="303" r:id="rId7"/>
    <p:sldId id="29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63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84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9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78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8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6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51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5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0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3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6DB154-1172-413B-83B6-FBAD93949B4F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32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hyperlink" Target="mailto:farhan.ali@bnu.edu.pk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u="sng" dirty="0"/>
              <a:t>Week 12</a:t>
            </a:r>
            <a:br>
              <a:rPr lang="en-US" u="sng" dirty="0"/>
            </a:br>
            <a:r>
              <a:rPr lang="en-US" u="sng" dirty="0"/>
              <a:t>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76400"/>
            <a:ext cx="7620000" cy="4724400"/>
          </a:xfrm>
        </p:spPr>
        <p:txBody>
          <a:bodyPr/>
          <a:lstStyle/>
          <a:p>
            <a:pPr marL="114300" indent="0" algn="ctr">
              <a:buNone/>
            </a:pPr>
            <a:r>
              <a:rPr lang="en-US" u="sng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By </a:t>
            </a:r>
          </a:p>
          <a:p>
            <a:pPr marL="114300" indent="0" algn="ctr">
              <a:buNone/>
            </a:pPr>
            <a:r>
              <a:rPr lang="en-US" u="sng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Mr. Farhan Ali</a:t>
            </a:r>
          </a:p>
          <a:p>
            <a:pPr marL="114300" indent="0" algn="ctr">
              <a:buNone/>
            </a:pPr>
            <a:r>
              <a:rPr lang="en-US" u="sng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farhan.ali@bnu.edu.pk</a:t>
            </a:r>
            <a:endParaRPr lang="en-US" u="sng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114300" indent="0" algn="ctr">
              <a:buNone/>
            </a:pPr>
            <a:r>
              <a:rPr lang="en-US" dirty="0"/>
              <a:t>Beaconhouse National University, Lahore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09FD-7EA0-4D78-AF72-F1753EEDC5C0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593" y="3917062"/>
            <a:ext cx="2437373" cy="209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9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BDFE2E-B58C-40F7-AB73-1E31119851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365" y="77506"/>
            <a:ext cx="7709647" cy="6708775"/>
          </a:xfrm>
        </p:spPr>
      </p:pic>
    </p:spTree>
    <p:extLst>
      <p:ext uri="{BB962C8B-B14F-4D97-AF65-F5344CB8AC3E}">
        <p14:creationId xmlns:p14="http://schemas.microsoft.com/office/powerpoint/2010/main" val="2758812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0E14B6-D1D5-41A5-9C83-C964741FF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30146" y="-198917"/>
            <a:ext cx="6807996" cy="7205829"/>
          </a:xfrm>
        </p:spPr>
      </p:pic>
    </p:spTree>
    <p:extLst>
      <p:ext uri="{BB962C8B-B14F-4D97-AF65-F5344CB8AC3E}">
        <p14:creationId xmlns:p14="http://schemas.microsoft.com/office/powerpoint/2010/main" val="3642714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1F852E-8F7C-441E-93F0-6DF49F5D1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699" y="-1"/>
            <a:ext cx="6743066" cy="6752477"/>
          </a:xfrm>
        </p:spPr>
      </p:pic>
    </p:spTree>
    <p:extLst>
      <p:ext uri="{BB962C8B-B14F-4D97-AF65-F5344CB8AC3E}">
        <p14:creationId xmlns:p14="http://schemas.microsoft.com/office/powerpoint/2010/main" val="2564016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2887BA-F973-482D-BF3C-89EC198BE3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06098" y="204423"/>
            <a:ext cx="6843716" cy="6434868"/>
          </a:xfrm>
        </p:spPr>
      </p:pic>
    </p:spTree>
    <p:extLst>
      <p:ext uri="{BB962C8B-B14F-4D97-AF65-F5344CB8AC3E}">
        <p14:creationId xmlns:p14="http://schemas.microsoft.com/office/powerpoint/2010/main" val="3175749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6CD730-453C-4416-9DF5-6A44FC588D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12354" y="-225951"/>
            <a:ext cx="6879435" cy="7331336"/>
          </a:xfrm>
        </p:spPr>
      </p:pic>
    </p:spTree>
    <p:extLst>
      <p:ext uri="{BB962C8B-B14F-4D97-AF65-F5344CB8AC3E}">
        <p14:creationId xmlns:p14="http://schemas.microsoft.com/office/powerpoint/2010/main" val="2972517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20ADBC-C966-44D7-8110-AED8D469A595}"/>
              </a:ext>
            </a:extLst>
          </p:cNvPr>
          <p:cNvSpPr/>
          <p:nvPr/>
        </p:nvSpPr>
        <p:spPr>
          <a:xfrm>
            <a:off x="3289148" y="2079830"/>
            <a:ext cx="5273047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1792701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954</TotalTime>
  <Words>24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Week 12 Linear Algebra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Linear Algebra</dc:title>
  <dc:creator>Farhan Ali</dc:creator>
  <cp:lastModifiedBy>Farhan Ali</cp:lastModifiedBy>
  <cp:revision>47</cp:revision>
  <dcterms:created xsi:type="dcterms:W3CDTF">2025-02-10T06:58:14Z</dcterms:created>
  <dcterms:modified xsi:type="dcterms:W3CDTF">2025-05-08T04:20:54Z</dcterms:modified>
</cp:coreProperties>
</file>