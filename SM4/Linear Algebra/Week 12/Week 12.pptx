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sldIdLst>
    <p:sldId id="274" r:id="rId2"/>
    <p:sldId id="309" r:id="rId3"/>
    <p:sldId id="310" r:id="rId4"/>
    <p:sldId id="311" r:id="rId5"/>
    <p:sldId id="312" r:id="rId6"/>
    <p:sldId id="313" r:id="rId7"/>
    <p:sldId id="314" r:id="rId8"/>
    <p:sldId id="315" r:id="rId9"/>
    <p:sldId id="308" r:id="rId10"/>
    <p:sldId id="299" r:id="rId11"/>
    <p:sldId id="300" r:id="rId12"/>
    <p:sldId id="301" r:id="rId13"/>
    <p:sldId id="302" r:id="rId14"/>
    <p:sldId id="303" r:id="rId15"/>
    <p:sldId id="304" r:id="rId16"/>
    <p:sldId id="305" r:id="rId17"/>
    <p:sldId id="306" r:id="rId18"/>
    <p:sldId id="307" r:id="rId19"/>
    <p:sldId id="318" r:id="rId20"/>
    <p:sldId id="319" r:id="rId21"/>
    <p:sldId id="320" r:id="rId22"/>
    <p:sldId id="321" r:id="rId23"/>
    <p:sldId id="322" r:id="rId24"/>
    <p:sldId id="323" r:id="rId25"/>
    <p:sldId id="324" r:id="rId26"/>
    <p:sldId id="325" r:id="rId27"/>
    <p:sldId id="326" r:id="rId28"/>
    <p:sldId id="330" r:id="rId29"/>
    <p:sldId id="331" r:id="rId30"/>
    <p:sldId id="327" r:id="rId31"/>
    <p:sldId id="328" r:id="rId32"/>
    <p:sldId id="329" r:id="rId33"/>
    <p:sldId id="332" r:id="rId34"/>
    <p:sldId id="333" r:id="rId35"/>
    <p:sldId id="334" r:id="rId36"/>
    <p:sldId id="335" r:id="rId37"/>
    <p:sldId id="336" r:id="rId38"/>
    <p:sldId id="298" r:id="rId3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63" autoAdjust="0"/>
    <p:restoredTop sz="94660"/>
  </p:normalViewPr>
  <p:slideViewPr>
    <p:cSldViewPr snapToGrid="0">
      <p:cViewPr varScale="1">
        <p:scale>
          <a:sx n="85" d="100"/>
          <a:sy n="85" d="100"/>
        </p:scale>
        <p:origin x="36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DB154-1172-413B-83B6-FBAD93949B4F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E0819-FDA4-401F-972E-910F68A9A2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4847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DB154-1172-413B-83B6-FBAD93949B4F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E0819-FDA4-401F-972E-910F68A9A2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796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DB154-1172-413B-83B6-FBAD93949B4F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E0819-FDA4-401F-972E-910F68A9A2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078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DB154-1172-413B-83B6-FBAD93949B4F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E0819-FDA4-401F-972E-910F68A9A2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4830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DB154-1172-413B-83B6-FBAD93949B4F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E0819-FDA4-401F-972E-910F68A9A2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1633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DB154-1172-413B-83B6-FBAD93949B4F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E0819-FDA4-401F-972E-910F68A9A2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23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DB154-1172-413B-83B6-FBAD93949B4F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E0819-FDA4-401F-972E-910F68A9A2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1514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DB154-1172-413B-83B6-FBAD93949B4F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E0819-FDA4-401F-972E-910F68A9A2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9257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DB154-1172-413B-83B6-FBAD93949B4F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E0819-FDA4-401F-972E-910F68A9A2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63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DB154-1172-413B-83B6-FBAD93949B4F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E0819-FDA4-401F-972E-910F68A9A2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7302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DB154-1172-413B-83B6-FBAD93949B4F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E0819-FDA4-401F-972E-910F68A9A2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135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6DB154-1172-413B-83B6-FBAD93949B4F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DE0819-FDA4-401F-972E-910F68A9A2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9328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hyperlink" Target="mailto:farhan.ali@bnu.edu.pk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u="sng" dirty="0"/>
              <a:t>Week 12</a:t>
            </a:r>
            <a:br>
              <a:rPr lang="en-US" u="sng" dirty="0"/>
            </a:br>
            <a:r>
              <a:rPr lang="en-US" u="sng" dirty="0"/>
              <a:t>Linear Algebra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76400"/>
            <a:ext cx="7620000" cy="4724400"/>
          </a:xfrm>
        </p:spPr>
        <p:txBody>
          <a:bodyPr/>
          <a:lstStyle/>
          <a:p>
            <a:pPr marL="114300" indent="0" algn="ctr">
              <a:buNone/>
            </a:pPr>
            <a:r>
              <a:rPr lang="en-US" u="sng" spc="-1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By </a:t>
            </a:r>
          </a:p>
          <a:p>
            <a:pPr marL="114300" indent="0" algn="ctr">
              <a:buNone/>
            </a:pPr>
            <a:r>
              <a:rPr lang="en-US" u="sng" spc="-1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Mr. Farhan Ali</a:t>
            </a:r>
          </a:p>
          <a:p>
            <a:pPr marL="114300" indent="0" algn="ctr">
              <a:buNone/>
            </a:pPr>
            <a:r>
              <a:rPr lang="en-US" u="sng" spc="-100" dirty="0">
                <a:solidFill>
                  <a:schemeClr val="tx2"/>
                </a:solidFill>
                <a:latin typeface="+mj-lt"/>
                <a:ea typeface="+mj-ea"/>
                <a:cs typeface="+mj-cs"/>
                <a:hlinkClick r:id="rId2"/>
              </a:rPr>
              <a:t>farhan.ali@bnu.edu.pk</a:t>
            </a:r>
            <a:endParaRPr lang="en-US" u="sng" spc="-1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pPr marL="114300" indent="0" algn="ctr">
              <a:buNone/>
            </a:pPr>
            <a:r>
              <a:rPr lang="en-US" dirty="0"/>
              <a:t>Beaconhouse National University, Lahore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409FD-7EA0-4D78-AF72-F1753EEDC5C0}" type="slidenum">
              <a:rPr lang="en-US" smtClean="0"/>
              <a:t>1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0593" y="3917062"/>
            <a:ext cx="2437373" cy="2098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791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D54699E-5518-4651-BAEF-30091F3F88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4377" y="998938"/>
            <a:ext cx="10210800" cy="3456522"/>
          </a:xfrm>
        </p:spPr>
      </p:pic>
    </p:spTree>
    <p:extLst>
      <p:ext uri="{BB962C8B-B14F-4D97-AF65-F5344CB8AC3E}">
        <p14:creationId xmlns:p14="http://schemas.microsoft.com/office/powerpoint/2010/main" val="21692277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A81A19F-1688-48B2-856C-A7B6CEAD60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5623" y="695092"/>
            <a:ext cx="3221553" cy="688576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F9CCD9A-51B2-4CE3-8F78-88705CAED7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899" y="1854512"/>
            <a:ext cx="9136972" cy="2448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2371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00436D7-17E4-4E03-AB8F-270C53F703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922" y="292659"/>
            <a:ext cx="11040752" cy="5875059"/>
          </a:xfrm>
        </p:spPr>
      </p:pic>
    </p:spTree>
    <p:extLst>
      <p:ext uri="{BB962C8B-B14F-4D97-AF65-F5344CB8AC3E}">
        <p14:creationId xmlns:p14="http://schemas.microsoft.com/office/powerpoint/2010/main" val="19488184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1426F8F-672A-4ED0-83C7-BD4CEFEA52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520" y="454025"/>
            <a:ext cx="10667911" cy="5453716"/>
          </a:xfrm>
        </p:spPr>
      </p:pic>
    </p:spTree>
    <p:extLst>
      <p:ext uri="{BB962C8B-B14F-4D97-AF65-F5344CB8AC3E}">
        <p14:creationId xmlns:p14="http://schemas.microsoft.com/office/powerpoint/2010/main" val="5951177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F8C295-20AC-4F8A-B9CA-B814262354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890" y="607570"/>
            <a:ext cx="10422797" cy="5712547"/>
          </a:xfrm>
        </p:spPr>
      </p:pic>
    </p:spTree>
    <p:extLst>
      <p:ext uri="{BB962C8B-B14F-4D97-AF65-F5344CB8AC3E}">
        <p14:creationId xmlns:p14="http://schemas.microsoft.com/office/powerpoint/2010/main" val="22467206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E12323C-E94E-42E5-A745-0200089737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486" y="531598"/>
            <a:ext cx="10101349" cy="5617094"/>
          </a:xfrm>
        </p:spPr>
      </p:pic>
    </p:spTree>
    <p:extLst>
      <p:ext uri="{BB962C8B-B14F-4D97-AF65-F5344CB8AC3E}">
        <p14:creationId xmlns:p14="http://schemas.microsoft.com/office/powerpoint/2010/main" val="29290528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4044B44-F738-433F-91AC-0D981230C9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317" y="472183"/>
            <a:ext cx="10572224" cy="5561063"/>
          </a:xfrm>
        </p:spPr>
      </p:pic>
    </p:spTree>
    <p:extLst>
      <p:ext uri="{BB962C8B-B14F-4D97-AF65-F5344CB8AC3E}">
        <p14:creationId xmlns:p14="http://schemas.microsoft.com/office/powerpoint/2010/main" val="24195856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76C7032-53D2-4988-9776-18549938CF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0565" y="144286"/>
            <a:ext cx="9798423" cy="6713714"/>
          </a:xfrm>
        </p:spPr>
      </p:pic>
    </p:spTree>
    <p:extLst>
      <p:ext uri="{BB962C8B-B14F-4D97-AF65-F5344CB8AC3E}">
        <p14:creationId xmlns:p14="http://schemas.microsoft.com/office/powerpoint/2010/main" val="33643542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8DB8DAE-7717-4740-B1E0-FA3A5A58BB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4306" y="457200"/>
            <a:ext cx="7709647" cy="5719763"/>
          </a:xfrm>
        </p:spPr>
      </p:pic>
    </p:spTree>
    <p:extLst>
      <p:ext uri="{BB962C8B-B14F-4D97-AF65-F5344CB8AC3E}">
        <p14:creationId xmlns:p14="http://schemas.microsoft.com/office/powerpoint/2010/main" val="11685732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431E6FA-8744-4DD0-9326-A4FC018C85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2259" y="678143"/>
            <a:ext cx="8050306" cy="5633010"/>
          </a:xfrm>
        </p:spPr>
      </p:pic>
    </p:spTree>
    <p:extLst>
      <p:ext uri="{BB962C8B-B14F-4D97-AF65-F5344CB8AC3E}">
        <p14:creationId xmlns:p14="http://schemas.microsoft.com/office/powerpoint/2010/main" val="20030732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1193768-B813-4D3F-BDD7-384E5B642D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6071" y="466165"/>
            <a:ext cx="9332258" cy="5710798"/>
          </a:xfrm>
        </p:spPr>
      </p:pic>
    </p:spTree>
    <p:extLst>
      <p:ext uri="{BB962C8B-B14F-4D97-AF65-F5344CB8AC3E}">
        <p14:creationId xmlns:p14="http://schemas.microsoft.com/office/powerpoint/2010/main" val="31371448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DD6C886-F4D3-4F35-8817-4EE550BF8C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0212" y="376518"/>
            <a:ext cx="9161929" cy="6078070"/>
          </a:xfrm>
        </p:spPr>
      </p:pic>
    </p:spTree>
    <p:extLst>
      <p:ext uri="{BB962C8B-B14F-4D97-AF65-F5344CB8AC3E}">
        <p14:creationId xmlns:p14="http://schemas.microsoft.com/office/powerpoint/2010/main" val="4460105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83D7FA6-9558-4C95-BE69-B3E70C06E3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1860" y="376518"/>
            <a:ext cx="7817222" cy="6239435"/>
          </a:xfrm>
        </p:spPr>
      </p:pic>
    </p:spTree>
    <p:extLst>
      <p:ext uri="{BB962C8B-B14F-4D97-AF65-F5344CB8AC3E}">
        <p14:creationId xmlns:p14="http://schemas.microsoft.com/office/powerpoint/2010/main" val="33229705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35DC054-3F55-40DD-A0C2-86547665F4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3623" y="502024"/>
            <a:ext cx="7207623" cy="5827058"/>
          </a:xfrm>
        </p:spPr>
      </p:pic>
    </p:spTree>
    <p:extLst>
      <p:ext uri="{BB962C8B-B14F-4D97-AF65-F5344CB8AC3E}">
        <p14:creationId xmlns:p14="http://schemas.microsoft.com/office/powerpoint/2010/main" val="17917367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6937474-E815-4302-9E5D-17771226E9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2212" y="385482"/>
            <a:ext cx="7987553" cy="6131859"/>
          </a:xfrm>
        </p:spPr>
      </p:pic>
    </p:spTree>
    <p:extLst>
      <p:ext uri="{BB962C8B-B14F-4D97-AF65-F5344CB8AC3E}">
        <p14:creationId xmlns:p14="http://schemas.microsoft.com/office/powerpoint/2010/main" val="42080587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B071433-ED7D-4195-A3B2-31CBCE110D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5272" y="358588"/>
            <a:ext cx="7871010" cy="5818375"/>
          </a:xfrm>
        </p:spPr>
      </p:pic>
    </p:spTree>
    <p:extLst>
      <p:ext uri="{BB962C8B-B14F-4D97-AF65-F5344CB8AC3E}">
        <p14:creationId xmlns:p14="http://schemas.microsoft.com/office/powerpoint/2010/main" val="17635390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6389007-AF06-48F3-BDBD-1AC3EA236E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8353" y="304801"/>
            <a:ext cx="5827740" cy="5803606"/>
          </a:xfrm>
        </p:spPr>
      </p:pic>
    </p:spTree>
    <p:extLst>
      <p:ext uri="{BB962C8B-B14F-4D97-AF65-F5344CB8AC3E}">
        <p14:creationId xmlns:p14="http://schemas.microsoft.com/office/powerpoint/2010/main" val="18351395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CB1F9B1-3873-414A-ADBF-FA8CF4CA1B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680" y="741597"/>
            <a:ext cx="9783331" cy="4789627"/>
          </a:xfrm>
        </p:spPr>
      </p:pic>
    </p:spTree>
    <p:extLst>
      <p:ext uri="{BB962C8B-B14F-4D97-AF65-F5344CB8AC3E}">
        <p14:creationId xmlns:p14="http://schemas.microsoft.com/office/powerpoint/2010/main" val="6537165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C2C3A67-612E-4235-ABE4-F3C3A6AB37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860" y="1301937"/>
            <a:ext cx="10442280" cy="4014134"/>
          </a:xfrm>
        </p:spPr>
      </p:pic>
    </p:spTree>
    <p:extLst>
      <p:ext uri="{BB962C8B-B14F-4D97-AF65-F5344CB8AC3E}">
        <p14:creationId xmlns:p14="http://schemas.microsoft.com/office/powerpoint/2010/main" val="1216546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D30162-99EC-44E9-9E05-DD17DE430C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907" y="1219037"/>
            <a:ext cx="10544096" cy="3630869"/>
          </a:xfrm>
        </p:spPr>
      </p:pic>
    </p:spTree>
    <p:extLst>
      <p:ext uri="{BB962C8B-B14F-4D97-AF65-F5344CB8AC3E}">
        <p14:creationId xmlns:p14="http://schemas.microsoft.com/office/powerpoint/2010/main" val="34723392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77BB15C-EB71-4D81-8CEC-D89ED16D27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929" y="609345"/>
            <a:ext cx="10352060" cy="5453423"/>
          </a:xfrm>
        </p:spPr>
      </p:pic>
    </p:spTree>
    <p:extLst>
      <p:ext uri="{BB962C8B-B14F-4D97-AF65-F5344CB8AC3E}">
        <p14:creationId xmlns:p14="http://schemas.microsoft.com/office/powerpoint/2010/main" val="11904080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EC44525-6C32-4598-AF9A-94D8DCB38A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3024" y="943376"/>
            <a:ext cx="10053382" cy="2485624"/>
          </a:xfrm>
        </p:spPr>
      </p:pic>
    </p:spTree>
    <p:extLst>
      <p:ext uri="{BB962C8B-B14F-4D97-AF65-F5344CB8AC3E}">
        <p14:creationId xmlns:p14="http://schemas.microsoft.com/office/powerpoint/2010/main" val="2854931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97430A7-3B37-4C57-AC66-0820B8EBD3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697" y="376518"/>
            <a:ext cx="7061255" cy="1081088"/>
          </a:xfrm>
        </p:spPr>
      </p:pic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0B8B98C6-2E4B-491B-9252-6369BFB80A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697" y="2039261"/>
            <a:ext cx="9571235" cy="3554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89588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DF7710F4-0318-4F20-B79D-B2A2E096B3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092" y="2024752"/>
            <a:ext cx="10289167" cy="2045224"/>
          </a:xfrm>
        </p:spPr>
      </p:pic>
    </p:spTree>
    <p:extLst>
      <p:ext uri="{BB962C8B-B14F-4D97-AF65-F5344CB8AC3E}">
        <p14:creationId xmlns:p14="http://schemas.microsoft.com/office/powerpoint/2010/main" val="21225421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76FB6C3-562F-4585-B50F-96521E0A86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7160" y="637360"/>
            <a:ext cx="9163264" cy="5507901"/>
          </a:xfrm>
        </p:spPr>
      </p:pic>
    </p:spTree>
    <p:extLst>
      <p:ext uri="{BB962C8B-B14F-4D97-AF65-F5344CB8AC3E}">
        <p14:creationId xmlns:p14="http://schemas.microsoft.com/office/powerpoint/2010/main" val="33110328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DF97D60-05FB-4233-9681-3D2E4827C2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0447" y="948947"/>
            <a:ext cx="8855159" cy="4268512"/>
          </a:xfrm>
        </p:spPr>
      </p:pic>
    </p:spTree>
    <p:extLst>
      <p:ext uri="{BB962C8B-B14F-4D97-AF65-F5344CB8AC3E}">
        <p14:creationId xmlns:p14="http://schemas.microsoft.com/office/powerpoint/2010/main" val="7136553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A6D1330-8C55-4819-8960-CD8365C010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610" y="690913"/>
            <a:ext cx="10368202" cy="5689159"/>
          </a:xfrm>
        </p:spPr>
      </p:pic>
    </p:spTree>
    <p:extLst>
      <p:ext uri="{BB962C8B-B14F-4D97-AF65-F5344CB8AC3E}">
        <p14:creationId xmlns:p14="http://schemas.microsoft.com/office/powerpoint/2010/main" val="7091585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41E5585-63B3-4F38-9D15-69CD18636F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428" y="287084"/>
            <a:ext cx="11270580" cy="5817881"/>
          </a:xfrm>
        </p:spPr>
      </p:pic>
    </p:spTree>
    <p:extLst>
      <p:ext uri="{BB962C8B-B14F-4D97-AF65-F5344CB8AC3E}">
        <p14:creationId xmlns:p14="http://schemas.microsoft.com/office/powerpoint/2010/main" val="21478217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A3D7DB8-889F-453E-B51D-1F746CD726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3701" y="301625"/>
            <a:ext cx="9064598" cy="5997506"/>
          </a:xfrm>
        </p:spPr>
      </p:pic>
    </p:spTree>
    <p:extLst>
      <p:ext uri="{BB962C8B-B14F-4D97-AF65-F5344CB8AC3E}">
        <p14:creationId xmlns:p14="http://schemas.microsoft.com/office/powerpoint/2010/main" val="163631235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A940D52-A41F-457A-AA56-86990CB31D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9485" y="1690329"/>
            <a:ext cx="8397215" cy="3123717"/>
          </a:xfrm>
        </p:spPr>
      </p:pic>
    </p:spTree>
    <p:extLst>
      <p:ext uri="{BB962C8B-B14F-4D97-AF65-F5344CB8AC3E}">
        <p14:creationId xmlns:p14="http://schemas.microsoft.com/office/powerpoint/2010/main" val="10157822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2C24872-EA61-4CEC-8D36-B856B78730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699" y="715382"/>
            <a:ext cx="9613822" cy="4268994"/>
          </a:xfrm>
        </p:spPr>
      </p:pic>
    </p:spTree>
    <p:extLst>
      <p:ext uri="{BB962C8B-B14F-4D97-AF65-F5344CB8AC3E}">
        <p14:creationId xmlns:p14="http://schemas.microsoft.com/office/powerpoint/2010/main" val="339555395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41948DD-2B54-4C93-B757-D3CD333F20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0601" y="705036"/>
            <a:ext cx="7790975" cy="5327953"/>
          </a:xfrm>
        </p:spPr>
      </p:pic>
    </p:spTree>
    <p:extLst>
      <p:ext uri="{BB962C8B-B14F-4D97-AF65-F5344CB8AC3E}">
        <p14:creationId xmlns:p14="http://schemas.microsoft.com/office/powerpoint/2010/main" val="375555041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F23BA38-FF3A-4352-A9EB-B7B040FD71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104" y="421725"/>
            <a:ext cx="9096908" cy="5831226"/>
          </a:xfrm>
        </p:spPr>
      </p:pic>
    </p:spTree>
    <p:extLst>
      <p:ext uri="{BB962C8B-B14F-4D97-AF65-F5344CB8AC3E}">
        <p14:creationId xmlns:p14="http://schemas.microsoft.com/office/powerpoint/2010/main" val="114824231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733EBBC-34A1-478C-926D-4844009A4B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885" y="418165"/>
            <a:ext cx="9368268" cy="6018271"/>
          </a:xfrm>
        </p:spPr>
      </p:pic>
    </p:spTree>
    <p:extLst>
      <p:ext uri="{BB962C8B-B14F-4D97-AF65-F5344CB8AC3E}">
        <p14:creationId xmlns:p14="http://schemas.microsoft.com/office/powerpoint/2010/main" val="127298629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21C0B98-3A9B-49D7-8B0C-FDC6993A5F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5785" y="568192"/>
            <a:ext cx="7356122" cy="5721616"/>
          </a:xfrm>
        </p:spPr>
      </p:pic>
    </p:spTree>
    <p:extLst>
      <p:ext uri="{BB962C8B-B14F-4D97-AF65-F5344CB8AC3E}">
        <p14:creationId xmlns:p14="http://schemas.microsoft.com/office/powerpoint/2010/main" val="223633909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87FD113-1803-466C-86BF-2EB97AE733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1639" y="1901255"/>
            <a:ext cx="8635217" cy="2509379"/>
          </a:xfrm>
        </p:spPr>
      </p:pic>
    </p:spTree>
    <p:extLst>
      <p:ext uri="{BB962C8B-B14F-4D97-AF65-F5344CB8AC3E}">
        <p14:creationId xmlns:p14="http://schemas.microsoft.com/office/powerpoint/2010/main" val="228503015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B20ADBC-C966-44D7-8110-AED8D469A595}"/>
              </a:ext>
            </a:extLst>
          </p:cNvPr>
          <p:cNvSpPr/>
          <p:nvPr/>
        </p:nvSpPr>
        <p:spPr>
          <a:xfrm>
            <a:off x="3289148" y="2079830"/>
            <a:ext cx="5273047" cy="144655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8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Thank  You</a:t>
            </a:r>
          </a:p>
        </p:txBody>
      </p:sp>
    </p:spTree>
    <p:extLst>
      <p:ext uri="{BB962C8B-B14F-4D97-AF65-F5344CB8AC3E}">
        <p14:creationId xmlns:p14="http://schemas.microsoft.com/office/powerpoint/2010/main" val="17927018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951</TotalTime>
  <Words>24</Words>
  <Application>Microsoft Office PowerPoint</Application>
  <PresentationFormat>Widescreen</PresentationFormat>
  <Paragraphs>7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2" baseType="lpstr">
      <vt:lpstr>Arial</vt:lpstr>
      <vt:lpstr>Calibri</vt:lpstr>
      <vt:lpstr>Calibri Light</vt:lpstr>
      <vt:lpstr>Office Theme</vt:lpstr>
      <vt:lpstr>Week 12 Linear Algebra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 Linear Algebra</dc:title>
  <dc:creator>Farhan Ali</dc:creator>
  <cp:lastModifiedBy>Farhan Ali</cp:lastModifiedBy>
  <cp:revision>46</cp:revision>
  <dcterms:created xsi:type="dcterms:W3CDTF">2025-02-10T06:58:14Z</dcterms:created>
  <dcterms:modified xsi:type="dcterms:W3CDTF">2025-04-29T04:27:27Z</dcterms:modified>
</cp:coreProperties>
</file>