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74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29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8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9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7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8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5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3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DB154-1172-413B-83B6-FBAD93949B4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819-FDA4-401F-972E-910F68A9A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mailto:farhan.ali@bnu.edu.p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u="sng"/>
              <a:t>Week 6</a:t>
            </a:r>
            <a:br>
              <a:rPr lang="en-US" u="sng" dirty="0"/>
            </a:br>
            <a:r>
              <a:rPr lang="en-US" u="sng" dirty="0"/>
              <a:t>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7620000" cy="4724400"/>
          </a:xfrm>
        </p:spPr>
        <p:txBody>
          <a:bodyPr/>
          <a:lstStyle/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By </a:t>
            </a:r>
          </a:p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Mr. </a:t>
            </a:r>
            <a:r>
              <a:rPr lang="en-US" u="sng" spc="-1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Farhan</a:t>
            </a: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Ali</a:t>
            </a:r>
          </a:p>
          <a:p>
            <a:pPr marL="114300" indent="0" algn="ctr">
              <a:buNone/>
            </a:pPr>
            <a:r>
              <a:rPr lang="en-US" u="sng" spc="-1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farhan.ali@bnu.edu.pk</a:t>
            </a:r>
            <a:endParaRPr lang="en-US" u="sng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114300" indent="0" algn="ctr">
              <a:buNone/>
            </a:pPr>
            <a:r>
              <a:rPr lang="en-US" dirty="0"/>
              <a:t>Beaconhouse National University, Lahore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09FD-7EA0-4D78-AF72-F1753EEDC5C0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593" y="3917062"/>
            <a:ext cx="2437373" cy="20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F386C2-CE9F-4938-AF42-B97272B69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83" y="584109"/>
            <a:ext cx="8866176" cy="11819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17FDCA-BEC2-4353-B5BE-9A1743A04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87" y="2465295"/>
            <a:ext cx="9525825" cy="351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5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BA4708-68D3-4233-8D1A-8F6B9F270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63" y="806021"/>
            <a:ext cx="3711262" cy="61727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96CF5A-AB43-4013-B45A-CEF53C299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074" y="1607479"/>
            <a:ext cx="5263302" cy="395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6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94726F-4110-4987-A99D-FF89E6EB6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86" y="615388"/>
            <a:ext cx="9685985" cy="5830437"/>
          </a:xfrm>
        </p:spPr>
      </p:pic>
    </p:spTree>
    <p:extLst>
      <p:ext uri="{BB962C8B-B14F-4D97-AF65-F5344CB8AC3E}">
        <p14:creationId xmlns:p14="http://schemas.microsoft.com/office/powerpoint/2010/main" val="313306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CF585-C3B4-4873-B50A-F9BDF7E78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94" y="662424"/>
            <a:ext cx="10515600" cy="4617788"/>
          </a:xfrm>
        </p:spPr>
      </p:pic>
    </p:spTree>
    <p:extLst>
      <p:ext uri="{BB962C8B-B14F-4D97-AF65-F5344CB8AC3E}">
        <p14:creationId xmlns:p14="http://schemas.microsoft.com/office/powerpoint/2010/main" val="388727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273C71-C15D-4B3C-A9A4-BE406276B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23" y="1880235"/>
            <a:ext cx="10515600" cy="2014930"/>
          </a:xfrm>
        </p:spPr>
      </p:pic>
    </p:spTree>
    <p:extLst>
      <p:ext uri="{BB962C8B-B14F-4D97-AF65-F5344CB8AC3E}">
        <p14:creationId xmlns:p14="http://schemas.microsoft.com/office/powerpoint/2010/main" val="93293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BB84F5-6F98-424A-AE0F-7C9307076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6" y="310937"/>
            <a:ext cx="10515600" cy="5390616"/>
          </a:xfrm>
        </p:spPr>
      </p:pic>
    </p:spTree>
    <p:extLst>
      <p:ext uri="{BB962C8B-B14F-4D97-AF65-F5344CB8AC3E}">
        <p14:creationId xmlns:p14="http://schemas.microsoft.com/office/powerpoint/2010/main" val="211174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4DB7B9-32C7-416C-9BA6-12255BDF1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66" y="651249"/>
            <a:ext cx="10568646" cy="5663142"/>
          </a:xfrm>
        </p:spPr>
      </p:pic>
    </p:spTree>
    <p:extLst>
      <p:ext uri="{BB962C8B-B14F-4D97-AF65-F5344CB8AC3E}">
        <p14:creationId xmlns:p14="http://schemas.microsoft.com/office/powerpoint/2010/main" val="305222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8C53F1-33C2-4251-8754-DFFFA851D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67" y="516778"/>
            <a:ext cx="10554615" cy="5790700"/>
          </a:xfrm>
        </p:spPr>
      </p:pic>
    </p:spTree>
    <p:extLst>
      <p:ext uri="{BB962C8B-B14F-4D97-AF65-F5344CB8AC3E}">
        <p14:creationId xmlns:p14="http://schemas.microsoft.com/office/powerpoint/2010/main" val="403332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90F714-0000-4BA7-AE88-9E7238DBF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55" y="546605"/>
            <a:ext cx="9352198" cy="5764790"/>
          </a:xfrm>
        </p:spPr>
      </p:pic>
    </p:spTree>
    <p:extLst>
      <p:ext uri="{BB962C8B-B14F-4D97-AF65-F5344CB8AC3E}">
        <p14:creationId xmlns:p14="http://schemas.microsoft.com/office/powerpoint/2010/main" val="1731510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F2A78-504C-4512-8E1D-CDA2190A9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32" y="480919"/>
            <a:ext cx="9788273" cy="5823210"/>
          </a:xfrm>
        </p:spPr>
      </p:pic>
    </p:spTree>
    <p:extLst>
      <p:ext uri="{BB962C8B-B14F-4D97-AF65-F5344CB8AC3E}">
        <p14:creationId xmlns:p14="http://schemas.microsoft.com/office/powerpoint/2010/main" val="2023870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3EB6FC-5E05-4A80-BD08-B6B49EC9D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84" y="891319"/>
            <a:ext cx="9459898" cy="4137881"/>
          </a:xfrm>
        </p:spPr>
      </p:pic>
    </p:spTree>
    <p:extLst>
      <p:ext uri="{BB962C8B-B14F-4D97-AF65-F5344CB8AC3E}">
        <p14:creationId xmlns:p14="http://schemas.microsoft.com/office/powerpoint/2010/main" val="385617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1D921-8AA7-4535-ACA9-FA1B70DAB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842" y="215154"/>
            <a:ext cx="6789958" cy="5620870"/>
          </a:xfrm>
        </p:spPr>
      </p:pic>
    </p:spTree>
    <p:extLst>
      <p:ext uri="{BB962C8B-B14F-4D97-AF65-F5344CB8AC3E}">
        <p14:creationId xmlns:p14="http://schemas.microsoft.com/office/powerpoint/2010/main" val="344859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996E78-68CD-4576-A479-7E7021CE2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79" y="749752"/>
            <a:ext cx="2674852" cy="5563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DA471-ACE7-4E39-93B6-29E31A560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79" y="2017234"/>
            <a:ext cx="8890561" cy="266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87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7C3439-7DAB-422E-BA82-37F8886DD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357" y="1088516"/>
            <a:ext cx="9083827" cy="3770353"/>
          </a:xfrm>
        </p:spPr>
      </p:pic>
    </p:spTree>
    <p:extLst>
      <p:ext uri="{BB962C8B-B14F-4D97-AF65-F5344CB8AC3E}">
        <p14:creationId xmlns:p14="http://schemas.microsoft.com/office/powerpoint/2010/main" val="1111756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73895-3EA1-4E51-8700-8F7512671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357" y="444294"/>
            <a:ext cx="3261643" cy="17679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8CF34-5108-4320-A784-B8DA855E2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5" y="2407574"/>
            <a:ext cx="9205758" cy="29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1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E41C-360D-4267-B023-2985FAAB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D5DA9-D88C-473D-95FA-E823049D7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5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20ADBC-C966-44D7-8110-AED8D469A595}"/>
              </a:ext>
            </a:extLst>
          </p:cNvPr>
          <p:cNvSpPr/>
          <p:nvPr/>
        </p:nvSpPr>
        <p:spPr>
          <a:xfrm>
            <a:off x="3289148" y="2079830"/>
            <a:ext cx="527304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792701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571</TotalTime>
  <Words>24</Words>
  <Application>Microsoft Office PowerPoint</Application>
  <PresentationFormat>Widescreen</PresentationFormat>
  <Paragraphs>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Week 6 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Linear Algebra</dc:title>
  <dc:creator>Farhan Ali</dc:creator>
  <cp:lastModifiedBy>Farhan Ali</cp:lastModifiedBy>
  <cp:revision>47</cp:revision>
  <dcterms:created xsi:type="dcterms:W3CDTF">2025-02-10T06:58:14Z</dcterms:created>
  <dcterms:modified xsi:type="dcterms:W3CDTF">2025-03-17T15:50:49Z</dcterms:modified>
</cp:coreProperties>
</file>