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5" r:id="rId4"/>
    <p:sldId id="266" r:id="rId5"/>
    <p:sldId id="267" r:id="rId6"/>
    <p:sldId id="268" r:id="rId7"/>
    <p:sldId id="271" r:id="rId8"/>
    <p:sldId id="269" r:id="rId9"/>
    <p:sldId id="289" r:id="rId10"/>
    <p:sldId id="272" r:id="rId11"/>
    <p:sldId id="273" r:id="rId12"/>
    <p:sldId id="274" r:id="rId13"/>
    <p:sldId id="275" r:id="rId14"/>
    <p:sldId id="276" r:id="rId15"/>
    <p:sldId id="277" r:id="rId16"/>
    <p:sldId id="282" r:id="rId17"/>
    <p:sldId id="283" r:id="rId18"/>
    <p:sldId id="284" r:id="rId19"/>
    <p:sldId id="285" r:id="rId20"/>
    <p:sldId id="278" r:id="rId21"/>
    <p:sldId id="287" r:id="rId22"/>
    <p:sldId id="288" r:id="rId23"/>
    <p:sldId id="303" r:id="rId24"/>
    <p:sldId id="291" r:id="rId25"/>
    <p:sldId id="293" r:id="rId26"/>
    <p:sldId id="294" r:id="rId27"/>
    <p:sldId id="292" r:id="rId28"/>
    <p:sldId id="299" r:id="rId29"/>
    <p:sldId id="300" r:id="rId30"/>
    <p:sldId id="290" r:id="rId31"/>
    <p:sldId id="301" r:id="rId32"/>
    <p:sldId id="295" r:id="rId33"/>
    <p:sldId id="296" r:id="rId34"/>
    <p:sldId id="297" r:id="rId35"/>
    <p:sldId id="298" r:id="rId36"/>
    <p:sldId id="307" r:id="rId37"/>
    <p:sldId id="308" r:id="rId38"/>
    <p:sldId id="304" r:id="rId39"/>
    <p:sldId id="305" r:id="rId40"/>
    <p:sldId id="306" r:id="rId41"/>
    <p:sldId id="26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77" autoAdjust="0"/>
    <p:restoredTop sz="95407" autoAdjust="0"/>
  </p:normalViewPr>
  <p:slideViewPr>
    <p:cSldViewPr snapToGrid="0">
      <p:cViewPr varScale="1">
        <p:scale>
          <a:sx n="90" d="100"/>
          <a:sy n="90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55A-9C7F-533E-1E2F-D3FFF816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FF4B9-F7AE-2244-D80A-BFE978850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752C-DEC4-A4F1-8BA5-BC2F11F5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D95A-6AD7-AD1A-CAC6-06762A63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B5D8-F29F-962E-37C3-7B9B78A6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011D-690B-53E5-0658-77D25AB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2056-0CE3-E330-FB4F-85163F618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B32D-04BE-9E35-7DE2-B9614C9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DAA5-DCE3-5E5D-7DEE-9B20858C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329-9525-B89E-21BA-2B9D29F2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099-521B-880E-75ED-247D036C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A36E-5BBA-E71A-959D-2B2BAC81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7BFA-3B5B-9F20-31E2-6E8CCF60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5879-5A9C-37C7-4E56-3DB55F32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E2D5-08F3-B2C9-87B0-0915D077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DDCD-E607-8241-7D30-958C6D2F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EC62-2159-78BB-CFFD-BFC3A4BBF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AB8A5-836C-1F04-BAE3-5BAB54DD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7589D-BB1E-14D7-8D20-6C0B13B3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FD51-E539-C3B6-10D6-934360B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1E50C-CD05-37AC-6286-A2F94140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4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D731-CAA8-CADF-F60C-1D3F25D9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AFEB-2CB2-B6D7-0E94-4D921B62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49AD9-5C58-7111-1373-7AA229C9E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FBFB7-DF9D-FC54-8C82-FDFBC6B5E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38293-9769-F64E-8500-ADDA61E9D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8460B-7191-022E-274C-0090075F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43EE9-E81B-C8D8-A7DC-D68C3026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14294-7307-F2E9-44CC-2E1DB8FB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5195-AB68-35A3-D3DF-08E4C35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5CFEC-97E2-2605-5464-07196B5D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0E115-C74B-06E0-38C5-A99EAEDE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1E86E-A39C-E166-6AC3-D6AC3F09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D3FE-B228-156B-CC5F-77C84E3D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4EE74-037C-457D-EAA9-83757B20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BC729-443A-873A-C90D-6FB28CE8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5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275-D0D3-D064-40C0-20B4E308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571C-778C-C175-33C8-5835B450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A9F9-DAEB-26C8-0DC5-CD5428ED6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63589-7DAD-2C1C-8653-E76168DA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73A45-EC5C-4DFC-238A-92A25E2F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60179-4760-1F7D-BC26-0602A8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7D4E-B432-6BBC-EECE-93EA1AAC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D1C75-DC4C-D84F-456C-F06802804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20530-3209-722F-50D5-9506FBD9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E36EF-94E0-D544-CD98-F8923A7B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CE1F-AEEF-54AF-EC32-22E7798D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CB13A-9D52-D22C-D97A-4CD136B2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6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06E2-8829-34CD-396A-8C95BBED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B2CC-2E1F-6325-7DDC-C91A7EFC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34583-CF9E-5EE4-9761-E70365FB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E89B-1D05-85C5-3039-AA0E28ED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87E6-41D8-EC71-CD27-1F1824F3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AEE14-186B-2E54-2B5E-833BC943A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8876F-D66F-76D7-E6FB-AF0D61237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B0C1-EB10-DA74-E030-19711044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05D85-0FAE-FAC4-CCE3-AD62CB2D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822E2-37FC-06FD-1821-C442801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4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DE1E9-29B9-22F6-D11B-49AE8034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2C226-7EAB-FE95-F424-90180BED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AAE1-FFD8-B2E6-E734-40701A39D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1B2EE-9A5E-49DE-972F-A8D534F200B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F037-75D3-FD3C-03C4-A198485A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2A08-E8B5-3203-093F-88EBE5B56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14CB-861F-AA21-DA53-8C7A58B8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Pointers-Based Implementation of Lists (Linked List)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3E3C5-FD91-1B7B-138C-F42A39218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7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74F8-2F68-A547-13B1-DAA6E927F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9E45-A014-4982-7BF2-298F81E51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154D1-62D4-08BD-FB9B-EC7E37E48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7152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0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9524-81F8-5889-9E3F-710A70EA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Linked List Class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82619-F408-33DC-3B27-4210D5A2A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two classes: Node and List</a:t>
            </a:r>
          </a:p>
          <a:p>
            <a:r>
              <a:rPr lang="en-US" dirty="0"/>
              <a:t>Declare Node class for the nodes</a:t>
            </a:r>
          </a:p>
          <a:p>
            <a:pPr lvl="1"/>
            <a:r>
              <a:rPr lang="en-US" dirty="0"/>
              <a:t>data: double-type data in this example</a:t>
            </a:r>
          </a:p>
          <a:p>
            <a:pPr lvl="1"/>
            <a:r>
              <a:rPr lang="en-US" dirty="0"/>
              <a:t>next: a pointer to the next node in the 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FA34CB-1E2C-9BDB-A15A-E764B160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322" y="4001293"/>
            <a:ext cx="5655355" cy="177218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794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6F00-67C4-D2A3-CA41-DB95BB4C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Linked List Class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59F1-A327-B595-9297-E567791D5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Declare List, which contains</a:t>
            </a:r>
          </a:p>
          <a:p>
            <a:pPr lvl="1"/>
            <a:r>
              <a:rPr lang="en-US" dirty="0"/>
              <a:t>head: a pointer to the first node in the list</a:t>
            </a:r>
          </a:p>
          <a:p>
            <a:pPr lvl="1"/>
            <a:r>
              <a:rPr lang="en-US" dirty="0"/>
              <a:t>Since the list is empty initially, head is set to NULL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342DA7-55E6-B8C9-6BD4-C061CCFBF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7762"/>
            <a:ext cx="4429901" cy="3650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BB92B4-BEA1-A80D-8A1A-726FB072C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997" y="3429000"/>
            <a:ext cx="25146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7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60FF-BEF4-7043-D763-62613CC7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Linked List Class (3)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5422C-C954-AA55-CF4F-6DF92D42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Operations of List</a:t>
            </a:r>
          </a:p>
          <a:p>
            <a:pPr lvl="1"/>
            <a:r>
              <a:rPr lang="en-US" dirty="0"/>
              <a:t>Insert: insert a new node at a particular position</a:t>
            </a:r>
          </a:p>
          <a:p>
            <a:pPr lvl="1"/>
            <a:r>
              <a:rPr lang="en-US" dirty="0" err="1"/>
              <a:t>IsEmpty</a:t>
            </a:r>
            <a:r>
              <a:rPr lang="en-US" dirty="0"/>
              <a:t>: determine whether or not the list is empty</a:t>
            </a:r>
          </a:p>
          <a:p>
            <a:pPr lvl="1"/>
            <a:r>
              <a:rPr lang="en-US" dirty="0"/>
              <a:t>Find: find a node with a given value</a:t>
            </a:r>
          </a:p>
          <a:p>
            <a:pPr lvl="1"/>
            <a:r>
              <a:rPr lang="en-US" dirty="0"/>
              <a:t>Delete: delete a node with a given value</a:t>
            </a:r>
          </a:p>
          <a:p>
            <a:pPr lvl="1"/>
            <a:r>
              <a:rPr lang="en-US" dirty="0" err="1"/>
              <a:t>DisplayList</a:t>
            </a:r>
            <a:r>
              <a:rPr lang="en-US" dirty="0"/>
              <a:t>: print all the nodes in the list</a:t>
            </a:r>
          </a:p>
        </p:txBody>
      </p:sp>
    </p:spTree>
    <p:extLst>
      <p:ext uri="{BB962C8B-B14F-4D97-AF65-F5344CB8AC3E}">
        <p14:creationId xmlns:p14="http://schemas.microsoft.com/office/powerpoint/2010/main" val="149396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FF7B-08DA-02BE-2A0A-437FB416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76BF-0B60-40AD-D95E-1BB93A27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61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209D-8F83-9E4F-E59E-47D93A13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New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12857-6721-67E5-BDE3-1BD9BF167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 Insert(int index, double x)</a:t>
            </a:r>
          </a:p>
          <a:p>
            <a:pPr lvl="1"/>
            <a:r>
              <a:rPr lang="en-US" dirty="0"/>
              <a:t>Insert a node with data equal to x after the index elements</a:t>
            </a:r>
          </a:p>
          <a:p>
            <a:pPr lvl="1"/>
            <a:r>
              <a:rPr lang="en-US" dirty="0"/>
              <a:t>If the insertion is successful: Return true, Otherwise: return false</a:t>
            </a:r>
          </a:p>
          <a:p>
            <a:pPr lvl="1"/>
            <a:r>
              <a:rPr lang="en-US" dirty="0"/>
              <a:t>If index is &lt;= 0 or &gt; length of the list, the insertion will fail</a:t>
            </a:r>
          </a:p>
          <a:p>
            <a:r>
              <a:rPr lang="en-US" dirty="0"/>
              <a:t>Steps </a:t>
            </a:r>
          </a:p>
          <a:p>
            <a:pPr lvl="1"/>
            <a:r>
              <a:rPr lang="en-US" dirty="0"/>
              <a:t>1. Locate the element at the index position </a:t>
            </a:r>
          </a:p>
          <a:p>
            <a:pPr lvl="1"/>
            <a:r>
              <a:rPr lang="en-US" dirty="0"/>
              <a:t>2. Allocate memory for the new node, copy data into node </a:t>
            </a:r>
          </a:p>
          <a:p>
            <a:pPr lvl="1"/>
            <a:r>
              <a:rPr lang="en-US" dirty="0"/>
              <a:t>3. Point the new node to its successor (next node) </a:t>
            </a:r>
          </a:p>
          <a:p>
            <a:pPr lvl="1"/>
            <a:r>
              <a:rPr lang="en-US" dirty="0"/>
              <a:t>4. Point the new node’s predecessor (preceding node) to the new node</a:t>
            </a:r>
          </a:p>
        </p:txBody>
      </p:sp>
    </p:spTree>
    <p:extLst>
      <p:ext uri="{BB962C8B-B14F-4D97-AF65-F5344CB8AC3E}">
        <p14:creationId xmlns:p14="http://schemas.microsoft.com/office/powerpoint/2010/main" val="187737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8DA1F-31B1-42DB-5ECD-9F8272C5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3FAE-55F2-A397-894D-95B7E73C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New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698F7-F892-A005-3AAD-3F82E3DFC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Possible cases of Insert</a:t>
            </a:r>
          </a:p>
          <a:p>
            <a:r>
              <a:rPr lang="en-US" dirty="0"/>
              <a:t>1. Insert into an empty list </a:t>
            </a:r>
          </a:p>
          <a:p>
            <a:r>
              <a:rPr lang="en-US" dirty="0"/>
              <a:t>2. Insert at front </a:t>
            </a:r>
          </a:p>
          <a:p>
            <a:r>
              <a:rPr lang="en-US" dirty="0"/>
              <a:t>3. Insert at back </a:t>
            </a:r>
          </a:p>
          <a:p>
            <a:r>
              <a:rPr lang="en-US" dirty="0"/>
              <a:t>4. Insert in middle</a:t>
            </a:r>
          </a:p>
        </p:txBody>
      </p:sp>
    </p:spTree>
    <p:extLst>
      <p:ext uri="{BB962C8B-B14F-4D97-AF65-F5344CB8AC3E}">
        <p14:creationId xmlns:p14="http://schemas.microsoft.com/office/powerpoint/2010/main" val="2305414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E7ED-5C11-4422-CC6C-03D42B0E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After The Last Element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4A38B-C07D-D1B6-4D00-2F78EB703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last points to the last element of the list</a:t>
            </a:r>
          </a:p>
          <a:p>
            <a:pPr lvl="1"/>
            <a:r>
              <a:rPr lang="en-US" dirty="0"/>
              <a:t>We can add a new last item x by doing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01A7D-8F09-170C-4E80-9419A39B8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340" y="2839997"/>
            <a:ext cx="7693319" cy="401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2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70C1-980D-8A4C-9383-827B5945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After The Last Element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8442-69E1-87B7-99E6-B6DB3DA6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last points to the last element of the list</a:t>
            </a:r>
          </a:p>
          <a:p>
            <a:pPr lvl="1"/>
            <a:r>
              <a:rPr lang="en-US" dirty="0"/>
              <a:t>We can add a new last item x by doing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718C3-BE69-36D6-4D98-57DB5A34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431" y="2762740"/>
            <a:ext cx="7889137" cy="409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33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3601-B140-A99D-8E1C-97BE6B02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After The Last Element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963B-A776-7C00-3980-01745045A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last points to the last element of the list</a:t>
            </a:r>
          </a:p>
          <a:p>
            <a:pPr lvl="1"/>
            <a:r>
              <a:rPr lang="en-US" dirty="0"/>
              <a:t>We can add a new last item x by doing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8EF14-06B0-987B-7071-0E341F3A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683" y="2758222"/>
            <a:ext cx="7872634" cy="409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11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0DBE-78DB-6F11-F31E-D9817CE4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After The Last Element (4)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6909-9A5A-C3B0-BDD3-2054527D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last points to the last element of the list</a:t>
            </a:r>
          </a:p>
          <a:p>
            <a:pPr lvl="1"/>
            <a:r>
              <a:rPr lang="en-US" dirty="0"/>
              <a:t>We can add a new last item x by doing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F72FE-08C0-BA2E-7387-EBC305B1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861" y="2883282"/>
            <a:ext cx="7810278" cy="397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15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A153-1669-A453-BC75-2CF6C0A9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After The Last Element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2B931-7EE4-9589-8D61-299774FB2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last points to the last element of the list</a:t>
            </a:r>
          </a:p>
          <a:p>
            <a:pPr lvl="1"/>
            <a:r>
              <a:rPr lang="en-US" dirty="0"/>
              <a:t>We can add a new last item x by doing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D2692-E4C3-5BDB-0DE3-CE90787C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84" y="2833804"/>
            <a:ext cx="7894231" cy="403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6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828B2-5A16-5AF9-9103-07A30B99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At The Middle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60FC0-E8DD-4908-5663-9CB6D1AA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middle element of the list</a:t>
            </a:r>
          </a:p>
          <a:p>
            <a:pPr lvl="1"/>
            <a:r>
              <a:rPr lang="en-US" dirty="0"/>
              <a:t>We can add a new item x by doing this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A4FA6-694B-5443-C3BC-6273A5AFD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74" y="2803889"/>
            <a:ext cx="7431051" cy="405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73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B549-3706-5AB0-192A-E02B7CAA7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C79F-CA04-6950-7ACF-6FFA27D2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At The Middle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2FA2-8D63-6681-6D96-8DC60F466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middle element of the list</a:t>
            </a:r>
          </a:p>
          <a:p>
            <a:pPr lvl="1"/>
            <a:r>
              <a:rPr lang="en-US" dirty="0"/>
              <a:t>We can add a new item x by doing this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C80E0-8505-F81F-2DB2-2DBFAC239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80" y="2775098"/>
            <a:ext cx="7742840" cy="40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11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15DE-6DE4-8041-62E1-431A7BD2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296F-5E9B-CF75-2928-80421E9C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At The Middle (3)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2A60-C27B-1619-8B93-EC94B3D48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middle element of the list</a:t>
            </a:r>
          </a:p>
          <a:p>
            <a:pPr lvl="1"/>
            <a:r>
              <a:rPr lang="en-US" dirty="0"/>
              <a:t>We can add a new item x by doing this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F34E4-F17F-381B-EEC5-0C1688846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067" y="2668823"/>
            <a:ext cx="8077865" cy="418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1C96-916C-A0E6-BD8D-E95B723A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7FA7-33F1-15CB-AD2B-E60F2812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At The Middle (4)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CED51-FDCA-6B8C-20E6-F96129189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middle element of the list</a:t>
            </a:r>
          </a:p>
          <a:p>
            <a:pPr lvl="1"/>
            <a:r>
              <a:rPr lang="en-US" dirty="0"/>
              <a:t>We can add a new item x by doing this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53CDE-D7E1-4958-85BF-39506098F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952" y="2746387"/>
            <a:ext cx="7694095" cy="411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31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797EF-9727-F5BB-A28D-A463A618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5D90-262B-08C2-48DC-EBE26E69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At The Middle (5)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8A07-299B-E8D0-D66C-7F877FA75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middle element of the list</a:t>
            </a:r>
          </a:p>
          <a:p>
            <a:pPr lvl="1"/>
            <a:r>
              <a:rPr lang="en-US" dirty="0"/>
              <a:t>We can add a new item x by doing this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489C6C-EF39-1F70-7EE2-0B62156B2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290" y="2637196"/>
            <a:ext cx="8043419" cy="422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30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068A-6140-C63F-932C-BA12FD50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New Node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3F04E-35DF-BDFE-459D-5DB1C8E5C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Possible cases of Insert</a:t>
            </a:r>
          </a:p>
          <a:p>
            <a:r>
              <a:rPr lang="en-US" dirty="0"/>
              <a:t>1. Insert into an empty list </a:t>
            </a:r>
          </a:p>
          <a:p>
            <a:r>
              <a:rPr lang="en-US" dirty="0"/>
              <a:t>2. Insert at front </a:t>
            </a:r>
          </a:p>
          <a:p>
            <a:r>
              <a:rPr lang="en-US" dirty="0"/>
              <a:t>3. Insert at back </a:t>
            </a:r>
          </a:p>
          <a:p>
            <a:r>
              <a:rPr lang="en-US" dirty="0"/>
              <a:t>4. Insert in middle</a:t>
            </a:r>
          </a:p>
          <a:p>
            <a:endParaRPr lang="en-US" dirty="0"/>
          </a:p>
          <a:p>
            <a:r>
              <a:rPr lang="en-US" dirty="0"/>
              <a:t>In fact, only need to handle two cases</a:t>
            </a:r>
          </a:p>
          <a:p>
            <a:pPr lvl="1"/>
            <a:r>
              <a:rPr lang="en-US" dirty="0"/>
              <a:t>Insert as the first node (Case 1 and Case 2)</a:t>
            </a:r>
          </a:p>
          <a:p>
            <a:pPr lvl="1"/>
            <a:r>
              <a:rPr lang="en-US" dirty="0"/>
              <a:t>Insert in the middle or at the end of the list (Case 3 and Case 4)</a:t>
            </a:r>
          </a:p>
        </p:txBody>
      </p:sp>
    </p:spTree>
    <p:extLst>
      <p:ext uri="{BB962C8B-B14F-4D97-AF65-F5344CB8AC3E}">
        <p14:creationId xmlns:p14="http://schemas.microsoft.com/office/powerpoint/2010/main" val="1324959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D9FF-5CDA-8776-2E75-374CD20E3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New Node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1250B-07BC-1661-1827-23FE485B3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46C56-82CE-BD97-5789-AEB4E0777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96" y="1314450"/>
            <a:ext cx="666750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6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2DD9-EFCD-013B-63BB-29B6B6A2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New Node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C369-ABE0-152E-74BF-27E9C4A4B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61FBB-34C6-4FAA-D31D-CD81422F5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419600" cy="4943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FDD0FA-CB99-14EE-5585-182C3CFAF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1825625"/>
            <a:ext cx="488632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48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92221-C415-52FB-6D79-75B41EFE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4E162-9339-30B6-1E62-DAB3BBEDD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83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FD19-4089-772C-8F14-3AE43CC7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–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6625-5C32-8D46-62F8-7DE209FD9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Deleting item A2 from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0EE97-4719-C949-FE34-09DE75CB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8" y="2413831"/>
            <a:ext cx="5423144" cy="1635310"/>
          </a:xfrm>
          <a:prstGeom prst="rect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25B03-5334-7DDC-1727-D7184A39D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839" y="2409801"/>
            <a:ext cx="5423144" cy="1591493"/>
          </a:xfrm>
          <a:prstGeom prst="rect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8283B-9F34-D0A4-E0DB-1C078503E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911" y="4348932"/>
            <a:ext cx="4953000" cy="371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92346D-8848-D5ED-31C8-8957C4019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970" y="5220085"/>
            <a:ext cx="71056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33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4DDEC-3516-B645-A2E4-EACC9C4B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891F-142D-7CC4-EF49-97AC743F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– Example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328E-8DFD-C42F-BA36-5072D7C07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Deleting item A2 from the 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590DF-C29E-0340-5FE8-D93519FD8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839" y="2409801"/>
            <a:ext cx="5423144" cy="1591493"/>
          </a:xfrm>
          <a:prstGeom prst="rect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3B9CD7-96E8-6859-F214-9C62AC5A5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911" y="4348932"/>
            <a:ext cx="4953000" cy="371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751691-DA43-5024-F250-BB19DA47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70" y="5220085"/>
            <a:ext cx="710565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4CF47E-F414-4C94-2C6A-A520339FC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09801"/>
            <a:ext cx="5609892" cy="287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13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2EF8-8C49-6E09-D834-75A41FE5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– Implementation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26F91-21D7-2C44-DAFE-3C995E5A6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 Delete(double x)</a:t>
            </a:r>
          </a:p>
          <a:p>
            <a:pPr lvl="1"/>
            <a:r>
              <a:rPr lang="en-US" dirty="0"/>
              <a:t>Delete a node with the value equal to x from the list</a:t>
            </a:r>
          </a:p>
          <a:p>
            <a:pPr lvl="1"/>
            <a:r>
              <a:rPr lang="en-US" dirty="0"/>
              <a:t>If such a node is found return its position, Otherwise, return 0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Find the desirable node (similar to Find)</a:t>
            </a:r>
          </a:p>
          <a:p>
            <a:pPr lvl="1"/>
            <a:r>
              <a:rPr lang="en-US" dirty="0"/>
              <a:t>Release the memory occupied by the found node</a:t>
            </a:r>
          </a:p>
          <a:p>
            <a:pPr lvl="1"/>
            <a:r>
              <a:rPr lang="en-US" dirty="0"/>
              <a:t>Set the pointer of the predecessor of the found node to the successor of the found node</a:t>
            </a:r>
          </a:p>
          <a:p>
            <a:r>
              <a:rPr lang="en-US" dirty="0"/>
              <a:t>Like Insert, there are two special cases</a:t>
            </a:r>
          </a:p>
          <a:p>
            <a:pPr lvl="1"/>
            <a:r>
              <a:rPr lang="en-US" dirty="0"/>
              <a:t>Delete first node</a:t>
            </a:r>
          </a:p>
          <a:p>
            <a:pPr lvl="1"/>
            <a:r>
              <a:rPr lang="en-US" dirty="0"/>
              <a:t>Delete the node in middle or at the end of the list</a:t>
            </a:r>
          </a:p>
        </p:txBody>
      </p:sp>
    </p:spTree>
    <p:extLst>
      <p:ext uri="{BB962C8B-B14F-4D97-AF65-F5344CB8AC3E}">
        <p14:creationId xmlns:p14="http://schemas.microsoft.com/office/powerpoint/2010/main" val="3126257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5F5D-F5ED-B5A0-640F-F87AFF60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– Implementation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D9319-0204-0C7E-82DE-304432BDB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532AB-CE46-2929-580F-5E42E8B63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9675"/>
            <a:ext cx="80962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33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B0994-BB7B-D92D-D837-D6E77103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47AAB-3CCD-C09F-2E0F-5395B3EB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– Implementation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19D1-E854-741A-FB09-FB5978A32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D262B-E3F6-F71C-3933-3E88F3D3A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07" y="1209675"/>
            <a:ext cx="88582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30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C121-631B-EA94-4CDC-D3E99871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B400-7254-0800-AEE6-2C746B74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– Implementation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0D911-02A2-6B57-C391-FC9D2A861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864428-3DEA-FAA1-3CF5-296DDCEEE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7300"/>
            <a:ext cx="77533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78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1093-8754-401A-FB64-3234C24B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48E98-641B-1763-D782-7E63A96CD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Find(double x)</a:t>
            </a:r>
          </a:p>
          <a:p>
            <a:pPr lvl="1"/>
            <a:r>
              <a:rPr lang="en-US" dirty="0"/>
              <a:t>Search for a node with the value equal to x in the list</a:t>
            </a:r>
          </a:p>
          <a:p>
            <a:pPr lvl="1"/>
            <a:r>
              <a:rPr lang="en-US" dirty="0"/>
              <a:t>If such a node is found: Return its position, Otherwise, return 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8A160-D95A-0F9D-139A-755257B6B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3523474"/>
            <a:ext cx="333375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29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DDE8-0859-5AEE-159E-D418C27D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28E7-4A12-4CDA-25D8-7BA9900B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All The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949E-B664-E796-FFD1-0F1C12FE3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DisplayList</a:t>
            </a:r>
            <a:r>
              <a:rPr lang="en-US" dirty="0"/>
              <a:t>(void)</a:t>
            </a:r>
          </a:p>
          <a:p>
            <a:pPr lvl="1"/>
            <a:r>
              <a:rPr lang="en-US" dirty="0"/>
              <a:t>Print the data of all the elements</a:t>
            </a:r>
          </a:p>
          <a:p>
            <a:pPr lvl="1"/>
            <a:r>
              <a:rPr lang="en-US" dirty="0"/>
              <a:t>Print the number of the nodes in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620DD-CF19-715B-BF12-0BD793EC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3429000"/>
            <a:ext cx="5534025" cy="25527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2869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52EA-5122-84E5-08C9-90807457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Destroying The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C214F-42AE-228C-756A-7E1017DB6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~List(void)</a:t>
            </a:r>
          </a:p>
          <a:p>
            <a:pPr lvl="1"/>
            <a:r>
              <a:rPr lang="en-US" dirty="0"/>
              <a:t>Use the destructor to release all the memory used by the list</a:t>
            </a:r>
          </a:p>
          <a:p>
            <a:pPr lvl="1"/>
            <a:r>
              <a:rPr lang="en-US" dirty="0"/>
              <a:t>Step through the list and delete each node one by 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2C456-E247-7BFC-F4D6-371FAEBF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37" y="3770460"/>
            <a:ext cx="4886325" cy="212407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6358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3F03-619C-24A0-EF60-84629C00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List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78619-495D-5167-227C-732BA9F1F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598C8-F00D-A665-D2E9-7108A0CDB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3857625" cy="2686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13E140-364F-DF5B-F578-45AC1A855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265" y="1825625"/>
            <a:ext cx="4197535" cy="174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52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2F9B-05D8-1EC8-E53A-5FED93B8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List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793C-945E-2249-713C-1FF77B87A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F3067-EBFD-2EAC-40CF-4A456D5F2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7050"/>
            <a:ext cx="3867150" cy="4695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9C8043-4562-C929-4E41-895FA306C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1797050"/>
            <a:ext cx="3867150" cy="19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60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D6D2-B1CD-9FF8-0410-E39F3EF8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list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41D31-26B2-95A4-3E87-002F6865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27ADE-9F5F-D755-5024-5E6842C75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29" y="1524000"/>
            <a:ext cx="3838575" cy="533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B34619-588E-251B-0F17-3451FD082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67" y="1825625"/>
            <a:ext cx="4766487" cy="32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59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5CEA-C4D6-F66A-02C3-7E4C09AA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CF06-E0E4-FB27-4743-19F3B29A8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392CA-0C1F-BEEF-2334-A3F0BFCE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79" y="0"/>
            <a:ext cx="3827721" cy="684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26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FE92-7DCA-FE61-3416-3A170C58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B64C3-DBA4-558B-9552-743E3CF4D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be covered in Lab (</a:t>
            </a:r>
            <a:r>
              <a:rPr lang="en-US"/>
              <a:t>14</a:t>
            </a:r>
            <a:r>
              <a:rPr lang="en-US" baseline="30000"/>
              <a:t>th</a:t>
            </a:r>
            <a:r>
              <a:rPr lang="en-US"/>
              <a:t> March, Friday, Week 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678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1467-053D-6170-EC5D-BC9C4334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4B57D-A6EB-C333-583A-D7EC0F7BF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7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284B-F12B-ED1D-8FD8-57562F6D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6349A-A4E4-2388-4B86-D2D6C3BBC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 Get(int index);	//retrieve the data at index</a:t>
            </a:r>
          </a:p>
          <a:p>
            <a:r>
              <a:rPr lang="en-US" dirty="0"/>
              <a:t>bool Search(int value);	//check if data is present in linked list</a:t>
            </a:r>
          </a:p>
          <a:p>
            <a:r>
              <a:rPr lang="en-US" dirty="0"/>
              <a:t>bool Insert(int data, int index);</a:t>
            </a:r>
          </a:p>
          <a:p>
            <a:pPr lvl="1"/>
            <a:r>
              <a:rPr lang="en-US" dirty="0"/>
              <a:t>Insertion in empty list</a:t>
            </a:r>
          </a:p>
          <a:p>
            <a:pPr lvl="1"/>
            <a:r>
              <a:rPr lang="en-US" dirty="0"/>
              <a:t>Insertion at head</a:t>
            </a:r>
          </a:p>
          <a:p>
            <a:pPr lvl="1"/>
            <a:r>
              <a:rPr lang="en-US" dirty="0"/>
              <a:t>Insertion in the middle</a:t>
            </a:r>
          </a:p>
          <a:p>
            <a:pPr lvl="1"/>
            <a:r>
              <a:rPr lang="en-US" dirty="0"/>
              <a:t>Insertion at the end</a:t>
            </a:r>
          </a:p>
          <a:p>
            <a:r>
              <a:rPr lang="en-US" dirty="0"/>
              <a:t>int remove(int index);</a:t>
            </a:r>
          </a:p>
          <a:p>
            <a:pPr lvl="1"/>
            <a:r>
              <a:rPr lang="en-US" dirty="0"/>
              <a:t>Removal from the head</a:t>
            </a:r>
          </a:p>
          <a:p>
            <a:pPr lvl="1"/>
            <a:r>
              <a:rPr lang="en-US" dirty="0"/>
              <a:t>Removal from the middle</a:t>
            </a:r>
          </a:p>
          <a:p>
            <a:pPr lvl="1"/>
            <a:r>
              <a:rPr lang="en-US" dirty="0"/>
              <a:t>Removal from the end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757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90F3-E0DD-70A3-ECDD-BBC0601E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C8DC-E664-D324-A228-B2F27C629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get(</a:t>
            </a:r>
            <a:r>
              <a:rPr lang="en-US" dirty="0" err="1"/>
              <a:t>i</a:t>
            </a:r>
            <a:r>
              <a:rPr lang="en-US" dirty="0"/>
              <a:t>) is slow: O(N). We need to perform sequential access from head element.</a:t>
            </a:r>
          </a:p>
          <a:p>
            <a:r>
              <a:rPr lang="en-US" dirty="0"/>
              <a:t>search(v)</a:t>
            </a:r>
          </a:p>
          <a:p>
            <a:r>
              <a:rPr lang="en-US" dirty="0"/>
              <a:t>In the best case, v is found at the first position, O(1).</a:t>
            </a:r>
          </a:p>
          <a:p>
            <a:r>
              <a:rPr lang="en-US" dirty="0"/>
              <a:t>In the worst case, v is not found in the list and we require O(N) scan to determine that.</a:t>
            </a:r>
          </a:p>
          <a:p>
            <a:endParaRPr lang="en-US" dirty="0"/>
          </a:p>
          <a:p>
            <a:r>
              <a:rPr lang="en-US" dirty="0"/>
              <a:t>insert(</a:t>
            </a:r>
            <a:r>
              <a:rPr lang="en-US" dirty="0" err="1"/>
              <a:t>i</a:t>
            </a:r>
            <a:r>
              <a:rPr lang="en-US" dirty="0"/>
              <a:t>, v)</a:t>
            </a:r>
          </a:p>
          <a:p>
            <a:r>
              <a:rPr lang="en-US" dirty="0"/>
              <a:t>In the best case, insert at </a:t>
            </a:r>
            <a:r>
              <a:rPr lang="en-US" dirty="0" err="1"/>
              <a:t>i</a:t>
            </a:r>
            <a:r>
              <a:rPr lang="en-US" dirty="0"/>
              <a:t> = 0 or at </a:t>
            </a:r>
            <a:r>
              <a:rPr lang="en-US" dirty="0" err="1"/>
              <a:t>i</a:t>
            </a:r>
            <a:r>
              <a:rPr lang="en-US" dirty="0"/>
              <a:t> = N, head and tail pointers help, O(1).</a:t>
            </a:r>
          </a:p>
          <a:p>
            <a:r>
              <a:rPr lang="en-US" dirty="0"/>
              <a:t>In the worst case, insert at </a:t>
            </a:r>
            <a:r>
              <a:rPr lang="en-US" dirty="0" err="1"/>
              <a:t>i</a:t>
            </a:r>
            <a:r>
              <a:rPr lang="en-US" dirty="0"/>
              <a:t> = N-1, we need to find the item N-2 just before the tail, O(N).</a:t>
            </a:r>
          </a:p>
          <a:p>
            <a:endParaRPr lang="en-US" dirty="0"/>
          </a:p>
          <a:p>
            <a:r>
              <a:rPr lang="en-US" dirty="0"/>
              <a:t>remove(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In the best case, remove at </a:t>
            </a:r>
            <a:r>
              <a:rPr lang="en-US" dirty="0" err="1"/>
              <a:t>i</a:t>
            </a:r>
            <a:r>
              <a:rPr lang="en-US" dirty="0"/>
              <a:t> = 0, head pointer helps, O(1).</a:t>
            </a:r>
          </a:p>
          <a:p>
            <a:r>
              <a:rPr lang="en-US" dirty="0"/>
              <a:t>In the worst case, remove at </a:t>
            </a:r>
            <a:r>
              <a:rPr lang="en-US" dirty="0" err="1"/>
              <a:t>i</a:t>
            </a:r>
            <a:r>
              <a:rPr lang="en-US" dirty="0"/>
              <a:t> = N-1, due to the need to update the tail pointer, O(N).</a:t>
            </a:r>
          </a:p>
        </p:txBody>
      </p:sp>
    </p:spTree>
    <p:extLst>
      <p:ext uri="{BB962C8B-B14F-4D97-AF65-F5344CB8AC3E}">
        <p14:creationId xmlns:p14="http://schemas.microsoft.com/office/powerpoint/2010/main" val="563257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A601-814B-9F49-0CC2-A59E428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F3B3C-E1EC-4633-FFF3-D638C171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8452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8378</TotalTime>
  <Words>1176</Words>
  <Application>Microsoft Office PowerPoint</Application>
  <PresentationFormat>Widescreen</PresentationFormat>
  <Paragraphs>142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Data Structures &amp; Algorithms (CSC-214)</vt:lpstr>
      <vt:lpstr>Pointers-Based Implementation of Lists (Linked List) </vt:lpstr>
      <vt:lpstr>Linked List</vt:lpstr>
      <vt:lpstr>Simple Linked List Class (1)</vt:lpstr>
      <vt:lpstr>Simple Linked List Class (2) </vt:lpstr>
      <vt:lpstr>Simple Linked List Class (3) </vt:lpstr>
      <vt:lpstr>Insertion</vt:lpstr>
      <vt:lpstr>Inserting a New Node</vt:lpstr>
      <vt:lpstr>Inserting a New Node</vt:lpstr>
      <vt:lpstr>Insertion After The Last Element (1) </vt:lpstr>
      <vt:lpstr>Insertion After The Last Element (2) </vt:lpstr>
      <vt:lpstr>Insertion After The Last Element (3)</vt:lpstr>
      <vt:lpstr>Insertion After The Last Element (4) </vt:lpstr>
      <vt:lpstr>Insertion After The Last Element (4)</vt:lpstr>
      <vt:lpstr>Insertion At The Middle (1) </vt:lpstr>
      <vt:lpstr>Insertion At The Middle (2) </vt:lpstr>
      <vt:lpstr>Insertion At The Middle (3) </vt:lpstr>
      <vt:lpstr>Insertion At The Middle (4) </vt:lpstr>
      <vt:lpstr>Insertion At The Middle (5) </vt:lpstr>
      <vt:lpstr>Inserting a New Node (2)</vt:lpstr>
      <vt:lpstr>Inserting a New Node - Implementation</vt:lpstr>
      <vt:lpstr>Inserting a New Node - Implementation</vt:lpstr>
      <vt:lpstr>Deleting a node</vt:lpstr>
      <vt:lpstr>Deleting a Node – Example (1)</vt:lpstr>
      <vt:lpstr>Deleting a Node – Example (2)</vt:lpstr>
      <vt:lpstr>Deleting a Node – Implementation (1)</vt:lpstr>
      <vt:lpstr>Deleting a Node – Implementation (2)</vt:lpstr>
      <vt:lpstr>Deleting a Node – Implementation (3)</vt:lpstr>
      <vt:lpstr>Deleting a Node – Implementation (4)</vt:lpstr>
      <vt:lpstr>Finding a Node</vt:lpstr>
      <vt:lpstr>Printing All The Elements</vt:lpstr>
      <vt:lpstr>Destroying The List</vt:lpstr>
      <vt:lpstr>Using List (1)</vt:lpstr>
      <vt:lpstr>Using List (2)</vt:lpstr>
      <vt:lpstr>Using list (3)</vt:lpstr>
      <vt:lpstr>Copy Constructor</vt:lpstr>
      <vt:lpstr>Templates</vt:lpstr>
      <vt:lpstr>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182</cp:revision>
  <dcterms:created xsi:type="dcterms:W3CDTF">2025-02-25T11:33:29Z</dcterms:created>
  <dcterms:modified xsi:type="dcterms:W3CDTF">2025-03-13T08:45:30Z</dcterms:modified>
</cp:coreProperties>
</file>