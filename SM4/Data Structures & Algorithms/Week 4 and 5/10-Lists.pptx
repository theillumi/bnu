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4" r:id="rId3"/>
    <p:sldId id="267" r:id="rId4"/>
    <p:sldId id="266" r:id="rId5"/>
    <p:sldId id="274" r:id="rId6"/>
    <p:sldId id="271" r:id="rId7"/>
    <p:sldId id="272" r:id="rId8"/>
    <p:sldId id="276" r:id="rId9"/>
    <p:sldId id="330" r:id="rId10"/>
    <p:sldId id="275" r:id="rId11"/>
    <p:sldId id="280" r:id="rId12"/>
    <p:sldId id="325" r:id="rId13"/>
    <p:sldId id="277" r:id="rId14"/>
    <p:sldId id="278" r:id="rId15"/>
    <p:sldId id="279" r:id="rId16"/>
    <p:sldId id="326" r:id="rId17"/>
    <p:sldId id="327" r:id="rId18"/>
    <p:sldId id="328" r:id="rId19"/>
    <p:sldId id="329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07" autoAdjust="0"/>
  </p:normalViewPr>
  <p:slideViewPr>
    <p:cSldViewPr snapToGrid="0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as an ADT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Simple</a:t>
            </a:r>
          </a:p>
          <a:p>
            <a:pPr lvl="1"/>
            <a:r>
              <a:rPr lang="en-US" dirty="0"/>
              <a:t>Useful for storing items in a certain order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</a:t>
            </a:r>
          </a:p>
          <a:p>
            <a:pPr lvl="1"/>
            <a:r>
              <a:rPr lang="en-US" dirty="0"/>
              <a:t>Not very easily adaptable</a:t>
            </a:r>
          </a:p>
          <a:p>
            <a:pPr lvl="1"/>
            <a:r>
              <a:rPr lang="en-US" dirty="0"/>
              <a:t>The size n has to be fixed in advance, due to which resizing is also inconvenient</a:t>
            </a:r>
          </a:p>
          <a:p>
            <a:pPr lvl="1"/>
            <a:r>
              <a:rPr lang="en-US" dirty="0"/>
              <a:t>Insertion and deletion is problematic because values need to be shifted around -&gt; consecutive memory</a:t>
            </a:r>
          </a:p>
        </p:txBody>
      </p:sp>
    </p:spTree>
    <p:extLst>
      <p:ext uri="{BB962C8B-B14F-4D97-AF65-F5344CB8AC3E}">
        <p14:creationId xmlns:p14="http://schemas.microsoft.com/office/powerpoint/2010/main" val="2782125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710-DCA6-FAE0-B671-8760716B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an ADT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ACBCF-3142-C706-8023-7315AF8941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A collection of items of the same type </a:t>
                </a:r>
              </a:p>
              <a:p>
                <a:r>
                  <a:rPr lang="en-US" dirty="0"/>
                  <a:t>A flexible structure that can grow and shrink on demand</a:t>
                </a:r>
              </a:p>
              <a:p>
                <a:r>
                  <a:rPr lang="en-US" dirty="0"/>
                  <a:t>Elements can be: inserted, accessed, deleted at any position!</a:t>
                </a:r>
              </a:p>
              <a:p>
                <a:r>
                  <a:rPr lang="en-US" dirty="0"/>
                  <a:t>Represented by a comma-separated sequence of elements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….,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the same type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length </a:t>
                </a:r>
                <a:r>
                  <a:rPr lang="en-US" i="1" dirty="0"/>
                  <a:t>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ACBCF-3142-C706-8023-7315AF8941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088" t="-3081" r="-290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AE655B-DF01-40EA-98BC-25CDD67C1F78}"/>
              </a:ext>
            </a:extLst>
          </p:cNvPr>
          <p:cNvSpPr txBox="1">
            <a:spLocks/>
          </p:cNvSpPr>
          <p:nvPr/>
        </p:nvSpPr>
        <p:spPr>
          <a:xfrm>
            <a:off x="6175906" y="1799609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Can have a single element</a:t>
            </a:r>
          </a:p>
          <a:p>
            <a:r>
              <a:rPr lang="en-US" dirty="0"/>
              <a:t>Can have no elements</a:t>
            </a:r>
          </a:p>
          <a:p>
            <a:r>
              <a:rPr lang="en-US" dirty="0"/>
              <a:t>Can be list of lists</a:t>
            </a:r>
          </a:p>
          <a:p>
            <a:r>
              <a:rPr lang="en-US" dirty="0"/>
              <a:t>Can be concatenated together</a:t>
            </a:r>
          </a:p>
          <a:p>
            <a:r>
              <a:rPr lang="en-US" dirty="0"/>
              <a:t>Can be split into sub-lists</a:t>
            </a:r>
          </a:p>
        </p:txBody>
      </p:sp>
    </p:spTree>
    <p:extLst>
      <p:ext uri="{BB962C8B-B14F-4D97-AF65-F5344CB8AC3E}">
        <p14:creationId xmlns:p14="http://schemas.microsoft.com/office/powerpoint/2010/main" val="405099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CA51B-FC2A-D04A-A08D-E02A6D56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Everyday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3E976-A258-4728-A5C5-0A67286C7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Everyday usage of the term “list” refers to a linear collection of data items</a:t>
            </a:r>
          </a:p>
          <a:p>
            <a:pPr lvl="1"/>
            <a:r>
              <a:rPr lang="en-US" dirty="0"/>
              <a:t>Groceries to be purchased</a:t>
            </a:r>
          </a:p>
          <a:p>
            <a:pPr lvl="1"/>
            <a:r>
              <a:rPr lang="en-US" dirty="0"/>
              <a:t>Ingredients of a recipe</a:t>
            </a:r>
          </a:p>
          <a:p>
            <a:pPr lvl="1"/>
            <a:r>
              <a:rPr lang="en-US" dirty="0"/>
              <a:t>Jobs to-do list</a:t>
            </a:r>
          </a:p>
          <a:p>
            <a:pPr lvl="1"/>
            <a:r>
              <a:rPr lang="en-US" dirty="0"/>
              <a:t>List of assignments for a course</a:t>
            </a:r>
          </a:p>
          <a:p>
            <a:pPr lvl="1"/>
            <a:r>
              <a:rPr lang="en-US" dirty="0"/>
              <a:t>List of courses for a semester</a:t>
            </a:r>
          </a:p>
          <a:p>
            <a:r>
              <a:rPr lang="en-US" dirty="0"/>
              <a:t>Can you name some others??</a:t>
            </a:r>
          </a:p>
        </p:txBody>
      </p:sp>
    </p:spTree>
    <p:extLst>
      <p:ext uri="{BB962C8B-B14F-4D97-AF65-F5344CB8AC3E}">
        <p14:creationId xmlns:p14="http://schemas.microsoft.com/office/powerpoint/2010/main" val="46554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AEEE-6369-D0FD-0CA1-4248D7B4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 Data 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4F642-A37B-EF4F-21CF-1FFE37DDC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Implementation: data members and functions</a:t>
            </a:r>
          </a:p>
          <a:p>
            <a:r>
              <a:rPr lang="en-US" dirty="0"/>
              <a:t>There are two possible implementation approaches</a:t>
            </a:r>
          </a:p>
          <a:p>
            <a:pPr lvl="1"/>
            <a:r>
              <a:rPr lang="en-US" dirty="0"/>
              <a:t>Array-based Implementation of lists</a:t>
            </a:r>
          </a:p>
          <a:p>
            <a:pPr lvl="1"/>
            <a:r>
              <a:rPr lang="en-US" dirty="0"/>
              <a:t>Pointers-based implementation of lists</a:t>
            </a:r>
          </a:p>
        </p:txBody>
      </p:sp>
    </p:spTree>
    <p:extLst>
      <p:ext uri="{BB962C8B-B14F-4D97-AF65-F5344CB8AC3E}">
        <p14:creationId xmlns:p14="http://schemas.microsoft.com/office/powerpoint/2010/main" val="1386709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F72ED-5282-467E-0A50-ADF759F8A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 Data Structure - functions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2155C-EB2C-3590-77D0-512B85583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Create the list. The list is initialized to an empty state</a:t>
            </a:r>
          </a:p>
          <a:p>
            <a:r>
              <a:rPr lang="en-US" dirty="0"/>
              <a:t>Determine whether the list is empty/full</a:t>
            </a:r>
          </a:p>
          <a:p>
            <a:r>
              <a:rPr lang="en-US" dirty="0"/>
              <a:t>Find the size of the list</a:t>
            </a:r>
          </a:p>
          <a:p>
            <a:r>
              <a:rPr lang="en-US" dirty="0"/>
              <a:t>Destroy, or clear, the list</a:t>
            </a:r>
          </a:p>
          <a:p>
            <a:r>
              <a:rPr lang="en-US" dirty="0"/>
              <a:t>Insert an item in the list at the specified location</a:t>
            </a:r>
          </a:p>
          <a:p>
            <a:r>
              <a:rPr lang="en-US" dirty="0"/>
              <a:t>Delete an item from the list at the specified location</a:t>
            </a:r>
          </a:p>
          <a:p>
            <a:r>
              <a:rPr lang="en-US" dirty="0"/>
              <a:t>Replace an item at the specified location with another item</a:t>
            </a:r>
          </a:p>
          <a:p>
            <a:r>
              <a:rPr lang="en-US" dirty="0"/>
              <a:t>Retrieve an item from the list at the specified location</a:t>
            </a:r>
          </a:p>
          <a:p>
            <a:r>
              <a:rPr lang="en-US" dirty="0"/>
              <a:t>Search the list for a given item</a:t>
            </a:r>
          </a:p>
          <a:p>
            <a:r>
              <a:rPr lang="en-US" dirty="0"/>
              <a:t>Traverse (iterate through) the elements of the list </a:t>
            </a:r>
          </a:p>
        </p:txBody>
      </p:sp>
    </p:spTree>
    <p:extLst>
      <p:ext uri="{BB962C8B-B14F-4D97-AF65-F5344CB8AC3E}">
        <p14:creationId xmlns:p14="http://schemas.microsoft.com/office/powerpoint/2010/main" val="2987449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3037F-051F-7AF1-B880-C3F46A018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as a Data Structure -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8BCF-B2D3-4EFA-8285-9748EE0A5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INSERT(x, p, L): Insert x at position p in list L. If list L has no position p, the result is undefined</a:t>
            </a:r>
          </a:p>
          <a:p>
            <a:r>
              <a:rPr lang="en-US" dirty="0"/>
              <a:t>RETRIEVE(p, L): Return the element at position p on list L</a:t>
            </a:r>
          </a:p>
          <a:p>
            <a:r>
              <a:rPr lang="en-US" dirty="0"/>
              <a:t>LOCATE(x, L): Return the position of x on list L</a:t>
            </a:r>
          </a:p>
          <a:p>
            <a:r>
              <a:rPr lang="en-US" dirty="0"/>
              <a:t>DELETE(p, L): Delete the element at position p on list L</a:t>
            </a:r>
          </a:p>
          <a:p>
            <a:r>
              <a:rPr lang="en-US" dirty="0"/>
              <a:t>MAKENULL(L): Causes L to become an empty list and returns position END(L)</a:t>
            </a:r>
          </a:p>
          <a:p>
            <a:r>
              <a:rPr lang="en-US" dirty="0"/>
              <a:t>NEXT(p, L): Return the position following p on list L</a:t>
            </a:r>
          </a:p>
          <a:p>
            <a:r>
              <a:rPr lang="en-US" dirty="0"/>
              <a:t>PREVIOUS(p, L): Return the position preceding position p on list L</a:t>
            </a:r>
          </a:p>
          <a:p>
            <a:r>
              <a:rPr lang="en-US" dirty="0"/>
              <a:t>FIRST(L): Returns the first position on the list L</a:t>
            </a:r>
          </a:p>
          <a:p>
            <a:r>
              <a:rPr lang="en-US" dirty="0"/>
              <a:t>PRINTLIST(L): Print the elements of L in order of occurrence </a:t>
            </a:r>
          </a:p>
        </p:txBody>
      </p:sp>
    </p:spTree>
    <p:extLst>
      <p:ext uri="{BB962C8B-B14F-4D97-AF65-F5344CB8AC3E}">
        <p14:creationId xmlns:p14="http://schemas.microsoft.com/office/powerpoint/2010/main" val="92495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B96BA-00D6-F5A9-2300-85A87F65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of Lists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8DF59-05C0-A5AA-719D-62EAA3A46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89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3E5E-32A1-A811-A18E-75394BDFF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FD8E8-BCB1-012B-CA86-F115D82D5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 array is a viable choice for storing list elements</a:t>
            </a:r>
          </a:p>
          <a:p>
            <a:pPr lvl="1"/>
            <a:r>
              <a:rPr lang="en-US" sz="2000" dirty="0"/>
              <a:t>Elements are sequential</a:t>
            </a:r>
          </a:p>
          <a:p>
            <a:pPr lvl="1"/>
            <a:r>
              <a:rPr lang="en-US" sz="2000" dirty="0"/>
              <a:t>Array is a commonly available data type</a:t>
            </a:r>
          </a:p>
          <a:p>
            <a:pPr lvl="1"/>
            <a:r>
              <a:rPr lang="en-US" sz="2000" dirty="0"/>
              <a:t>Algorithm development is easy</a:t>
            </a:r>
          </a:p>
          <a:p>
            <a:pPr lvl="1"/>
            <a:r>
              <a:rPr lang="en-US" sz="2000" dirty="0"/>
              <a:t>Normally sequential orderings of list elements match with array indices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1D39D6-0580-9975-E648-69CA7BC75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68" y="4614989"/>
            <a:ext cx="4668063" cy="1049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049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5125-2A78-2527-095B-945A1DCF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3F76F-34CC-1435-FD3A-78B0BBA32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39576" cy="4351338"/>
          </a:xfrm>
        </p:spPr>
        <p:txBody>
          <a:bodyPr>
            <a:normAutofit/>
          </a:bodyPr>
          <a:lstStyle/>
          <a:p>
            <a:r>
              <a:rPr lang="en-US" sz="2400" dirty="0"/>
              <a:t>Create a List class, containing at least the following function members</a:t>
            </a:r>
          </a:p>
          <a:p>
            <a:pPr lvl="1"/>
            <a:r>
              <a:rPr lang="en-US" sz="2000" dirty="0"/>
              <a:t>Constructor</a:t>
            </a:r>
          </a:p>
          <a:p>
            <a:pPr lvl="1"/>
            <a:r>
              <a:rPr lang="en-US" sz="2000" dirty="0" err="1"/>
              <a:t>isEmpty</a:t>
            </a:r>
            <a:r>
              <a:rPr lang="en-US" sz="2000" dirty="0"/>
              <a:t>()</a:t>
            </a:r>
          </a:p>
          <a:p>
            <a:pPr lvl="1"/>
            <a:r>
              <a:rPr lang="en-US" sz="2000" dirty="0"/>
              <a:t>insert()</a:t>
            </a:r>
          </a:p>
          <a:p>
            <a:pPr lvl="1"/>
            <a:r>
              <a:rPr lang="en-US" sz="2000" dirty="0"/>
              <a:t>delete()</a:t>
            </a:r>
          </a:p>
          <a:p>
            <a:pPr lvl="1"/>
            <a:r>
              <a:rPr lang="en-US" sz="2000" dirty="0"/>
              <a:t>print()</a:t>
            </a:r>
          </a:p>
          <a:p>
            <a:r>
              <a:rPr lang="en-US" sz="2400" dirty="0"/>
              <a:t>What are the other function members?</a:t>
            </a:r>
          </a:p>
          <a:p>
            <a:pPr lvl="1"/>
            <a:r>
              <a:rPr lang="en-US" sz="2000" dirty="0" err="1"/>
              <a:t>isFull</a:t>
            </a:r>
            <a:r>
              <a:rPr lang="en-US" sz="2000" dirty="0"/>
              <a:t>(), </a:t>
            </a:r>
            <a:r>
              <a:rPr lang="en-US" sz="2000" dirty="0" err="1"/>
              <a:t>listSize</a:t>
            </a:r>
            <a:r>
              <a:rPr lang="en-US" sz="2000" dirty="0"/>
              <a:t>(), retrieve(), replace(), search(), </a:t>
            </a:r>
            <a:r>
              <a:rPr lang="en-US" sz="2000" dirty="0" err="1"/>
              <a:t>clearList</a:t>
            </a:r>
            <a:r>
              <a:rPr lang="en-US" sz="2000" dirty="0"/>
              <a:t>( ), …</a:t>
            </a:r>
          </a:p>
          <a:p>
            <a:endParaRPr lang="en-US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A8D153-BD95-239F-C0CD-E09B9B911D74}"/>
              </a:ext>
            </a:extLst>
          </p:cNvPr>
          <p:cNvSpPr txBox="1">
            <a:spLocks/>
          </p:cNvSpPr>
          <p:nvPr/>
        </p:nvSpPr>
        <p:spPr>
          <a:xfrm>
            <a:off x="6095999" y="1825625"/>
            <a:ext cx="54176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A77803-327F-01D9-C602-F275911F8B6E}"/>
              </a:ext>
            </a:extLst>
          </p:cNvPr>
          <p:cNvSpPr txBox="1">
            <a:spLocks/>
          </p:cNvSpPr>
          <p:nvPr/>
        </p:nvSpPr>
        <p:spPr>
          <a:xfrm>
            <a:off x="6380351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Recap:</a:t>
            </a:r>
          </a:p>
          <a:p>
            <a:r>
              <a:rPr lang="en-US" dirty="0"/>
              <a:t>Constructor</a:t>
            </a:r>
          </a:p>
          <a:p>
            <a:pPr lvl="1"/>
            <a:r>
              <a:rPr lang="en-US" dirty="0"/>
              <a:t>Static array allocated at compile time</a:t>
            </a:r>
          </a:p>
          <a:p>
            <a:r>
              <a:rPr lang="en-US" dirty="0" err="1"/>
              <a:t>isEmpty</a:t>
            </a:r>
            <a:endParaRPr lang="en-US" dirty="0"/>
          </a:p>
          <a:p>
            <a:pPr lvl="1"/>
            <a:r>
              <a:rPr lang="en-US" dirty="0"/>
              <a:t>Check if size == 0</a:t>
            </a:r>
          </a:p>
          <a:p>
            <a:r>
              <a:rPr lang="en-US" dirty="0"/>
              <a:t>Insert</a:t>
            </a:r>
          </a:p>
          <a:p>
            <a:pPr lvl="1"/>
            <a:r>
              <a:rPr lang="en-US" dirty="0"/>
              <a:t>Shift elements to right of insertion point</a:t>
            </a:r>
          </a:p>
          <a:p>
            <a:r>
              <a:rPr lang="en-US" dirty="0"/>
              <a:t>Delete</a:t>
            </a:r>
          </a:p>
          <a:p>
            <a:pPr lvl="1"/>
            <a:r>
              <a:rPr lang="en-US" dirty="0"/>
              <a:t>Shift elements back</a:t>
            </a:r>
          </a:p>
          <a:p>
            <a:r>
              <a:rPr lang="en-US" dirty="0"/>
              <a:t>traverse/print</a:t>
            </a:r>
          </a:p>
          <a:p>
            <a:pPr lvl="1"/>
            <a:r>
              <a:rPr lang="en-US" dirty="0"/>
              <a:t>Use a loop from 0th element to size – 1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617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2AA10-BD42-D13F-9BE2-D4A52F197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Array-Based Implementation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ECCE70-B330-625C-DC5E-7F4C6CC78A27}"/>
              </a:ext>
            </a:extLst>
          </p:cNvPr>
          <p:cNvSpPr txBox="1">
            <a:spLocks/>
          </p:cNvSpPr>
          <p:nvPr/>
        </p:nvSpPr>
        <p:spPr>
          <a:xfrm>
            <a:off x="838200" y="1855364"/>
            <a:ext cx="1062896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Insert(), erase() functions inefficient for dynamic lists</a:t>
            </a:r>
          </a:p>
          <a:p>
            <a:pPr lvl="1"/>
            <a:r>
              <a:rPr lang="en-US" dirty="0"/>
              <a:t>Frequent changes</a:t>
            </a:r>
          </a:p>
          <a:p>
            <a:pPr lvl="1"/>
            <a:r>
              <a:rPr lang="en-US" dirty="0"/>
              <a:t>Many insertions and deletions</a:t>
            </a:r>
          </a:p>
          <a:p>
            <a:pPr lvl="1"/>
            <a:r>
              <a:rPr lang="en-US" dirty="0"/>
              <a:t>We look for an alternative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835806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566C-6020-F784-C932-D1F6AAB5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D74B3-C577-DC18-789E-08C0610D9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1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C75DD-CFF7-E58A-CCA1-C6C70FA9B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Alternative Implementation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655B57-B69C-B496-9799-94AF6B233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579BF-FF58-3C06-44D5-B93DDBEA7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1825625"/>
            <a:ext cx="83629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45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8B4A-FF36-432B-6F1F-9DDECE1C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Implementation – Free List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9D5C-0FE9-03F4-B681-41E7589EF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3FD0A-C40C-055D-106A-966276249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825625"/>
            <a:ext cx="868680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50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A7E7F-4816-43C6-9CF5-FC8B5A88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Yet Another Implementation – Free List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87A40-3BFE-BF72-4E5B-2B08D066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79FDA-5116-551C-BB43-BE68DEFC6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62" y="1825625"/>
            <a:ext cx="79152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6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3B9C-385F-5598-303E-BB4C79B51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Class with Static Arrays -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DF76-E9BC-76D0-4295-2CD758FB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Stuck with "one size fits all“</a:t>
            </a:r>
          </a:p>
          <a:p>
            <a:pPr lvl="1"/>
            <a:r>
              <a:rPr lang="en-US" dirty="0"/>
              <a:t>Could be wasting space</a:t>
            </a:r>
          </a:p>
          <a:p>
            <a:pPr lvl="1"/>
            <a:r>
              <a:rPr lang="en-US" dirty="0"/>
              <a:t>Could run out of space</a:t>
            </a:r>
          </a:p>
          <a:p>
            <a:r>
              <a:rPr lang="en-US" dirty="0"/>
              <a:t>Better to have instantiation of a list by specifying the capacity (i.e., size) -&gt; don’t hard code the size</a:t>
            </a:r>
          </a:p>
          <a:p>
            <a:r>
              <a:rPr lang="en-US" dirty="0"/>
              <a:t>Consider creating a List class with dynamically-allocated array</a:t>
            </a:r>
          </a:p>
        </p:txBody>
      </p:sp>
    </p:spTree>
    <p:extLst>
      <p:ext uri="{BB962C8B-B14F-4D97-AF65-F5344CB8AC3E}">
        <p14:creationId xmlns:p14="http://schemas.microsoft.com/office/powerpoint/2010/main" val="318537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099D-8CDE-90C8-099B-8A3CE077B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List Class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44F23-A318-2A30-8501-438AD0D52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Changes required in data members</a:t>
            </a:r>
          </a:p>
          <a:p>
            <a:pPr lvl="1"/>
            <a:r>
              <a:rPr lang="en-US" dirty="0"/>
              <a:t>Eliminate constant declaration for CAPACITY/SIZE</a:t>
            </a:r>
          </a:p>
          <a:p>
            <a:r>
              <a:rPr lang="en-US" dirty="0"/>
              <a:t>Data member to store capacity specified by client program</a:t>
            </a:r>
          </a:p>
          <a:p>
            <a:r>
              <a:rPr lang="en-US" dirty="0"/>
              <a:t>Little or no changes required for many function members</a:t>
            </a:r>
          </a:p>
          <a:p>
            <a:pPr lvl="1"/>
            <a:r>
              <a:rPr lang="en-US" dirty="0" err="1"/>
              <a:t>isEmpty</a:t>
            </a:r>
            <a:r>
              <a:rPr lang="en-US" dirty="0"/>
              <a:t>(</a:t>
            </a:r>
          </a:p>
          <a:p>
            <a:pPr lvl="1"/>
            <a:r>
              <a:rPr lang="en-US" dirty="0"/>
              <a:t>display()</a:t>
            </a:r>
          </a:p>
          <a:p>
            <a:pPr lvl="1"/>
            <a:r>
              <a:rPr lang="en-US" dirty="0"/>
              <a:t>erase()</a:t>
            </a:r>
          </a:p>
          <a:p>
            <a:pPr lvl="1"/>
            <a:r>
              <a:rPr lang="en-US" dirty="0"/>
              <a:t>insert()</a:t>
            </a:r>
          </a:p>
        </p:txBody>
      </p:sp>
    </p:spTree>
    <p:extLst>
      <p:ext uri="{BB962C8B-B14F-4D97-AF65-F5344CB8AC3E}">
        <p14:creationId xmlns:p14="http://schemas.microsoft.com/office/powerpoint/2010/main" val="318059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56A84-751B-9329-3C5F-59B8F740D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Allocation of List Class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CE84D-FB9E-743B-F961-407FA1972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possible to specify different sized lists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16A52-46F9-8DF1-1E7E-18AE7D07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75" y="2357554"/>
            <a:ext cx="74104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97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2310-728E-FB3C-8426-F968BEFD8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Array based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6E12B-FD9D-7311-FE04-A153B50E6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1: Array used has fixed capacity</a:t>
            </a:r>
          </a:p>
          <a:p>
            <a:pPr lvl="1"/>
            <a:r>
              <a:rPr lang="en-US" dirty="0"/>
              <a:t>If larger array needed during program execution</a:t>
            </a:r>
          </a:p>
          <a:p>
            <a:pPr lvl="1"/>
            <a:r>
              <a:rPr lang="en-US" dirty="0"/>
              <a:t>Allocate, copy smaller array to the new one</a:t>
            </a:r>
          </a:p>
          <a:p>
            <a:r>
              <a:rPr lang="en-US" dirty="0"/>
              <a:t>Problem 2: Class bound to one type at a time</a:t>
            </a:r>
          </a:p>
          <a:p>
            <a:pPr lvl="1"/>
            <a:r>
              <a:rPr lang="en-US" dirty="0"/>
              <a:t>Create multiple List classes with differing names</a:t>
            </a:r>
          </a:p>
          <a:p>
            <a:pPr lvl="1"/>
            <a:r>
              <a:rPr lang="en-US" dirty="0"/>
              <a:t>Use class template (will discuss in Lab portion)</a:t>
            </a:r>
          </a:p>
        </p:txBody>
      </p:sp>
    </p:spTree>
    <p:extLst>
      <p:ext uri="{BB962C8B-B14F-4D97-AF65-F5344CB8AC3E}">
        <p14:creationId xmlns:p14="http://schemas.microsoft.com/office/powerpoint/2010/main" val="40432748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A601-814B-9F49-0CC2-A59E428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3B3C-E1EC-4633-FFF3-D638C171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8452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4450</TotalTime>
  <Words>813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Data Structures &amp; Algorithms (CSC-214)</vt:lpstr>
      <vt:lpstr>Arrays as an ADT</vt:lpstr>
      <vt:lpstr>List as an ADT</vt:lpstr>
      <vt:lpstr>Examples of Everyday List</vt:lpstr>
      <vt:lpstr>List as a Data Structure </vt:lpstr>
      <vt:lpstr>List as a Data Structure - functions </vt:lpstr>
      <vt:lpstr>List as a Data Structure - functions</vt:lpstr>
      <vt:lpstr>Array-Based Implementation of Lists </vt:lpstr>
      <vt:lpstr>Array-Based Implementation </vt:lpstr>
      <vt:lpstr>Array-Based Implementation </vt:lpstr>
      <vt:lpstr>Array-Based Implementation </vt:lpstr>
      <vt:lpstr>An Alternative Implementation</vt:lpstr>
      <vt:lpstr>An Alternative Implementation</vt:lpstr>
      <vt:lpstr>Yet Another Implementation – Free List (1) </vt:lpstr>
      <vt:lpstr>Yet Another Implementation – Free List (2)</vt:lpstr>
      <vt:lpstr>List Class with Static Arrays - Problems</vt:lpstr>
      <vt:lpstr>Dynamic Allocation of List Class (1) </vt:lpstr>
      <vt:lpstr>Dynamic Allocation of List Class (1) </vt:lpstr>
      <vt:lpstr>Problems with Array based 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92</cp:revision>
  <dcterms:created xsi:type="dcterms:W3CDTF">2025-02-25T11:33:29Z</dcterms:created>
  <dcterms:modified xsi:type="dcterms:W3CDTF">2025-03-04T04:59:33Z</dcterms:modified>
</cp:coreProperties>
</file>