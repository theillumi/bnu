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319" r:id="rId3"/>
    <p:sldId id="311" r:id="rId4"/>
    <p:sldId id="312" r:id="rId5"/>
    <p:sldId id="320" r:id="rId6"/>
    <p:sldId id="321" r:id="rId7"/>
    <p:sldId id="322" r:id="rId8"/>
    <p:sldId id="323" r:id="rId9"/>
    <p:sldId id="324" r:id="rId10"/>
    <p:sldId id="313" r:id="rId11"/>
    <p:sldId id="325" r:id="rId12"/>
    <p:sldId id="315" r:id="rId13"/>
    <p:sldId id="314" r:id="rId14"/>
    <p:sldId id="316" r:id="rId15"/>
    <p:sldId id="317" r:id="rId16"/>
    <p:sldId id="318" r:id="rId17"/>
    <p:sldId id="310"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4" autoAdjust="0"/>
    <p:restoredTop sz="95407" autoAdjust="0"/>
  </p:normalViewPr>
  <p:slideViewPr>
    <p:cSldViewPr snapToGrid="0">
      <p:cViewPr varScale="1">
        <p:scale>
          <a:sx n="90" d="100"/>
          <a:sy n="90" d="100"/>
        </p:scale>
        <p:origin x="576" y="9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192E26-85BE-BE22-2B71-B92183EC592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F9A9742-B357-881E-291D-E46A2C83D24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031A880-5517-BF54-5BFF-8C0732D62072}"/>
              </a:ext>
            </a:extLst>
          </p:cNvPr>
          <p:cNvSpPr>
            <a:spLocks noGrp="1"/>
          </p:cNvSpPr>
          <p:nvPr>
            <p:ph type="dt" sz="half" idx="10"/>
          </p:nvPr>
        </p:nvSpPr>
        <p:spPr/>
        <p:txBody>
          <a:bodyPr/>
          <a:lstStyle/>
          <a:p>
            <a:fld id="{6D2307B5-51FD-4FCD-A3E7-91C08E33BA66}" type="datetimeFigureOut">
              <a:rPr lang="en-US" smtClean="0"/>
              <a:t>4/24/2025</a:t>
            </a:fld>
            <a:endParaRPr lang="en-US"/>
          </a:p>
        </p:txBody>
      </p:sp>
      <p:sp>
        <p:nvSpPr>
          <p:cNvPr id="5" name="Footer Placeholder 4">
            <a:extLst>
              <a:ext uri="{FF2B5EF4-FFF2-40B4-BE49-F238E27FC236}">
                <a16:creationId xmlns:a16="http://schemas.microsoft.com/office/drawing/2014/main" id="{37038AA7-AEE5-BAA7-B0FC-35C823C4FFC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3FE8E1D-4252-2272-0033-88A6598412AC}"/>
              </a:ext>
            </a:extLst>
          </p:cNvPr>
          <p:cNvSpPr>
            <a:spLocks noGrp="1"/>
          </p:cNvSpPr>
          <p:nvPr>
            <p:ph type="sldNum" sz="quarter" idx="12"/>
          </p:nvPr>
        </p:nvSpPr>
        <p:spPr/>
        <p:txBody>
          <a:bodyPr/>
          <a:lstStyle/>
          <a:p>
            <a:fld id="{9D50A92E-F942-4900-B5E9-9C38C1CFF7E1}" type="slidenum">
              <a:rPr lang="en-US" smtClean="0"/>
              <a:t>‹#›</a:t>
            </a:fld>
            <a:endParaRPr lang="en-US"/>
          </a:p>
        </p:txBody>
      </p:sp>
    </p:spTree>
    <p:extLst>
      <p:ext uri="{BB962C8B-B14F-4D97-AF65-F5344CB8AC3E}">
        <p14:creationId xmlns:p14="http://schemas.microsoft.com/office/powerpoint/2010/main" val="36955952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3FBCFF-5275-C316-2D7D-22C230F7BF5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79C8F20-A857-29D0-CB9A-8335ECF3B93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69FF765-1265-32C8-98DE-1D4428438FA7}"/>
              </a:ext>
            </a:extLst>
          </p:cNvPr>
          <p:cNvSpPr>
            <a:spLocks noGrp="1"/>
          </p:cNvSpPr>
          <p:nvPr>
            <p:ph type="dt" sz="half" idx="10"/>
          </p:nvPr>
        </p:nvSpPr>
        <p:spPr/>
        <p:txBody>
          <a:bodyPr/>
          <a:lstStyle/>
          <a:p>
            <a:fld id="{6D2307B5-51FD-4FCD-A3E7-91C08E33BA66}" type="datetimeFigureOut">
              <a:rPr lang="en-US" smtClean="0"/>
              <a:t>4/24/2025</a:t>
            </a:fld>
            <a:endParaRPr lang="en-US"/>
          </a:p>
        </p:txBody>
      </p:sp>
      <p:sp>
        <p:nvSpPr>
          <p:cNvPr id="5" name="Footer Placeholder 4">
            <a:extLst>
              <a:ext uri="{FF2B5EF4-FFF2-40B4-BE49-F238E27FC236}">
                <a16:creationId xmlns:a16="http://schemas.microsoft.com/office/drawing/2014/main" id="{23465493-3CAE-9E25-9014-3E64ABFEF8A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CD9FB28-7303-FF01-9D3E-DE70D33AA4E6}"/>
              </a:ext>
            </a:extLst>
          </p:cNvPr>
          <p:cNvSpPr>
            <a:spLocks noGrp="1"/>
          </p:cNvSpPr>
          <p:nvPr>
            <p:ph type="sldNum" sz="quarter" idx="12"/>
          </p:nvPr>
        </p:nvSpPr>
        <p:spPr/>
        <p:txBody>
          <a:bodyPr/>
          <a:lstStyle/>
          <a:p>
            <a:fld id="{9D50A92E-F942-4900-B5E9-9C38C1CFF7E1}" type="slidenum">
              <a:rPr lang="en-US" smtClean="0"/>
              <a:t>‹#›</a:t>
            </a:fld>
            <a:endParaRPr lang="en-US"/>
          </a:p>
        </p:txBody>
      </p:sp>
    </p:spTree>
    <p:extLst>
      <p:ext uri="{BB962C8B-B14F-4D97-AF65-F5344CB8AC3E}">
        <p14:creationId xmlns:p14="http://schemas.microsoft.com/office/powerpoint/2010/main" val="9747985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F2EF00-A165-4CA7-1D6B-CB824624E17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0CB7F97-1629-53E3-D960-6732FF4A122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FFF4CFF-E823-A469-74A6-E0AF45E09829}"/>
              </a:ext>
            </a:extLst>
          </p:cNvPr>
          <p:cNvSpPr>
            <a:spLocks noGrp="1"/>
          </p:cNvSpPr>
          <p:nvPr>
            <p:ph type="dt" sz="half" idx="10"/>
          </p:nvPr>
        </p:nvSpPr>
        <p:spPr/>
        <p:txBody>
          <a:bodyPr/>
          <a:lstStyle/>
          <a:p>
            <a:fld id="{6D2307B5-51FD-4FCD-A3E7-91C08E33BA66}" type="datetimeFigureOut">
              <a:rPr lang="en-US" smtClean="0"/>
              <a:t>4/24/2025</a:t>
            </a:fld>
            <a:endParaRPr lang="en-US"/>
          </a:p>
        </p:txBody>
      </p:sp>
      <p:sp>
        <p:nvSpPr>
          <p:cNvPr id="5" name="Footer Placeholder 4">
            <a:extLst>
              <a:ext uri="{FF2B5EF4-FFF2-40B4-BE49-F238E27FC236}">
                <a16:creationId xmlns:a16="http://schemas.microsoft.com/office/drawing/2014/main" id="{D2290D19-F7B0-D3A3-0B6D-B58B1FE6B69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9A19008-7038-F82A-7F6D-B2DC4D1254D5}"/>
              </a:ext>
            </a:extLst>
          </p:cNvPr>
          <p:cNvSpPr>
            <a:spLocks noGrp="1"/>
          </p:cNvSpPr>
          <p:nvPr>
            <p:ph type="sldNum" sz="quarter" idx="12"/>
          </p:nvPr>
        </p:nvSpPr>
        <p:spPr/>
        <p:txBody>
          <a:bodyPr/>
          <a:lstStyle/>
          <a:p>
            <a:fld id="{9D50A92E-F942-4900-B5E9-9C38C1CFF7E1}" type="slidenum">
              <a:rPr lang="en-US" smtClean="0"/>
              <a:t>‹#›</a:t>
            </a:fld>
            <a:endParaRPr lang="en-US"/>
          </a:p>
        </p:txBody>
      </p:sp>
    </p:spTree>
    <p:extLst>
      <p:ext uri="{BB962C8B-B14F-4D97-AF65-F5344CB8AC3E}">
        <p14:creationId xmlns:p14="http://schemas.microsoft.com/office/powerpoint/2010/main" val="37658069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F8253C-F47B-4054-6F1A-F1E58CC546E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B773D2D-905E-25EE-E62A-4D38754F824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A7DD3EF-7781-275A-6D31-5ED3871AD11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F26922B-B1AA-1A65-3AC3-57F6E075202D}"/>
              </a:ext>
            </a:extLst>
          </p:cNvPr>
          <p:cNvSpPr>
            <a:spLocks noGrp="1"/>
          </p:cNvSpPr>
          <p:nvPr>
            <p:ph type="dt" sz="half" idx="10"/>
          </p:nvPr>
        </p:nvSpPr>
        <p:spPr/>
        <p:txBody>
          <a:bodyPr/>
          <a:lstStyle/>
          <a:p>
            <a:fld id="{6D2307B5-51FD-4FCD-A3E7-91C08E33BA66}" type="datetimeFigureOut">
              <a:rPr lang="en-US" smtClean="0"/>
              <a:t>4/24/2025</a:t>
            </a:fld>
            <a:endParaRPr lang="en-US"/>
          </a:p>
        </p:txBody>
      </p:sp>
      <p:sp>
        <p:nvSpPr>
          <p:cNvPr id="6" name="Footer Placeholder 5">
            <a:extLst>
              <a:ext uri="{FF2B5EF4-FFF2-40B4-BE49-F238E27FC236}">
                <a16:creationId xmlns:a16="http://schemas.microsoft.com/office/drawing/2014/main" id="{A0B7AD87-B988-2787-FFFB-DDC3420D174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0B07325-2A5C-97B4-3AA7-7CEEE252006D}"/>
              </a:ext>
            </a:extLst>
          </p:cNvPr>
          <p:cNvSpPr>
            <a:spLocks noGrp="1"/>
          </p:cNvSpPr>
          <p:nvPr>
            <p:ph type="sldNum" sz="quarter" idx="12"/>
          </p:nvPr>
        </p:nvSpPr>
        <p:spPr/>
        <p:txBody>
          <a:bodyPr/>
          <a:lstStyle/>
          <a:p>
            <a:fld id="{9D50A92E-F942-4900-B5E9-9C38C1CFF7E1}" type="slidenum">
              <a:rPr lang="en-US" smtClean="0"/>
              <a:t>‹#›</a:t>
            </a:fld>
            <a:endParaRPr lang="en-US"/>
          </a:p>
        </p:txBody>
      </p:sp>
    </p:spTree>
    <p:extLst>
      <p:ext uri="{BB962C8B-B14F-4D97-AF65-F5344CB8AC3E}">
        <p14:creationId xmlns:p14="http://schemas.microsoft.com/office/powerpoint/2010/main" val="18868706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6C92A3-2A83-25E8-DA33-43E273699CB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DB50215-2C5C-5A87-5EE0-F35E435815E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08992DB-EB77-4904-BFBE-D8CAC32291B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BA9B083-EF60-5C0D-D461-38BFCE26D8C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A14E1D7-1485-ECA2-8F59-6C873D32504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71FBE2B-7F8A-6E39-0547-85B3BDB38581}"/>
              </a:ext>
            </a:extLst>
          </p:cNvPr>
          <p:cNvSpPr>
            <a:spLocks noGrp="1"/>
          </p:cNvSpPr>
          <p:nvPr>
            <p:ph type="dt" sz="half" idx="10"/>
          </p:nvPr>
        </p:nvSpPr>
        <p:spPr/>
        <p:txBody>
          <a:bodyPr/>
          <a:lstStyle/>
          <a:p>
            <a:fld id="{6D2307B5-51FD-4FCD-A3E7-91C08E33BA66}" type="datetimeFigureOut">
              <a:rPr lang="en-US" smtClean="0"/>
              <a:t>4/24/2025</a:t>
            </a:fld>
            <a:endParaRPr lang="en-US"/>
          </a:p>
        </p:txBody>
      </p:sp>
      <p:sp>
        <p:nvSpPr>
          <p:cNvPr id="8" name="Footer Placeholder 7">
            <a:extLst>
              <a:ext uri="{FF2B5EF4-FFF2-40B4-BE49-F238E27FC236}">
                <a16:creationId xmlns:a16="http://schemas.microsoft.com/office/drawing/2014/main" id="{8AC7CF4F-543C-88FF-05B7-9FF5190F606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EFC40AC-5A70-7B0E-DD55-E9FCAB48F73C}"/>
              </a:ext>
            </a:extLst>
          </p:cNvPr>
          <p:cNvSpPr>
            <a:spLocks noGrp="1"/>
          </p:cNvSpPr>
          <p:nvPr>
            <p:ph type="sldNum" sz="quarter" idx="12"/>
          </p:nvPr>
        </p:nvSpPr>
        <p:spPr/>
        <p:txBody>
          <a:bodyPr/>
          <a:lstStyle/>
          <a:p>
            <a:fld id="{9D50A92E-F942-4900-B5E9-9C38C1CFF7E1}" type="slidenum">
              <a:rPr lang="en-US" smtClean="0"/>
              <a:t>‹#›</a:t>
            </a:fld>
            <a:endParaRPr lang="en-US"/>
          </a:p>
        </p:txBody>
      </p:sp>
    </p:spTree>
    <p:extLst>
      <p:ext uri="{BB962C8B-B14F-4D97-AF65-F5344CB8AC3E}">
        <p14:creationId xmlns:p14="http://schemas.microsoft.com/office/powerpoint/2010/main" val="35016910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19096C-B84B-8A4C-55D3-50F6CD219B1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4A976D2-8F2F-FBC1-1FB7-691748F31FAA}"/>
              </a:ext>
            </a:extLst>
          </p:cNvPr>
          <p:cNvSpPr>
            <a:spLocks noGrp="1"/>
          </p:cNvSpPr>
          <p:nvPr>
            <p:ph type="dt" sz="half" idx="10"/>
          </p:nvPr>
        </p:nvSpPr>
        <p:spPr/>
        <p:txBody>
          <a:bodyPr/>
          <a:lstStyle/>
          <a:p>
            <a:fld id="{6D2307B5-51FD-4FCD-A3E7-91C08E33BA66}" type="datetimeFigureOut">
              <a:rPr lang="en-US" smtClean="0"/>
              <a:t>4/24/2025</a:t>
            </a:fld>
            <a:endParaRPr lang="en-US"/>
          </a:p>
        </p:txBody>
      </p:sp>
      <p:sp>
        <p:nvSpPr>
          <p:cNvPr id="4" name="Footer Placeholder 3">
            <a:extLst>
              <a:ext uri="{FF2B5EF4-FFF2-40B4-BE49-F238E27FC236}">
                <a16:creationId xmlns:a16="http://schemas.microsoft.com/office/drawing/2014/main" id="{65C365D5-00AA-371D-9B5F-6AC92DB5671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4E2AD98-D191-63E8-5C56-67386277E48B}"/>
              </a:ext>
            </a:extLst>
          </p:cNvPr>
          <p:cNvSpPr>
            <a:spLocks noGrp="1"/>
          </p:cNvSpPr>
          <p:nvPr>
            <p:ph type="sldNum" sz="quarter" idx="12"/>
          </p:nvPr>
        </p:nvSpPr>
        <p:spPr/>
        <p:txBody>
          <a:bodyPr/>
          <a:lstStyle/>
          <a:p>
            <a:fld id="{9D50A92E-F942-4900-B5E9-9C38C1CFF7E1}" type="slidenum">
              <a:rPr lang="en-US" smtClean="0"/>
              <a:t>‹#›</a:t>
            </a:fld>
            <a:endParaRPr lang="en-US"/>
          </a:p>
        </p:txBody>
      </p:sp>
    </p:spTree>
    <p:extLst>
      <p:ext uri="{BB962C8B-B14F-4D97-AF65-F5344CB8AC3E}">
        <p14:creationId xmlns:p14="http://schemas.microsoft.com/office/powerpoint/2010/main" val="42063191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9810712-2C58-F740-F150-114663A4788B}"/>
              </a:ext>
            </a:extLst>
          </p:cNvPr>
          <p:cNvSpPr>
            <a:spLocks noGrp="1"/>
          </p:cNvSpPr>
          <p:nvPr>
            <p:ph type="dt" sz="half" idx="10"/>
          </p:nvPr>
        </p:nvSpPr>
        <p:spPr/>
        <p:txBody>
          <a:bodyPr/>
          <a:lstStyle/>
          <a:p>
            <a:fld id="{6D2307B5-51FD-4FCD-A3E7-91C08E33BA66}" type="datetimeFigureOut">
              <a:rPr lang="en-US" smtClean="0"/>
              <a:t>4/24/2025</a:t>
            </a:fld>
            <a:endParaRPr lang="en-US"/>
          </a:p>
        </p:txBody>
      </p:sp>
      <p:sp>
        <p:nvSpPr>
          <p:cNvPr id="3" name="Footer Placeholder 2">
            <a:extLst>
              <a:ext uri="{FF2B5EF4-FFF2-40B4-BE49-F238E27FC236}">
                <a16:creationId xmlns:a16="http://schemas.microsoft.com/office/drawing/2014/main" id="{89A0B47B-A3CB-A22A-BD63-E6A6479DF57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BB1A844-7A97-8915-8A3C-A1333526A7DB}"/>
              </a:ext>
            </a:extLst>
          </p:cNvPr>
          <p:cNvSpPr>
            <a:spLocks noGrp="1"/>
          </p:cNvSpPr>
          <p:nvPr>
            <p:ph type="sldNum" sz="quarter" idx="12"/>
          </p:nvPr>
        </p:nvSpPr>
        <p:spPr/>
        <p:txBody>
          <a:bodyPr/>
          <a:lstStyle/>
          <a:p>
            <a:fld id="{9D50A92E-F942-4900-B5E9-9C38C1CFF7E1}" type="slidenum">
              <a:rPr lang="en-US" smtClean="0"/>
              <a:t>‹#›</a:t>
            </a:fld>
            <a:endParaRPr lang="en-US"/>
          </a:p>
        </p:txBody>
      </p:sp>
    </p:spTree>
    <p:extLst>
      <p:ext uri="{BB962C8B-B14F-4D97-AF65-F5344CB8AC3E}">
        <p14:creationId xmlns:p14="http://schemas.microsoft.com/office/powerpoint/2010/main" val="8989945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696225-3771-CC55-8C57-B1AE218ED63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BCB74E1-50C3-6A68-2EB5-720AB568F47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631BE4A-2F65-E4E3-9134-8C65E33F7AF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2684471-EAB1-E280-B7A0-4F87A86E1B09}"/>
              </a:ext>
            </a:extLst>
          </p:cNvPr>
          <p:cNvSpPr>
            <a:spLocks noGrp="1"/>
          </p:cNvSpPr>
          <p:nvPr>
            <p:ph type="dt" sz="half" idx="10"/>
          </p:nvPr>
        </p:nvSpPr>
        <p:spPr/>
        <p:txBody>
          <a:bodyPr/>
          <a:lstStyle/>
          <a:p>
            <a:fld id="{6D2307B5-51FD-4FCD-A3E7-91C08E33BA66}" type="datetimeFigureOut">
              <a:rPr lang="en-US" smtClean="0"/>
              <a:t>4/24/2025</a:t>
            </a:fld>
            <a:endParaRPr lang="en-US"/>
          </a:p>
        </p:txBody>
      </p:sp>
      <p:sp>
        <p:nvSpPr>
          <p:cNvPr id="6" name="Footer Placeholder 5">
            <a:extLst>
              <a:ext uri="{FF2B5EF4-FFF2-40B4-BE49-F238E27FC236}">
                <a16:creationId xmlns:a16="http://schemas.microsoft.com/office/drawing/2014/main" id="{C1909785-EEC5-4FD3-0672-67E7479252F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8BAA18D-5801-8841-9A97-3512953BB0CC}"/>
              </a:ext>
            </a:extLst>
          </p:cNvPr>
          <p:cNvSpPr>
            <a:spLocks noGrp="1"/>
          </p:cNvSpPr>
          <p:nvPr>
            <p:ph type="sldNum" sz="quarter" idx="12"/>
          </p:nvPr>
        </p:nvSpPr>
        <p:spPr/>
        <p:txBody>
          <a:bodyPr/>
          <a:lstStyle/>
          <a:p>
            <a:fld id="{9D50A92E-F942-4900-B5E9-9C38C1CFF7E1}" type="slidenum">
              <a:rPr lang="en-US" smtClean="0"/>
              <a:t>‹#›</a:t>
            </a:fld>
            <a:endParaRPr lang="en-US"/>
          </a:p>
        </p:txBody>
      </p:sp>
    </p:spTree>
    <p:extLst>
      <p:ext uri="{BB962C8B-B14F-4D97-AF65-F5344CB8AC3E}">
        <p14:creationId xmlns:p14="http://schemas.microsoft.com/office/powerpoint/2010/main" val="26864579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62231E-9A63-DFB8-92DD-089A489EC25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3E2C91A-352D-D240-E12A-60E8EC64D73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6749C07-E7AA-99AC-2F62-B1753A3629E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A879856-8251-66CE-1B04-B3853F03663E}"/>
              </a:ext>
            </a:extLst>
          </p:cNvPr>
          <p:cNvSpPr>
            <a:spLocks noGrp="1"/>
          </p:cNvSpPr>
          <p:nvPr>
            <p:ph type="dt" sz="half" idx="10"/>
          </p:nvPr>
        </p:nvSpPr>
        <p:spPr/>
        <p:txBody>
          <a:bodyPr/>
          <a:lstStyle/>
          <a:p>
            <a:fld id="{6D2307B5-51FD-4FCD-A3E7-91C08E33BA66}" type="datetimeFigureOut">
              <a:rPr lang="en-US" smtClean="0"/>
              <a:t>4/24/2025</a:t>
            </a:fld>
            <a:endParaRPr lang="en-US"/>
          </a:p>
        </p:txBody>
      </p:sp>
      <p:sp>
        <p:nvSpPr>
          <p:cNvPr id="6" name="Footer Placeholder 5">
            <a:extLst>
              <a:ext uri="{FF2B5EF4-FFF2-40B4-BE49-F238E27FC236}">
                <a16:creationId xmlns:a16="http://schemas.microsoft.com/office/drawing/2014/main" id="{20BD93CA-928F-5BA2-9F75-0B01BBC4DA7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0693AFA-3803-9E04-AA99-116273EB8A56}"/>
              </a:ext>
            </a:extLst>
          </p:cNvPr>
          <p:cNvSpPr>
            <a:spLocks noGrp="1"/>
          </p:cNvSpPr>
          <p:nvPr>
            <p:ph type="sldNum" sz="quarter" idx="12"/>
          </p:nvPr>
        </p:nvSpPr>
        <p:spPr/>
        <p:txBody>
          <a:bodyPr/>
          <a:lstStyle/>
          <a:p>
            <a:fld id="{9D50A92E-F942-4900-B5E9-9C38C1CFF7E1}" type="slidenum">
              <a:rPr lang="en-US" smtClean="0"/>
              <a:t>‹#›</a:t>
            </a:fld>
            <a:endParaRPr lang="en-US"/>
          </a:p>
        </p:txBody>
      </p:sp>
    </p:spTree>
    <p:extLst>
      <p:ext uri="{BB962C8B-B14F-4D97-AF65-F5344CB8AC3E}">
        <p14:creationId xmlns:p14="http://schemas.microsoft.com/office/powerpoint/2010/main" val="2687403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EA8C58-7C19-98A0-7D9B-48DF8349C7E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DEDD4E9-9C40-2799-49E6-16E98B35A29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0169A3B-70C2-844F-F4CA-4E9D667BE5A1}"/>
              </a:ext>
            </a:extLst>
          </p:cNvPr>
          <p:cNvSpPr>
            <a:spLocks noGrp="1"/>
          </p:cNvSpPr>
          <p:nvPr>
            <p:ph type="dt" sz="half" idx="10"/>
          </p:nvPr>
        </p:nvSpPr>
        <p:spPr/>
        <p:txBody>
          <a:bodyPr/>
          <a:lstStyle/>
          <a:p>
            <a:fld id="{6D2307B5-51FD-4FCD-A3E7-91C08E33BA66}" type="datetimeFigureOut">
              <a:rPr lang="en-US" smtClean="0"/>
              <a:t>4/24/2025</a:t>
            </a:fld>
            <a:endParaRPr lang="en-US"/>
          </a:p>
        </p:txBody>
      </p:sp>
      <p:sp>
        <p:nvSpPr>
          <p:cNvPr id="5" name="Footer Placeholder 4">
            <a:extLst>
              <a:ext uri="{FF2B5EF4-FFF2-40B4-BE49-F238E27FC236}">
                <a16:creationId xmlns:a16="http://schemas.microsoft.com/office/drawing/2014/main" id="{B1747646-4FE2-7BEB-F864-186FB61793D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325619A-68C5-6150-F7B7-3A77A16A433A}"/>
              </a:ext>
            </a:extLst>
          </p:cNvPr>
          <p:cNvSpPr>
            <a:spLocks noGrp="1"/>
          </p:cNvSpPr>
          <p:nvPr>
            <p:ph type="sldNum" sz="quarter" idx="12"/>
          </p:nvPr>
        </p:nvSpPr>
        <p:spPr/>
        <p:txBody>
          <a:bodyPr/>
          <a:lstStyle/>
          <a:p>
            <a:fld id="{9D50A92E-F942-4900-B5E9-9C38C1CFF7E1}" type="slidenum">
              <a:rPr lang="en-US" smtClean="0"/>
              <a:t>‹#›</a:t>
            </a:fld>
            <a:endParaRPr lang="en-US"/>
          </a:p>
        </p:txBody>
      </p:sp>
    </p:spTree>
    <p:extLst>
      <p:ext uri="{BB962C8B-B14F-4D97-AF65-F5344CB8AC3E}">
        <p14:creationId xmlns:p14="http://schemas.microsoft.com/office/powerpoint/2010/main" val="37982012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96579BB-B111-0701-5BE2-6E70488F742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BA8306B-0FB4-9B06-DE29-4913E0A9CA8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45CC7B1-EC1A-1E52-FB2E-FD881AA22B92}"/>
              </a:ext>
            </a:extLst>
          </p:cNvPr>
          <p:cNvSpPr>
            <a:spLocks noGrp="1"/>
          </p:cNvSpPr>
          <p:nvPr>
            <p:ph type="dt" sz="half" idx="10"/>
          </p:nvPr>
        </p:nvSpPr>
        <p:spPr/>
        <p:txBody>
          <a:bodyPr/>
          <a:lstStyle/>
          <a:p>
            <a:fld id="{6D2307B5-51FD-4FCD-A3E7-91C08E33BA66}" type="datetimeFigureOut">
              <a:rPr lang="en-US" smtClean="0"/>
              <a:t>4/24/2025</a:t>
            </a:fld>
            <a:endParaRPr lang="en-US"/>
          </a:p>
        </p:txBody>
      </p:sp>
      <p:sp>
        <p:nvSpPr>
          <p:cNvPr id="5" name="Footer Placeholder 4">
            <a:extLst>
              <a:ext uri="{FF2B5EF4-FFF2-40B4-BE49-F238E27FC236}">
                <a16:creationId xmlns:a16="http://schemas.microsoft.com/office/drawing/2014/main" id="{58AFCA1C-A2DD-FC79-329B-D9B6B4543A3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A6E9839-F888-894D-9F2D-A0BE45C8AA75}"/>
              </a:ext>
            </a:extLst>
          </p:cNvPr>
          <p:cNvSpPr>
            <a:spLocks noGrp="1"/>
          </p:cNvSpPr>
          <p:nvPr>
            <p:ph type="sldNum" sz="quarter" idx="12"/>
          </p:nvPr>
        </p:nvSpPr>
        <p:spPr/>
        <p:txBody>
          <a:bodyPr/>
          <a:lstStyle/>
          <a:p>
            <a:fld id="{9D50A92E-F942-4900-B5E9-9C38C1CFF7E1}" type="slidenum">
              <a:rPr lang="en-US" smtClean="0"/>
              <a:t>‹#›</a:t>
            </a:fld>
            <a:endParaRPr lang="en-US"/>
          </a:p>
        </p:txBody>
      </p:sp>
    </p:spTree>
    <p:extLst>
      <p:ext uri="{BB962C8B-B14F-4D97-AF65-F5344CB8AC3E}">
        <p14:creationId xmlns:p14="http://schemas.microsoft.com/office/powerpoint/2010/main" val="11986758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DD8A0F2-582F-610A-343B-C1E7C83DBE2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FBB7021-F849-DD63-6F55-8DD0B12A82A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8D4AF0B-82BC-B4D5-A649-83384AFAB3E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D2307B5-51FD-4FCD-A3E7-91C08E33BA66}" type="datetimeFigureOut">
              <a:rPr lang="en-US" smtClean="0"/>
              <a:t>4/24/2025</a:t>
            </a:fld>
            <a:endParaRPr lang="en-US"/>
          </a:p>
        </p:txBody>
      </p:sp>
      <p:sp>
        <p:nvSpPr>
          <p:cNvPr id="5" name="Footer Placeholder 4">
            <a:extLst>
              <a:ext uri="{FF2B5EF4-FFF2-40B4-BE49-F238E27FC236}">
                <a16:creationId xmlns:a16="http://schemas.microsoft.com/office/drawing/2014/main" id="{D23C9020-5B3B-64E9-7C52-D06A2B012A9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BA1AFF93-D23F-DA2F-E6A3-93EB1EF61A4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D50A92E-F942-4900-B5E9-9C38C1CFF7E1}" type="slidenum">
              <a:rPr lang="en-US" smtClean="0"/>
              <a:t>‹#›</a:t>
            </a:fld>
            <a:endParaRPr lang="en-US"/>
          </a:p>
        </p:txBody>
      </p:sp>
    </p:spTree>
    <p:extLst>
      <p:ext uri="{BB962C8B-B14F-4D97-AF65-F5344CB8AC3E}">
        <p14:creationId xmlns:p14="http://schemas.microsoft.com/office/powerpoint/2010/main" val="145685282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B5FFC2-9E19-3B0E-A250-2E8B5DCF93A8}"/>
              </a:ext>
            </a:extLst>
          </p:cNvPr>
          <p:cNvSpPr>
            <a:spLocks noGrp="1"/>
          </p:cNvSpPr>
          <p:nvPr>
            <p:ph type="ctrTitle"/>
          </p:nvPr>
        </p:nvSpPr>
        <p:spPr/>
        <p:txBody>
          <a:bodyPr/>
          <a:lstStyle/>
          <a:p>
            <a:r>
              <a:rPr lang="en-US" dirty="0"/>
              <a:t>Data Structures &amp; Algorithms (CSC-214)</a:t>
            </a:r>
          </a:p>
        </p:txBody>
      </p:sp>
      <p:sp>
        <p:nvSpPr>
          <p:cNvPr id="3" name="Subtitle 2">
            <a:extLst>
              <a:ext uri="{FF2B5EF4-FFF2-40B4-BE49-F238E27FC236}">
                <a16:creationId xmlns:a16="http://schemas.microsoft.com/office/drawing/2014/main" id="{D89EA3E1-6477-EADA-49D3-94F5F46652BD}"/>
              </a:ext>
            </a:extLst>
          </p:cNvPr>
          <p:cNvSpPr>
            <a:spLocks noGrp="1"/>
          </p:cNvSpPr>
          <p:nvPr>
            <p:ph type="subTitle" idx="1"/>
          </p:nvPr>
        </p:nvSpPr>
        <p:spPr/>
        <p:txBody>
          <a:bodyPr/>
          <a:lstStyle/>
          <a:p>
            <a:r>
              <a:rPr lang="en-US" dirty="0"/>
              <a:t>Queues – Linked List based implementation</a:t>
            </a:r>
          </a:p>
        </p:txBody>
      </p:sp>
    </p:spTree>
    <p:extLst>
      <p:ext uri="{BB962C8B-B14F-4D97-AF65-F5344CB8AC3E}">
        <p14:creationId xmlns:p14="http://schemas.microsoft.com/office/powerpoint/2010/main" val="37396315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D0F8C2-7480-CF12-FF3E-03E32FAA6942}"/>
              </a:ext>
            </a:extLst>
          </p:cNvPr>
          <p:cNvSpPr>
            <a:spLocks noGrp="1"/>
          </p:cNvSpPr>
          <p:nvPr>
            <p:ph type="title"/>
          </p:nvPr>
        </p:nvSpPr>
        <p:spPr/>
        <p:txBody>
          <a:bodyPr/>
          <a:lstStyle/>
          <a:p>
            <a:r>
              <a:rPr lang="en-US" dirty="0"/>
              <a:t>Pointer-based Implementation </a:t>
            </a:r>
          </a:p>
        </p:txBody>
      </p:sp>
      <p:sp>
        <p:nvSpPr>
          <p:cNvPr id="3" name="Text Placeholder 2">
            <a:extLst>
              <a:ext uri="{FF2B5EF4-FFF2-40B4-BE49-F238E27FC236}">
                <a16:creationId xmlns:a16="http://schemas.microsoft.com/office/drawing/2014/main" id="{63883D80-D146-72A5-FEB4-CF4CB89410B0}"/>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9436168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74835A-D7CF-2B07-2DBC-F5A8BF0B4CBA}"/>
              </a:ext>
            </a:extLst>
          </p:cNvPr>
          <p:cNvSpPr>
            <a:spLocks noGrp="1"/>
          </p:cNvSpPr>
          <p:nvPr>
            <p:ph type="title"/>
          </p:nvPr>
        </p:nvSpPr>
        <p:spPr/>
        <p:txBody>
          <a:bodyPr/>
          <a:lstStyle/>
          <a:p>
            <a:r>
              <a:rPr lang="en-US" dirty="0"/>
              <a:t>Pointer-Based Implementation of Queues </a:t>
            </a:r>
          </a:p>
        </p:txBody>
      </p:sp>
      <p:sp>
        <p:nvSpPr>
          <p:cNvPr id="3" name="Content Placeholder 2">
            <a:extLst>
              <a:ext uri="{FF2B5EF4-FFF2-40B4-BE49-F238E27FC236}">
                <a16:creationId xmlns:a16="http://schemas.microsoft.com/office/drawing/2014/main" id="{3ED11C05-3922-75CC-7750-453E7746F40B}"/>
              </a:ext>
            </a:extLst>
          </p:cNvPr>
          <p:cNvSpPr>
            <a:spLocks noGrp="1"/>
          </p:cNvSpPr>
          <p:nvPr>
            <p:ph idx="1"/>
          </p:nvPr>
        </p:nvSpPr>
        <p:spPr/>
        <p:txBody>
          <a:bodyPr/>
          <a:lstStyle/>
          <a:p>
            <a:r>
              <a:rPr lang="en-US" dirty="0"/>
              <a:t>Queue Class maintains two pointers</a:t>
            </a:r>
          </a:p>
          <a:p>
            <a:pPr lvl="1"/>
            <a:r>
              <a:rPr lang="en-US" dirty="0"/>
              <a:t>front: A pointer to the first element of the queue</a:t>
            </a:r>
          </a:p>
          <a:p>
            <a:pPr lvl="1"/>
            <a:r>
              <a:rPr lang="en-US" dirty="0"/>
              <a:t>rear: A pointer to the last element of the queue</a:t>
            </a:r>
          </a:p>
        </p:txBody>
      </p:sp>
      <p:pic>
        <p:nvPicPr>
          <p:cNvPr id="5" name="Picture 4">
            <a:extLst>
              <a:ext uri="{FF2B5EF4-FFF2-40B4-BE49-F238E27FC236}">
                <a16:creationId xmlns:a16="http://schemas.microsoft.com/office/drawing/2014/main" id="{72A680BA-A14E-D684-E5AE-A3D9681CBBF6}"/>
              </a:ext>
            </a:extLst>
          </p:cNvPr>
          <p:cNvPicPr>
            <a:picLocks noChangeAspect="1"/>
          </p:cNvPicPr>
          <p:nvPr/>
        </p:nvPicPr>
        <p:blipFill>
          <a:blip r:embed="rId2"/>
          <a:stretch>
            <a:fillRect/>
          </a:stretch>
        </p:blipFill>
        <p:spPr>
          <a:xfrm>
            <a:off x="2390775" y="3692488"/>
            <a:ext cx="7410450" cy="1514475"/>
          </a:xfrm>
          <a:prstGeom prst="rect">
            <a:avLst/>
          </a:prstGeom>
        </p:spPr>
      </p:pic>
    </p:spTree>
    <p:extLst>
      <p:ext uri="{BB962C8B-B14F-4D97-AF65-F5344CB8AC3E}">
        <p14:creationId xmlns:p14="http://schemas.microsoft.com/office/powerpoint/2010/main" val="39045979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F5AD96-F050-B5E2-EB5C-BA871CFB61F1}"/>
              </a:ext>
            </a:extLst>
          </p:cNvPr>
          <p:cNvSpPr>
            <a:spLocks noGrp="1"/>
          </p:cNvSpPr>
          <p:nvPr>
            <p:ph type="title"/>
          </p:nvPr>
        </p:nvSpPr>
        <p:spPr/>
        <p:txBody>
          <a:bodyPr/>
          <a:lstStyle/>
          <a:p>
            <a:r>
              <a:rPr lang="en-US" dirty="0"/>
              <a:t>Queue Operations (1) </a:t>
            </a:r>
          </a:p>
        </p:txBody>
      </p:sp>
      <p:sp>
        <p:nvSpPr>
          <p:cNvPr id="3" name="Content Placeholder 2">
            <a:extLst>
              <a:ext uri="{FF2B5EF4-FFF2-40B4-BE49-F238E27FC236}">
                <a16:creationId xmlns:a16="http://schemas.microsoft.com/office/drawing/2014/main" id="{FC5261F1-D2E7-00C7-1334-0339EDDEF2A1}"/>
              </a:ext>
            </a:extLst>
          </p:cNvPr>
          <p:cNvSpPr>
            <a:spLocks noGrp="1"/>
          </p:cNvSpPr>
          <p:nvPr>
            <p:ph idx="1"/>
          </p:nvPr>
        </p:nvSpPr>
        <p:spPr/>
        <p:txBody>
          <a:bodyPr/>
          <a:lstStyle/>
          <a:p>
            <a:r>
              <a:rPr lang="en-US" dirty="0"/>
              <a:t>MAKENULL(Q)</a:t>
            </a:r>
          </a:p>
          <a:p>
            <a:r>
              <a:rPr lang="en-US" dirty="0"/>
              <a:t>ENQUEUE (x, Q)</a:t>
            </a:r>
          </a:p>
          <a:p>
            <a:r>
              <a:rPr lang="en-US" dirty="0"/>
              <a:t>DEQUEUE (Q)</a:t>
            </a:r>
          </a:p>
        </p:txBody>
      </p:sp>
    </p:spTree>
    <p:extLst>
      <p:ext uri="{BB962C8B-B14F-4D97-AF65-F5344CB8AC3E}">
        <p14:creationId xmlns:p14="http://schemas.microsoft.com/office/powerpoint/2010/main" val="6288762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C7D959-C858-62D4-A16A-863030B4F56F}"/>
              </a:ext>
            </a:extLst>
          </p:cNvPr>
          <p:cNvSpPr>
            <a:spLocks noGrp="1"/>
          </p:cNvSpPr>
          <p:nvPr>
            <p:ph type="title"/>
          </p:nvPr>
        </p:nvSpPr>
        <p:spPr/>
        <p:txBody>
          <a:bodyPr/>
          <a:lstStyle/>
          <a:p>
            <a:r>
              <a:rPr lang="en-US" dirty="0"/>
              <a:t>Queue Implementation (1)</a:t>
            </a:r>
          </a:p>
        </p:txBody>
      </p:sp>
      <p:sp>
        <p:nvSpPr>
          <p:cNvPr id="3" name="Content Placeholder 2">
            <a:extLst>
              <a:ext uri="{FF2B5EF4-FFF2-40B4-BE49-F238E27FC236}">
                <a16:creationId xmlns:a16="http://schemas.microsoft.com/office/drawing/2014/main" id="{6C5E2CDE-2B7B-ECCB-855B-6E712E42E132}"/>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09E5FE43-845E-FB2C-FD79-FBD9B9CAB58A}"/>
              </a:ext>
            </a:extLst>
          </p:cNvPr>
          <p:cNvPicPr>
            <a:picLocks noChangeAspect="1"/>
          </p:cNvPicPr>
          <p:nvPr/>
        </p:nvPicPr>
        <p:blipFill>
          <a:blip r:embed="rId2"/>
          <a:stretch>
            <a:fillRect/>
          </a:stretch>
        </p:blipFill>
        <p:spPr>
          <a:xfrm>
            <a:off x="2714625" y="2490787"/>
            <a:ext cx="6762750" cy="1876425"/>
          </a:xfrm>
          <a:prstGeom prst="rect">
            <a:avLst/>
          </a:prstGeom>
        </p:spPr>
      </p:pic>
    </p:spTree>
    <p:extLst>
      <p:ext uri="{BB962C8B-B14F-4D97-AF65-F5344CB8AC3E}">
        <p14:creationId xmlns:p14="http://schemas.microsoft.com/office/powerpoint/2010/main" val="38088442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1CBDE7-D079-C698-3A60-3F777B057999}"/>
              </a:ext>
            </a:extLst>
          </p:cNvPr>
          <p:cNvSpPr>
            <a:spLocks noGrp="1"/>
          </p:cNvSpPr>
          <p:nvPr>
            <p:ph type="title"/>
          </p:nvPr>
        </p:nvSpPr>
        <p:spPr/>
        <p:txBody>
          <a:bodyPr/>
          <a:lstStyle/>
          <a:p>
            <a:r>
              <a:rPr lang="en-US" dirty="0"/>
              <a:t>Queue Implementation (2)</a:t>
            </a:r>
          </a:p>
        </p:txBody>
      </p:sp>
      <p:sp>
        <p:nvSpPr>
          <p:cNvPr id="3" name="Content Placeholder 2">
            <a:extLst>
              <a:ext uri="{FF2B5EF4-FFF2-40B4-BE49-F238E27FC236}">
                <a16:creationId xmlns:a16="http://schemas.microsoft.com/office/drawing/2014/main" id="{03B0B9ED-DC5C-120F-3968-4020B2C410EC}"/>
              </a:ext>
            </a:extLst>
          </p:cNvPr>
          <p:cNvSpPr>
            <a:spLocks noGrp="1"/>
          </p:cNvSpPr>
          <p:nvPr>
            <p:ph idx="1"/>
          </p:nvPr>
        </p:nvSpPr>
        <p:spPr/>
        <p:txBody>
          <a:bodyPr/>
          <a:lstStyle/>
          <a:p>
            <a:endParaRPr lang="en-US"/>
          </a:p>
        </p:txBody>
      </p:sp>
      <p:pic>
        <p:nvPicPr>
          <p:cNvPr id="7" name="Picture 6">
            <a:extLst>
              <a:ext uri="{FF2B5EF4-FFF2-40B4-BE49-F238E27FC236}">
                <a16:creationId xmlns:a16="http://schemas.microsoft.com/office/drawing/2014/main" id="{69862F4F-12A2-629A-F6A1-D3499A13B116}"/>
              </a:ext>
            </a:extLst>
          </p:cNvPr>
          <p:cNvPicPr>
            <a:picLocks noChangeAspect="1"/>
          </p:cNvPicPr>
          <p:nvPr/>
        </p:nvPicPr>
        <p:blipFill>
          <a:blip r:embed="rId2"/>
          <a:stretch>
            <a:fillRect/>
          </a:stretch>
        </p:blipFill>
        <p:spPr>
          <a:xfrm>
            <a:off x="2314575" y="2020094"/>
            <a:ext cx="7562850" cy="3962400"/>
          </a:xfrm>
          <a:prstGeom prst="rect">
            <a:avLst/>
          </a:prstGeom>
        </p:spPr>
      </p:pic>
    </p:spTree>
    <p:extLst>
      <p:ext uri="{BB962C8B-B14F-4D97-AF65-F5344CB8AC3E}">
        <p14:creationId xmlns:p14="http://schemas.microsoft.com/office/powerpoint/2010/main" val="39917502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489087-E695-5627-1CF7-95AA191CC6DA}"/>
              </a:ext>
            </a:extLst>
          </p:cNvPr>
          <p:cNvSpPr>
            <a:spLocks noGrp="1"/>
          </p:cNvSpPr>
          <p:nvPr>
            <p:ph type="title"/>
          </p:nvPr>
        </p:nvSpPr>
        <p:spPr/>
        <p:txBody>
          <a:bodyPr/>
          <a:lstStyle/>
          <a:p>
            <a:r>
              <a:rPr lang="en-US" dirty="0"/>
              <a:t>Queue Implementation (3)</a:t>
            </a:r>
          </a:p>
        </p:txBody>
      </p:sp>
      <p:pic>
        <p:nvPicPr>
          <p:cNvPr id="7" name="Picture 6">
            <a:extLst>
              <a:ext uri="{FF2B5EF4-FFF2-40B4-BE49-F238E27FC236}">
                <a16:creationId xmlns:a16="http://schemas.microsoft.com/office/drawing/2014/main" id="{9A55D1CC-C83D-7DD4-F886-69EF4F57EB1C}"/>
              </a:ext>
            </a:extLst>
          </p:cNvPr>
          <p:cNvPicPr>
            <a:picLocks noChangeAspect="1"/>
          </p:cNvPicPr>
          <p:nvPr/>
        </p:nvPicPr>
        <p:blipFill>
          <a:blip r:embed="rId2"/>
          <a:stretch>
            <a:fillRect/>
          </a:stretch>
        </p:blipFill>
        <p:spPr>
          <a:xfrm>
            <a:off x="838199" y="1690688"/>
            <a:ext cx="3228975" cy="1819275"/>
          </a:xfrm>
          <a:prstGeom prst="rect">
            <a:avLst/>
          </a:prstGeom>
        </p:spPr>
      </p:pic>
      <p:pic>
        <p:nvPicPr>
          <p:cNvPr id="9" name="Picture 8">
            <a:extLst>
              <a:ext uri="{FF2B5EF4-FFF2-40B4-BE49-F238E27FC236}">
                <a16:creationId xmlns:a16="http://schemas.microsoft.com/office/drawing/2014/main" id="{D349D11B-8F57-3EF1-CB14-226EA5719537}"/>
              </a:ext>
            </a:extLst>
          </p:cNvPr>
          <p:cNvPicPr>
            <a:picLocks noChangeAspect="1"/>
          </p:cNvPicPr>
          <p:nvPr/>
        </p:nvPicPr>
        <p:blipFill>
          <a:blip r:embed="rId3"/>
          <a:stretch>
            <a:fillRect/>
          </a:stretch>
        </p:blipFill>
        <p:spPr>
          <a:xfrm>
            <a:off x="838199" y="4171063"/>
            <a:ext cx="3390900" cy="1790700"/>
          </a:xfrm>
          <a:prstGeom prst="rect">
            <a:avLst/>
          </a:prstGeom>
        </p:spPr>
      </p:pic>
      <p:pic>
        <p:nvPicPr>
          <p:cNvPr id="15" name="Picture 14">
            <a:extLst>
              <a:ext uri="{FF2B5EF4-FFF2-40B4-BE49-F238E27FC236}">
                <a16:creationId xmlns:a16="http://schemas.microsoft.com/office/drawing/2014/main" id="{FB1A1C0E-D862-A92E-410F-1873E8097644}"/>
              </a:ext>
            </a:extLst>
          </p:cNvPr>
          <p:cNvPicPr>
            <a:picLocks noChangeAspect="1"/>
          </p:cNvPicPr>
          <p:nvPr/>
        </p:nvPicPr>
        <p:blipFill>
          <a:blip r:embed="rId4"/>
          <a:stretch>
            <a:fillRect/>
          </a:stretch>
        </p:blipFill>
        <p:spPr>
          <a:xfrm>
            <a:off x="6901748" y="1690688"/>
            <a:ext cx="4257675" cy="4143375"/>
          </a:xfrm>
          <a:prstGeom prst="rect">
            <a:avLst/>
          </a:prstGeom>
        </p:spPr>
      </p:pic>
    </p:spTree>
    <p:extLst>
      <p:ext uri="{BB962C8B-B14F-4D97-AF65-F5344CB8AC3E}">
        <p14:creationId xmlns:p14="http://schemas.microsoft.com/office/powerpoint/2010/main" val="6857772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0FA97D-E29B-CD04-E926-BEC2019CA61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3DD9129-E875-699D-CEBD-1A8F76276191}"/>
              </a:ext>
            </a:extLst>
          </p:cNvPr>
          <p:cNvSpPr>
            <a:spLocks noGrp="1"/>
          </p:cNvSpPr>
          <p:nvPr>
            <p:ph type="title"/>
          </p:nvPr>
        </p:nvSpPr>
        <p:spPr/>
        <p:txBody>
          <a:bodyPr/>
          <a:lstStyle/>
          <a:p>
            <a:r>
              <a:rPr lang="en-US" dirty="0"/>
              <a:t>Queue Implementation (4)</a:t>
            </a:r>
          </a:p>
        </p:txBody>
      </p:sp>
      <p:pic>
        <p:nvPicPr>
          <p:cNvPr id="11" name="Content Placeholder 10">
            <a:extLst>
              <a:ext uri="{FF2B5EF4-FFF2-40B4-BE49-F238E27FC236}">
                <a16:creationId xmlns:a16="http://schemas.microsoft.com/office/drawing/2014/main" id="{5F675D13-454F-BC3C-2096-3AEA78F3EBF2}"/>
              </a:ext>
            </a:extLst>
          </p:cNvPr>
          <p:cNvPicPr>
            <a:picLocks noGrp="1" noChangeAspect="1"/>
          </p:cNvPicPr>
          <p:nvPr>
            <p:ph idx="1"/>
          </p:nvPr>
        </p:nvPicPr>
        <p:blipFill>
          <a:blip r:embed="rId2"/>
          <a:stretch>
            <a:fillRect/>
          </a:stretch>
        </p:blipFill>
        <p:spPr>
          <a:xfrm>
            <a:off x="838200" y="1690688"/>
            <a:ext cx="5133975" cy="3667125"/>
          </a:xfrm>
        </p:spPr>
      </p:pic>
      <p:pic>
        <p:nvPicPr>
          <p:cNvPr id="4" name="Picture 3">
            <a:extLst>
              <a:ext uri="{FF2B5EF4-FFF2-40B4-BE49-F238E27FC236}">
                <a16:creationId xmlns:a16="http://schemas.microsoft.com/office/drawing/2014/main" id="{EAB272BD-2299-D356-B5CB-B29AF3DF2254}"/>
              </a:ext>
            </a:extLst>
          </p:cNvPr>
          <p:cNvPicPr>
            <a:picLocks noChangeAspect="1"/>
          </p:cNvPicPr>
          <p:nvPr/>
        </p:nvPicPr>
        <p:blipFill>
          <a:blip r:embed="rId3"/>
          <a:stretch>
            <a:fillRect/>
          </a:stretch>
        </p:blipFill>
        <p:spPr>
          <a:xfrm>
            <a:off x="6667500" y="1690688"/>
            <a:ext cx="4686300" cy="3914775"/>
          </a:xfrm>
          <a:prstGeom prst="rect">
            <a:avLst/>
          </a:prstGeom>
        </p:spPr>
      </p:pic>
    </p:spTree>
    <p:extLst>
      <p:ext uri="{BB962C8B-B14F-4D97-AF65-F5344CB8AC3E}">
        <p14:creationId xmlns:p14="http://schemas.microsoft.com/office/powerpoint/2010/main" val="5598632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01BE50-D383-B3FC-A563-D3D1F5D01766}"/>
              </a:ext>
            </a:extLst>
          </p:cNvPr>
          <p:cNvSpPr>
            <a:spLocks noGrp="1"/>
          </p:cNvSpPr>
          <p:nvPr>
            <p:ph type="title"/>
          </p:nvPr>
        </p:nvSpPr>
        <p:spPr/>
        <p:txBody>
          <a:bodyPr/>
          <a:lstStyle/>
          <a:p>
            <a:r>
              <a:rPr lang="en-US" dirty="0"/>
              <a:t>Queue Implementation (4)</a:t>
            </a:r>
          </a:p>
        </p:txBody>
      </p:sp>
      <p:pic>
        <p:nvPicPr>
          <p:cNvPr id="7" name="Content Placeholder 6">
            <a:extLst>
              <a:ext uri="{FF2B5EF4-FFF2-40B4-BE49-F238E27FC236}">
                <a16:creationId xmlns:a16="http://schemas.microsoft.com/office/drawing/2014/main" id="{44B2298B-651E-5BA7-C0AF-019967A27B1D}"/>
              </a:ext>
            </a:extLst>
          </p:cNvPr>
          <p:cNvPicPr>
            <a:picLocks noGrp="1" noChangeAspect="1"/>
          </p:cNvPicPr>
          <p:nvPr>
            <p:ph idx="1"/>
          </p:nvPr>
        </p:nvPicPr>
        <p:blipFill>
          <a:blip r:embed="rId2"/>
          <a:stretch>
            <a:fillRect/>
          </a:stretch>
        </p:blipFill>
        <p:spPr>
          <a:xfrm>
            <a:off x="7352303" y="1612512"/>
            <a:ext cx="4001497" cy="2634731"/>
          </a:xfrm>
        </p:spPr>
      </p:pic>
      <p:pic>
        <p:nvPicPr>
          <p:cNvPr id="5" name="Picture 4">
            <a:extLst>
              <a:ext uri="{FF2B5EF4-FFF2-40B4-BE49-F238E27FC236}">
                <a16:creationId xmlns:a16="http://schemas.microsoft.com/office/drawing/2014/main" id="{6C82BC15-5B4A-76D4-F585-04089EB2F22D}"/>
              </a:ext>
            </a:extLst>
          </p:cNvPr>
          <p:cNvPicPr>
            <a:picLocks noChangeAspect="1"/>
          </p:cNvPicPr>
          <p:nvPr/>
        </p:nvPicPr>
        <p:blipFill>
          <a:blip r:embed="rId3"/>
          <a:stretch>
            <a:fillRect/>
          </a:stretch>
        </p:blipFill>
        <p:spPr>
          <a:xfrm>
            <a:off x="838200" y="1825625"/>
            <a:ext cx="5207517" cy="4863787"/>
          </a:xfrm>
          <a:prstGeom prst="rect">
            <a:avLst/>
          </a:prstGeom>
        </p:spPr>
      </p:pic>
    </p:spTree>
    <p:extLst>
      <p:ext uri="{BB962C8B-B14F-4D97-AF65-F5344CB8AC3E}">
        <p14:creationId xmlns:p14="http://schemas.microsoft.com/office/powerpoint/2010/main" val="33216663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782FFC-A8FB-000B-13CF-49CB2DBD53D5}"/>
              </a:ext>
            </a:extLst>
          </p:cNvPr>
          <p:cNvSpPr>
            <a:spLocks noGrp="1"/>
          </p:cNvSpPr>
          <p:nvPr>
            <p:ph type="title"/>
          </p:nvPr>
        </p:nvSpPr>
        <p:spPr/>
        <p:txBody>
          <a:bodyPr/>
          <a:lstStyle/>
          <a:p>
            <a:r>
              <a:rPr lang="en-US" dirty="0"/>
              <a:t>Linked List Variations</a:t>
            </a:r>
          </a:p>
        </p:txBody>
      </p:sp>
      <p:sp>
        <p:nvSpPr>
          <p:cNvPr id="3" name="Content Placeholder 2">
            <a:extLst>
              <a:ext uri="{FF2B5EF4-FFF2-40B4-BE49-F238E27FC236}">
                <a16:creationId xmlns:a16="http://schemas.microsoft.com/office/drawing/2014/main" id="{7E753110-1811-F4AD-6EB3-EDAD8B9322E1}"/>
              </a:ext>
            </a:extLst>
          </p:cNvPr>
          <p:cNvSpPr>
            <a:spLocks noGrp="1"/>
          </p:cNvSpPr>
          <p:nvPr>
            <p:ph idx="1"/>
          </p:nvPr>
        </p:nvSpPr>
        <p:spPr/>
        <p:txBody>
          <a:bodyPr/>
          <a:lstStyle/>
          <a:p>
            <a:r>
              <a:rPr lang="en-US" dirty="0"/>
              <a:t>Queues can be implemented using singly, doubly and circularly linked lists.</a:t>
            </a:r>
          </a:p>
          <a:p>
            <a:r>
              <a:rPr lang="en-US" dirty="0"/>
              <a:t>You should be able to handle its implementation in all such cases.</a:t>
            </a:r>
          </a:p>
        </p:txBody>
      </p:sp>
    </p:spTree>
    <p:extLst>
      <p:ext uri="{BB962C8B-B14F-4D97-AF65-F5344CB8AC3E}">
        <p14:creationId xmlns:p14="http://schemas.microsoft.com/office/powerpoint/2010/main" val="34780404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FFAE73-DB8D-7E0F-FC55-4DAD6A610986}"/>
              </a:ext>
            </a:extLst>
          </p:cNvPr>
          <p:cNvSpPr>
            <a:spLocks noGrp="1"/>
          </p:cNvSpPr>
          <p:nvPr>
            <p:ph type="title"/>
          </p:nvPr>
        </p:nvSpPr>
        <p:spPr/>
        <p:txBody>
          <a:bodyPr/>
          <a:lstStyle/>
          <a:p>
            <a:r>
              <a:rPr lang="en-US" dirty="0"/>
              <a:t>Practice Questions	</a:t>
            </a:r>
          </a:p>
        </p:txBody>
      </p:sp>
      <p:sp>
        <p:nvSpPr>
          <p:cNvPr id="3" name="Content Placeholder 2">
            <a:extLst>
              <a:ext uri="{FF2B5EF4-FFF2-40B4-BE49-F238E27FC236}">
                <a16:creationId xmlns:a16="http://schemas.microsoft.com/office/drawing/2014/main" id="{934F9E85-41FA-0CD9-D3B2-BAC5A2333360}"/>
              </a:ext>
            </a:extLst>
          </p:cNvPr>
          <p:cNvSpPr>
            <a:spLocks noGrp="1"/>
          </p:cNvSpPr>
          <p:nvPr>
            <p:ph idx="1"/>
          </p:nvPr>
        </p:nvSpPr>
        <p:spPr/>
        <p:txBody>
          <a:bodyPr/>
          <a:lstStyle/>
          <a:p>
            <a:r>
              <a:rPr lang="en-US" dirty="0"/>
              <a:t>Create a copy constructor</a:t>
            </a:r>
          </a:p>
          <a:p>
            <a:r>
              <a:rPr lang="en-US" dirty="0"/>
              <a:t>Overload == (is equal to) and = (assignment operator)</a:t>
            </a:r>
          </a:p>
          <a:p>
            <a:r>
              <a:rPr lang="en-US" dirty="0"/>
              <a:t>End of chapter, book questions from Tony Gadis, Goodrich, DS Malik.</a:t>
            </a:r>
          </a:p>
        </p:txBody>
      </p:sp>
    </p:spTree>
    <p:extLst>
      <p:ext uri="{BB962C8B-B14F-4D97-AF65-F5344CB8AC3E}">
        <p14:creationId xmlns:p14="http://schemas.microsoft.com/office/powerpoint/2010/main" val="180113519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9EA8BB-9A29-3F03-EB40-F80CD72661AB}"/>
              </a:ext>
            </a:extLst>
          </p:cNvPr>
          <p:cNvSpPr>
            <a:spLocks noGrp="1"/>
          </p:cNvSpPr>
          <p:nvPr>
            <p:ph type="title"/>
          </p:nvPr>
        </p:nvSpPr>
        <p:spPr/>
        <p:txBody>
          <a:bodyPr/>
          <a:lstStyle/>
          <a:p>
            <a:r>
              <a:rPr lang="en-US" dirty="0"/>
              <a:t>Deques</a:t>
            </a:r>
          </a:p>
        </p:txBody>
      </p:sp>
      <p:sp>
        <p:nvSpPr>
          <p:cNvPr id="3" name="Text Placeholder 2">
            <a:extLst>
              <a:ext uri="{FF2B5EF4-FFF2-40B4-BE49-F238E27FC236}">
                <a16:creationId xmlns:a16="http://schemas.microsoft.com/office/drawing/2014/main" id="{58CF86A5-1D44-D883-DCE1-83654490AD0F}"/>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324077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72B4C3-BFC4-67E1-C11A-345C36C278E1}"/>
              </a:ext>
            </a:extLst>
          </p:cNvPr>
          <p:cNvSpPr>
            <a:spLocks noGrp="1"/>
          </p:cNvSpPr>
          <p:nvPr>
            <p:ph type="title"/>
          </p:nvPr>
        </p:nvSpPr>
        <p:spPr/>
        <p:txBody>
          <a:bodyPr/>
          <a:lstStyle/>
          <a:p>
            <a:r>
              <a:rPr lang="en-US" dirty="0"/>
              <a:t>Deque (Double Ended Queue)</a:t>
            </a:r>
          </a:p>
        </p:txBody>
      </p:sp>
      <p:sp>
        <p:nvSpPr>
          <p:cNvPr id="3" name="Content Placeholder 2">
            <a:extLst>
              <a:ext uri="{FF2B5EF4-FFF2-40B4-BE49-F238E27FC236}">
                <a16:creationId xmlns:a16="http://schemas.microsoft.com/office/drawing/2014/main" id="{0643AD80-4449-837F-9DB2-1377B7FAD249}"/>
              </a:ext>
            </a:extLst>
          </p:cNvPr>
          <p:cNvSpPr>
            <a:spLocks noGrp="1"/>
          </p:cNvSpPr>
          <p:nvPr>
            <p:ph idx="1"/>
          </p:nvPr>
        </p:nvSpPr>
        <p:spPr/>
        <p:txBody>
          <a:bodyPr>
            <a:normAutofit/>
          </a:bodyPr>
          <a:lstStyle/>
          <a:p>
            <a:r>
              <a:rPr lang="en-US" dirty="0"/>
              <a:t>Queue-like data structure that supports insertion and deletion at both the front and the rear of the queue</a:t>
            </a:r>
          </a:p>
          <a:p>
            <a:endParaRPr lang="en-US" dirty="0"/>
          </a:p>
        </p:txBody>
      </p:sp>
    </p:spTree>
    <p:extLst>
      <p:ext uri="{BB962C8B-B14F-4D97-AF65-F5344CB8AC3E}">
        <p14:creationId xmlns:p14="http://schemas.microsoft.com/office/powerpoint/2010/main" val="237955516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561D07-F7C4-B237-6701-3704567B6616}"/>
              </a:ext>
            </a:extLst>
          </p:cNvPr>
          <p:cNvSpPr>
            <a:spLocks noGrp="1"/>
          </p:cNvSpPr>
          <p:nvPr>
            <p:ph type="title"/>
          </p:nvPr>
        </p:nvSpPr>
        <p:spPr/>
        <p:txBody>
          <a:bodyPr/>
          <a:lstStyle/>
          <a:p>
            <a:r>
              <a:rPr lang="en-US" dirty="0"/>
              <a:t>Deque (ADT)</a:t>
            </a:r>
          </a:p>
        </p:txBody>
      </p:sp>
      <p:sp>
        <p:nvSpPr>
          <p:cNvPr id="3" name="Content Placeholder 2">
            <a:extLst>
              <a:ext uri="{FF2B5EF4-FFF2-40B4-BE49-F238E27FC236}">
                <a16:creationId xmlns:a16="http://schemas.microsoft.com/office/drawing/2014/main" id="{520E5B53-FBF3-40A1-143A-D75F0A103489}"/>
              </a:ext>
            </a:extLst>
          </p:cNvPr>
          <p:cNvSpPr>
            <a:spLocks noGrp="1"/>
          </p:cNvSpPr>
          <p:nvPr>
            <p:ph idx="1"/>
          </p:nvPr>
        </p:nvSpPr>
        <p:spPr/>
        <p:txBody>
          <a:bodyPr>
            <a:normAutofit fontScale="62500" lnSpcReduction="20000"/>
          </a:bodyPr>
          <a:lstStyle/>
          <a:p>
            <a:r>
              <a:rPr lang="en-US" dirty="0" err="1"/>
              <a:t>insertFront</a:t>
            </a:r>
            <a:r>
              <a:rPr lang="en-US" dirty="0"/>
              <a:t>(e)</a:t>
            </a:r>
          </a:p>
          <a:p>
            <a:pPr lvl="1"/>
            <a:r>
              <a:rPr lang="en-US" dirty="0"/>
              <a:t>Insert a new element e at the beginning of the deque.</a:t>
            </a:r>
          </a:p>
          <a:p>
            <a:r>
              <a:rPr lang="en-US" dirty="0" err="1"/>
              <a:t>insertBack</a:t>
            </a:r>
            <a:r>
              <a:rPr lang="en-US" dirty="0"/>
              <a:t>(e)</a:t>
            </a:r>
          </a:p>
          <a:p>
            <a:pPr lvl="1"/>
            <a:r>
              <a:rPr lang="en-US" dirty="0"/>
              <a:t>Insert a new element e at the end of the deque.</a:t>
            </a:r>
          </a:p>
          <a:p>
            <a:r>
              <a:rPr lang="en-US" dirty="0" err="1"/>
              <a:t>eraseFront</a:t>
            </a:r>
            <a:r>
              <a:rPr lang="en-US" dirty="0"/>
              <a:t>()</a:t>
            </a:r>
          </a:p>
          <a:p>
            <a:pPr lvl="1"/>
            <a:r>
              <a:rPr lang="en-US" dirty="0"/>
              <a:t>Remove the first element of the deque; an error occurs if the deque is empty.</a:t>
            </a:r>
          </a:p>
          <a:p>
            <a:r>
              <a:rPr lang="en-US" dirty="0" err="1"/>
              <a:t>eraseBack</a:t>
            </a:r>
            <a:r>
              <a:rPr lang="en-US" dirty="0"/>
              <a:t>()</a:t>
            </a:r>
          </a:p>
          <a:p>
            <a:pPr lvl="1"/>
            <a:r>
              <a:rPr lang="en-US" dirty="0"/>
              <a:t>Remove the last element of the deque; an error occurs if the deque is empty.</a:t>
            </a:r>
          </a:p>
          <a:p>
            <a:r>
              <a:rPr lang="en-US" dirty="0"/>
              <a:t>front()</a:t>
            </a:r>
          </a:p>
          <a:p>
            <a:pPr lvl="1"/>
            <a:r>
              <a:rPr lang="en-US" dirty="0"/>
              <a:t>Return the first element of the deque; an error occurs if the deque is empty. </a:t>
            </a:r>
          </a:p>
          <a:p>
            <a:r>
              <a:rPr lang="en-US" dirty="0"/>
              <a:t>back()</a:t>
            </a:r>
          </a:p>
          <a:p>
            <a:pPr lvl="1"/>
            <a:r>
              <a:rPr lang="en-US" dirty="0"/>
              <a:t>Return the last element of the deque; an error occurs if the deque is empty. </a:t>
            </a:r>
          </a:p>
          <a:p>
            <a:r>
              <a:rPr lang="en-US" dirty="0"/>
              <a:t>size()</a:t>
            </a:r>
          </a:p>
          <a:p>
            <a:pPr lvl="1"/>
            <a:r>
              <a:rPr lang="en-US" dirty="0"/>
              <a:t>Return the number of elements of the deque. </a:t>
            </a:r>
          </a:p>
          <a:p>
            <a:r>
              <a:rPr lang="en-US" dirty="0"/>
              <a:t>empty()</a:t>
            </a:r>
          </a:p>
          <a:p>
            <a:pPr lvl="1"/>
            <a:r>
              <a:rPr lang="en-US" dirty="0"/>
              <a:t>Return true if the deque is empty and false otherwise.</a:t>
            </a:r>
          </a:p>
        </p:txBody>
      </p:sp>
    </p:spTree>
    <p:extLst>
      <p:ext uri="{BB962C8B-B14F-4D97-AF65-F5344CB8AC3E}">
        <p14:creationId xmlns:p14="http://schemas.microsoft.com/office/powerpoint/2010/main" val="39250089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BA6120-3C21-7F51-65A3-A2BF27B8FA85}"/>
              </a:ext>
            </a:extLst>
          </p:cNvPr>
          <p:cNvSpPr>
            <a:spLocks noGrp="1"/>
          </p:cNvSpPr>
          <p:nvPr>
            <p:ph type="title"/>
          </p:nvPr>
        </p:nvSpPr>
        <p:spPr/>
        <p:txBody>
          <a:bodyPr/>
          <a:lstStyle/>
          <a:p>
            <a:r>
              <a:rPr lang="en-US" dirty="0"/>
              <a:t>Deque (STL)</a:t>
            </a:r>
          </a:p>
        </p:txBody>
      </p:sp>
      <p:sp>
        <p:nvSpPr>
          <p:cNvPr id="3" name="Content Placeholder 2">
            <a:extLst>
              <a:ext uri="{FF2B5EF4-FFF2-40B4-BE49-F238E27FC236}">
                <a16:creationId xmlns:a16="http://schemas.microsoft.com/office/drawing/2014/main" id="{3CF18BC4-976D-CE6B-CCF9-18354473808F}"/>
              </a:ext>
            </a:extLst>
          </p:cNvPr>
          <p:cNvSpPr>
            <a:spLocks noGrp="1"/>
          </p:cNvSpPr>
          <p:nvPr>
            <p:ph idx="1"/>
          </p:nvPr>
        </p:nvSpPr>
        <p:spPr/>
        <p:txBody>
          <a:bodyPr>
            <a:normAutofit lnSpcReduction="10000"/>
          </a:bodyPr>
          <a:lstStyle/>
          <a:p>
            <a:r>
              <a:rPr lang="en-US" dirty="0"/>
              <a:t>#include &lt;deque&gt;</a:t>
            </a:r>
          </a:p>
          <a:p>
            <a:r>
              <a:rPr lang="en-US" dirty="0"/>
              <a:t>using std::deque; // make deque accessible</a:t>
            </a:r>
          </a:p>
          <a:p>
            <a:r>
              <a:rPr lang="en-US" dirty="0"/>
              <a:t>deque&lt;string&gt; </a:t>
            </a:r>
            <a:r>
              <a:rPr lang="en-US" dirty="0" err="1"/>
              <a:t>myDeque</a:t>
            </a:r>
            <a:r>
              <a:rPr lang="en-US" dirty="0"/>
              <a:t>; // a deque of strings</a:t>
            </a:r>
          </a:p>
          <a:p>
            <a:endParaRPr lang="en-US" dirty="0"/>
          </a:p>
          <a:p>
            <a:r>
              <a:rPr lang="en-US" dirty="0"/>
              <a:t>As with STL stacks and queues, an STL deque dynamically resizes itself as new elements are added.</a:t>
            </a:r>
          </a:p>
          <a:p>
            <a:r>
              <a:rPr lang="en-US" dirty="0"/>
              <a:t>Similar to STL stacks and queues, the result of applying any of the operations front, back, push front, or push back to an empty STL queue is undefined. Thus, no exception is thrown, but the program may abort.</a:t>
            </a:r>
          </a:p>
        </p:txBody>
      </p:sp>
    </p:spTree>
    <p:extLst>
      <p:ext uri="{BB962C8B-B14F-4D97-AF65-F5344CB8AC3E}">
        <p14:creationId xmlns:p14="http://schemas.microsoft.com/office/powerpoint/2010/main" val="162987493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E6C732-1C7F-6269-C73E-5C08E52F3663}"/>
              </a:ext>
            </a:extLst>
          </p:cNvPr>
          <p:cNvSpPr>
            <a:spLocks noGrp="1"/>
          </p:cNvSpPr>
          <p:nvPr>
            <p:ph type="title"/>
          </p:nvPr>
        </p:nvSpPr>
        <p:spPr/>
        <p:txBody>
          <a:bodyPr/>
          <a:lstStyle/>
          <a:p>
            <a:r>
              <a:rPr lang="en-US" dirty="0"/>
              <a:t>Implementation</a:t>
            </a:r>
          </a:p>
        </p:txBody>
      </p:sp>
      <p:sp>
        <p:nvSpPr>
          <p:cNvPr id="3" name="Content Placeholder 2">
            <a:extLst>
              <a:ext uri="{FF2B5EF4-FFF2-40B4-BE49-F238E27FC236}">
                <a16:creationId xmlns:a16="http://schemas.microsoft.com/office/drawing/2014/main" id="{90874D83-5FE3-B1BE-2CF9-9303FDBA4D8F}"/>
              </a:ext>
            </a:extLst>
          </p:cNvPr>
          <p:cNvSpPr>
            <a:spLocks noGrp="1"/>
          </p:cNvSpPr>
          <p:nvPr>
            <p:ph idx="1"/>
          </p:nvPr>
        </p:nvSpPr>
        <p:spPr/>
        <p:txBody>
          <a:bodyPr/>
          <a:lstStyle/>
          <a:p>
            <a:r>
              <a:rPr lang="en-US" dirty="0"/>
              <a:t>Deques are implemented Doubly linked list</a:t>
            </a:r>
          </a:p>
          <a:p>
            <a:endParaRPr lang="en-US" dirty="0"/>
          </a:p>
          <a:p>
            <a:endParaRPr lang="en-US" dirty="0"/>
          </a:p>
          <a:p>
            <a:endParaRPr lang="en-US" dirty="0"/>
          </a:p>
          <a:p>
            <a:endParaRPr lang="en-US" dirty="0"/>
          </a:p>
        </p:txBody>
      </p:sp>
      <p:pic>
        <p:nvPicPr>
          <p:cNvPr id="5" name="Picture 4">
            <a:extLst>
              <a:ext uri="{FF2B5EF4-FFF2-40B4-BE49-F238E27FC236}">
                <a16:creationId xmlns:a16="http://schemas.microsoft.com/office/drawing/2014/main" id="{3E371471-0C60-5D4B-E2F6-5B1928090306}"/>
              </a:ext>
            </a:extLst>
          </p:cNvPr>
          <p:cNvPicPr>
            <a:picLocks noChangeAspect="1"/>
          </p:cNvPicPr>
          <p:nvPr/>
        </p:nvPicPr>
        <p:blipFill>
          <a:blip r:embed="rId2"/>
          <a:stretch>
            <a:fillRect/>
          </a:stretch>
        </p:blipFill>
        <p:spPr>
          <a:xfrm>
            <a:off x="3157537" y="2311474"/>
            <a:ext cx="5876925" cy="895350"/>
          </a:xfrm>
          <a:prstGeom prst="rect">
            <a:avLst/>
          </a:prstGeom>
        </p:spPr>
      </p:pic>
    </p:spTree>
    <p:extLst>
      <p:ext uri="{BB962C8B-B14F-4D97-AF65-F5344CB8AC3E}">
        <p14:creationId xmlns:p14="http://schemas.microsoft.com/office/powerpoint/2010/main" val="307006572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1CD894-242A-0107-3E0E-79C659EE14CC}"/>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9FC25BC-5EF9-AEEC-3652-05132D2117CD}"/>
              </a:ext>
            </a:extLst>
          </p:cNvPr>
          <p:cNvSpPr>
            <a:spLocks noGrp="1"/>
          </p:cNvSpPr>
          <p:nvPr>
            <p:ph idx="1"/>
          </p:nvPr>
        </p:nvSpPr>
        <p:spPr/>
        <p:txBody>
          <a:bodyPr/>
          <a:lstStyle/>
          <a:p>
            <a:r>
              <a:rPr lang="en-US"/>
              <a:t>Any Questions?</a:t>
            </a:r>
          </a:p>
        </p:txBody>
      </p:sp>
    </p:spTree>
    <p:extLst>
      <p:ext uri="{BB962C8B-B14F-4D97-AF65-F5344CB8AC3E}">
        <p14:creationId xmlns:p14="http://schemas.microsoft.com/office/powerpoint/2010/main" val="106852860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6407</TotalTime>
  <Words>419</Words>
  <Application>Microsoft Office PowerPoint</Application>
  <PresentationFormat>Widescreen</PresentationFormat>
  <Paragraphs>55</Paragraphs>
  <Slides>17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Arial</vt:lpstr>
      <vt:lpstr>Calibri</vt:lpstr>
      <vt:lpstr>Calibri Light</vt:lpstr>
      <vt:lpstr>Office Theme</vt:lpstr>
      <vt:lpstr>Data Structures &amp; Algorithms (CSC-214)</vt:lpstr>
      <vt:lpstr>Pointer-based Implementation </vt:lpstr>
      <vt:lpstr>Pointer-Based Implementation of Queues </vt:lpstr>
      <vt:lpstr>Queue Operations (1) </vt:lpstr>
      <vt:lpstr>Queue Implementation (1)</vt:lpstr>
      <vt:lpstr>Queue Implementation (2)</vt:lpstr>
      <vt:lpstr>Queue Implementation (3)</vt:lpstr>
      <vt:lpstr>Queue Implementation (4)</vt:lpstr>
      <vt:lpstr>Queue Implementation (4)</vt:lpstr>
      <vt:lpstr>Linked List Variations</vt:lpstr>
      <vt:lpstr>Practice Questions </vt:lpstr>
      <vt:lpstr>Deques</vt:lpstr>
      <vt:lpstr>Deque (Double Ended Queue)</vt:lpstr>
      <vt:lpstr>Deque (ADT)</vt:lpstr>
      <vt:lpstr>Deque (STL)</vt:lpstr>
      <vt:lpstr>Implementation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user</dc:creator>
  <cp:lastModifiedBy>user</cp:lastModifiedBy>
  <cp:revision>68</cp:revision>
  <dcterms:created xsi:type="dcterms:W3CDTF">2025-04-23T14:23:37Z</dcterms:created>
  <dcterms:modified xsi:type="dcterms:W3CDTF">2025-04-28T11:25:58Z</dcterms:modified>
</cp:coreProperties>
</file>