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1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10" r:id="rId15"/>
    <p:sldId id="268" r:id="rId16"/>
    <p:sldId id="269" r:id="rId17"/>
    <p:sldId id="270" r:id="rId18"/>
    <p:sldId id="271" r:id="rId19"/>
    <p:sldId id="272" r:id="rId20"/>
    <p:sldId id="273" r:id="rId21"/>
    <p:sldId id="311" r:id="rId22"/>
    <p:sldId id="274" r:id="rId23"/>
    <p:sldId id="275" r:id="rId24"/>
    <p:sldId id="309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315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14" r:id="rId55"/>
    <p:sldId id="304" r:id="rId56"/>
    <p:sldId id="305" r:id="rId57"/>
    <p:sldId id="306" r:id="rId58"/>
    <p:sldId id="307" r:id="rId59"/>
    <p:sldId id="308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407" autoAdjust="0"/>
  </p:normalViewPr>
  <p:slideViewPr>
    <p:cSldViewPr>
      <p:cViewPr>
        <p:scale>
          <a:sx n="90" d="100"/>
          <a:sy n="90" d="100"/>
        </p:scale>
        <p:origin x="140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4611" y="3500628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35273" y="2352243"/>
            <a:ext cx="247345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459" y="1053083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6622415" cy="1418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77614" y="6414530"/>
            <a:ext cx="59499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1384" y="6414530"/>
            <a:ext cx="2844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5582" y="627806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4869" y="6278067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4289" y="3748227"/>
            <a:ext cx="306006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ahoma"/>
                <a:cs typeface="Tahoma"/>
              </a:rPr>
              <a:t>17.</a:t>
            </a:r>
            <a:r>
              <a:rPr sz="2100" b="1" spc="-55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Binary</a:t>
            </a:r>
            <a:r>
              <a:rPr sz="2100" b="1" spc="-60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Search</a:t>
            </a:r>
            <a:r>
              <a:rPr sz="2100" b="1" spc="-65" dirty="0">
                <a:latin typeface="Tahoma"/>
                <a:cs typeface="Tahoma"/>
              </a:rPr>
              <a:t> </a:t>
            </a:r>
            <a:r>
              <a:rPr sz="2100" b="1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Search</a:t>
            </a:r>
            <a:r>
              <a:rPr spc="-65" dirty="0"/>
              <a:t> </a:t>
            </a:r>
            <a:r>
              <a:rPr dirty="0"/>
              <a:t>Tree</a:t>
            </a:r>
            <a:r>
              <a:rPr spc="-80" dirty="0"/>
              <a:t> </a:t>
            </a:r>
            <a:r>
              <a:rPr spc="-10" dirty="0"/>
              <a:t>(BST)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145145" cy="293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With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tree,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dictate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order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(BST)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defines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order: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sub-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less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stored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in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and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marR="226695" lvl="1" indent="-287020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sub-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greater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in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object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4188" y="4447744"/>
            <a:ext cx="4273256" cy="17505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6603" y="5157215"/>
            <a:ext cx="2159635" cy="92392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 marR="136525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subtrees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will </a:t>
            </a:r>
            <a:r>
              <a:rPr sz="1800" dirty="0">
                <a:latin typeface="Tahoma"/>
                <a:cs typeface="Tahoma"/>
              </a:rPr>
              <a:t>themselves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be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55" dirty="0"/>
              <a:t> </a:t>
            </a:r>
            <a:r>
              <a:rPr dirty="0"/>
              <a:t>Tree</a:t>
            </a:r>
            <a:r>
              <a:rPr spc="-75" dirty="0"/>
              <a:t> </a:t>
            </a:r>
            <a:r>
              <a:rPr dirty="0"/>
              <a:t>(BST)</a:t>
            </a:r>
            <a:r>
              <a:rPr spc="-5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45" dirty="0"/>
              <a:t> </a:t>
            </a:r>
            <a:r>
              <a:rPr spc="-25" dirty="0"/>
              <a:t>(1)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4108" y="1819629"/>
            <a:ext cx="4119371" cy="15255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3568" y="1792223"/>
            <a:ext cx="8296909" cy="3736975"/>
            <a:chOff x="353568" y="1792223"/>
            <a:chExt cx="8296909" cy="37369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3677411"/>
              <a:ext cx="8083296" cy="18516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" y="1792223"/>
              <a:ext cx="4037076" cy="19065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55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dirty="0"/>
              <a:t>(BST)</a:t>
            </a:r>
            <a:r>
              <a:rPr spc="-55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444" y="1999488"/>
            <a:ext cx="2649220" cy="2258695"/>
            <a:chOff x="504444" y="1999488"/>
            <a:chExt cx="2649220" cy="2258695"/>
          </a:xfrm>
        </p:grpSpPr>
        <p:sp>
          <p:nvSpPr>
            <p:cNvPr id="4" name="object 4"/>
            <p:cNvSpPr/>
            <p:nvPr/>
          </p:nvSpPr>
          <p:spPr>
            <a:xfrm>
              <a:off x="533400" y="2028444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30" y="994160"/>
                  </a:lnTo>
                  <a:lnTo>
                    <a:pt x="340210" y="956221"/>
                  </a:lnTo>
                  <a:lnTo>
                    <a:pt x="366179" y="921091"/>
                  </a:lnTo>
                  <a:lnTo>
                    <a:pt x="398250" y="889214"/>
                  </a:lnTo>
                  <a:lnTo>
                    <a:pt x="435833" y="861030"/>
                  </a:lnTo>
                  <a:lnTo>
                    <a:pt x="478338" y="836980"/>
                  </a:lnTo>
                  <a:lnTo>
                    <a:pt x="525177" y="817506"/>
                  </a:lnTo>
                  <a:lnTo>
                    <a:pt x="575760" y="803050"/>
                  </a:lnTo>
                  <a:lnTo>
                    <a:pt x="629497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7" y="1359358"/>
                  </a:lnTo>
                  <a:lnTo>
                    <a:pt x="575760" y="1350361"/>
                  </a:lnTo>
                  <a:lnTo>
                    <a:pt x="525177" y="1335905"/>
                  </a:lnTo>
                  <a:lnTo>
                    <a:pt x="478338" y="1316431"/>
                  </a:lnTo>
                  <a:lnTo>
                    <a:pt x="435833" y="1292381"/>
                  </a:lnTo>
                  <a:lnTo>
                    <a:pt x="398250" y="1264197"/>
                  </a:lnTo>
                  <a:lnTo>
                    <a:pt x="366179" y="1232320"/>
                  </a:lnTo>
                  <a:lnTo>
                    <a:pt x="340210" y="1197190"/>
                  </a:lnTo>
                  <a:lnTo>
                    <a:pt x="320930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30" y="1832360"/>
                  </a:lnTo>
                  <a:lnTo>
                    <a:pt x="35410" y="1794421"/>
                  </a:lnTo>
                  <a:lnTo>
                    <a:pt x="61379" y="1759291"/>
                  </a:lnTo>
                  <a:lnTo>
                    <a:pt x="93450" y="1727414"/>
                  </a:lnTo>
                  <a:lnTo>
                    <a:pt x="131033" y="1699230"/>
                  </a:lnTo>
                  <a:lnTo>
                    <a:pt x="173538" y="1675180"/>
                  </a:lnTo>
                  <a:lnTo>
                    <a:pt x="220377" y="1655706"/>
                  </a:lnTo>
                  <a:lnTo>
                    <a:pt x="270960" y="1641250"/>
                  </a:lnTo>
                  <a:lnTo>
                    <a:pt x="324697" y="1632253"/>
                  </a:lnTo>
                  <a:lnTo>
                    <a:pt x="381000" y="1629155"/>
                  </a:lnTo>
                  <a:lnTo>
                    <a:pt x="437302" y="1632253"/>
                  </a:lnTo>
                  <a:lnTo>
                    <a:pt x="491039" y="1641250"/>
                  </a:lnTo>
                  <a:lnTo>
                    <a:pt x="541622" y="1655706"/>
                  </a:lnTo>
                  <a:lnTo>
                    <a:pt x="588461" y="1675180"/>
                  </a:lnTo>
                  <a:lnTo>
                    <a:pt x="630966" y="1699230"/>
                  </a:lnTo>
                  <a:lnTo>
                    <a:pt x="668549" y="1727414"/>
                  </a:lnTo>
                  <a:lnTo>
                    <a:pt x="700620" y="1759291"/>
                  </a:lnTo>
                  <a:lnTo>
                    <a:pt x="726589" y="1794421"/>
                  </a:lnTo>
                  <a:lnTo>
                    <a:pt x="745869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42"/>
                  </a:lnTo>
                  <a:lnTo>
                    <a:pt x="745869" y="1997451"/>
                  </a:lnTo>
                  <a:lnTo>
                    <a:pt x="726589" y="2035390"/>
                  </a:lnTo>
                  <a:lnTo>
                    <a:pt x="700620" y="2070520"/>
                  </a:lnTo>
                  <a:lnTo>
                    <a:pt x="668549" y="2102397"/>
                  </a:lnTo>
                  <a:lnTo>
                    <a:pt x="630966" y="2130581"/>
                  </a:lnTo>
                  <a:lnTo>
                    <a:pt x="588461" y="2154631"/>
                  </a:lnTo>
                  <a:lnTo>
                    <a:pt x="541622" y="2174105"/>
                  </a:lnTo>
                  <a:lnTo>
                    <a:pt x="491039" y="2188561"/>
                  </a:lnTo>
                  <a:lnTo>
                    <a:pt x="437302" y="2197558"/>
                  </a:lnTo>
                  <a:lnTo>
                    <a:pt x="381000" y="2200655"/>
                  </a:lnTo>
                  <a:lnTo>
                    <a:pt x="324697" y="2197558"/>
                  </a:lnTo>
                  <a:lnTo>
                    <a:pt x="270960" y="2188561"/>
                  </a:lnTo>
                  <a:lnTo>
                    <a:pt x="220377" y="2174105"/>
                  </a:lnTo>
                  <a:lnTo>
                    <a:pt x="173538" y="2154631"/>
                  </a:lnTo>
                  <a:lnTo>
                    <a:pt x="131033" y="2130581"/>
                  </a:lnTo>
                  <a:lnTo>
                    <a:pt x="93450" y="2102397"/>
                  </a:lnTo>
                  <a:lnTo>
                    <a:pt x="61379" y="2070520"/>
                  </a:lnTo>
                  <a:lnTo>
                    <a:pt x="35410" y="2035390"/>
                  </a:lnTo>
                  <a:lnTo>
                    <a:pt x="16130" y="1997451"/>
                  </a:lnTo>
                  <a:lnTo>
                    <a:pt x="4130" y="1957142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5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5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5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5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2" y="2611373"/>
              <a:ext cx="1828800" cy="1030605"/>
            </a:xfrm>
            <a:custGeom>
              <a:avLst/>
              <a:gdLst/>
              <a:ahLst/>
              <a:cxnLst/>
              <a:rect l="l" t="t" r="r" b="b"/>
              <a:pathLst>
                <a:path w="1828800" h="1030604">
                  <a:moveTo>
                    <a:pt x="315595" y="824992"/>
                  </a:moveTo>
                  <a:lnTo>
                    <a:pt x="294005" y="793496"/>
                  </a:lnTo>
                  <a:lnTo>
                    <a:pt x="83375" y="938301"/>
                  </a:lnTo>
                  <a:lnTo>
                    <a:pt x="61810" y="906907"/>
                  </a:lnTo>
                  <a:lnTo>
                    <a:pt x="0" y="1018794"/>
                  </a:lnTo>
                  <a:lnTo>
                    <a:pt x="126568" y="1001141"/>
                  </a:lnTo>
                  <a:lnTo>
                    <a:pt x="112420" y="980567"/>
                  </a:lnTo>
                  <a:lnTo>
                    <a:pt x="104990" y="969772"/>
                  </a:lnTo>
                  <a:lnTo>
                    <a:pt x="315595" y="824992"/>
                  </a:lnTo>
                  <a:close/>
                </a:path>
                <a:path w="1828800" h="1030604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30604">
                  <a:moveTo>
                    <a:pt x="1828800" y="1018794"/>
                  </a:moveTo>
                  <a:lnTo>
                    <a:pt x="1813369" y="1001649"/>
                  </a:lnTo>
                  <a:lnTo>
                    <a:pt x="1743329" y="923798"/>
                  </a:lnTo>
                  <a:lnTo>
                    <a:pt x="1729409" y="959256"/>
                  </a:lnTo>
                  <a:lnTo>
                    <a:pt x="1302385" y="791464"/>
                  </a:lnTo>
                  <a:lnTo>
                    <a:pt x="1295400" y="809244"/>
                  </a:lnTo>
                  <a:lnTo>
                    <a:pt x="1286256" y="792607"/>
                  </a:lnTo>
                  <a:lnTo>
                    <a:pt x="1005357" y="947026"/>
                  </a:lnTo>
                  <a:lnTo>
                    <a:pt x="987044" y="913638"/>
                  </a:lnTo>
                  <a:lnTo>
                    <a:pt x="914400" y="1018794"/>
                  </a:lnTo>
                  <a:lnTo>
                    <a:pt x="1042035" y="1013841"/>
                  </a:lnTo>
                  <a:lnTo>
                    <a:pt x="1028712" y="989596"/>
                  </a:lnTo>
                  <a:lnTo>
                    <a:pt x="1023670" y="980401"/>
                  </a:lnTo>
                  <a:lnTo>
                    <a:pt x="1296606" y="830249"/>
                  </a:lnTo>
                  <a:lnTo>
                    <a:pt x="1715477" y="994714"/>
                  </a:lnTo>
                  <a:lnTo>
                    <a:pt x="1701546" y="1030224"/>
                  </a:lnTo>
                  <a:lnTo>
                    <a:pt x="1828800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2200" y="36576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7018" y="2851531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9621" y="2089531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4920" y="2851531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913" y="3766184"/>
            <a:ext cx="187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3920" y="3766184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420" y="3766184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46291" y="2142744"/>
            <a:ext cx="2649220" cy="2258695"/>
            <a:chOff x="6146291" y="2142744"/>
            <a:chExt cx="2649220" cy="2258695"/>
          </a:xfrm>
        </p:grpSpPr>
        <p:sp>
          <p:nvSpPr>
            <p:cNvPr id="14" name="object 14"/>
            <p:cNvSpPr/>
            <p:nvPr/>
          </p:nvSpPr>
          <p:spPr>
            <a:xfrm>
              <a:off x="6175247" y="2171700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6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6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6"/>
                  </a:lnTo>
                  <a:lnTo>
                    <a:pt x="757869" y="1957142"/>
                  </a:lnTo>
                  <a:lnTo>
                    <a:pt x="745870" y="1997451"/>
                  </a:lnTo>
                  <a:lnTo>
                    <a:pt x="726591" y="2035390"/>
                  </a:lnTo>
                  <a:lnTo>
                    <a:pt x="700623" y="2070520"/>
                  </a:lnTo>
                  <a:lnTo>
                    <a:pt x="668553" y="2102397"/>
                  </a:lnTo>
                  <a:lnTo>
                    <a:pt x="630971" y="2130581"/>
                  </a:lnTo>
                  <a:lnTo>
                    <a:pt x="588466" y="2154631"/>
                  </a:lnTo>
                  <a:lnTo>
                    <a:pt x="541627" y="2174105"/>
                  </a:lnTo>
                  <a:lnTo>
                    <a:pt x="491044" y="2188561"/>
                  </a:lnTo>
                  <a:lnTo>
                    <a:pt x="437305" y="2197558"/>
                  </a:lnTo>
                  <a:lnTo>
                    <a:pt x="381000" y="2200656"/>
                  </a:lnTo>
                  <a:lnTo>
                    <a:pt x="324694" y="2197558"/>
                  </a:lnTo>
                  <a:lnTo>
                    <a:pt x="270955" y="2188561"/>
                  </a:lnTo>
                  <a:lnTo>
                    <a:pt x="220372" y="2174105"/>
                  </a:lnTo>
                  <a:lnTo>
                    <a:pt x="173533" y="2154631"/>
                  </a:lnTo>
                  <a:lnTo>
                    <a:pt x="131028" y="2130581"/>
                  </a:lnTo>
                  <a:lnTo>
                    <a:pt x="93446" y="2102397"/>
                  </a:lnTo>
                  <a:lnTo>
                    <a:pt x="61376" y="2070520"/>
                  </a:lnTo>
                  <a:lnTo>
                    <a:pt x="35408" y="2035390"/>
                  </a:lnTo>
                  <a:lnTo>
                    <a:pt x="16129" y="1997451"/>
                  </a:lnTo>
                  <a:lnTo>
                    <a:pt x="4130" y="1957142"/>
                  </a:lnTo>
                  <a:lnTo>
                    <a:pt x="0" y="1914906"/>
                  </a:lnTo>
                  <a:close/>
                </a:path>
                <a:path w="2057400" h="2200910">
                  <a:moveTo>
                    <a:pt x="914400" y="1914906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6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6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6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6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56997" y="2754629"/>
              <a:ext cx="1829435" cy="1035685"/>
            </a:xfrm>
            <a:custGeom>
              <a:avLst/>
              <a:gdLst/>
              <a:ahLst/>
              <a:cxnLst/>
              <a:rect l="l" t="t" r="r" b="b"/>
              <a:pathLst>
                <a:path w="1829434" h="1035685">
                  <a:moveTo>
                    <a:pt x="914412" y="1018794"/>
                  </a:moveTo>
                  <a:lnTo>
                    <a:pt x="901687" y="1005840"/>
                  </a:lnTo>
                  <a:lnTo>
                    <a:pt x="824877" y="927608"/>
                  </a:lnTo>
                  <a:lnTo>
                    <a:pt x="812520" y="963612"/>
                  </a:lnTo>
                  <a:lnTo>
                    <a:pt x="311035" y="791210"/>
                  </a:lnTo>
                  <a:lnTo>
                    <a:pt x="304812" y="809256"/>
                  </a:lnTo>
                  <a:lnTo>
                    <a:pt x="294017" y="793496"/>
                  </a:lnTo>
                  <a:lnTo>
                    <a:pt x="83413" y="938276"/>
                  </a:lnTo>
                  <a:lnTo>
                    <a:pt x="61849" y="906907"/>
                  </a:lnTo>
                  <a:lnTo>
                    <a:pt x="0" y="1018794"/>
                  </a:lnTo>
                  <a:lnTo>
                    <a:pt x="126631" y="1001141"/>
                  </a:lnTo>
                  <a:lnTo>
                    <a:pt x="112483" y="980567"/>
                  </a:lnTo>
                  <a:lnTo>
                    <a:pt x="105041" y="969746"/>
                  </a:lnTo>
                  <a:lnTo>
                    <a:pt x="307695" y="830427"/>
                  </a:lnTo>
                  <a:lnTo>
                    <a:pt x="800150" y="999667"/>
                  </a:lnTo>
                  <a:lnTo>
                    <a:pt x="787793" y="1035685"/>
                  </a:lnTo>
                  <a:lnTo>
                    <a:pt x="914412" y="1018794"/>
                  </a:lnTo>
                  <a:close/>
                </a:path>
                <a:path w="1829434" h="1035685">
                  <a:moveTo>
                    <a:pt x="1295412" y="180213"/>
                  </a:moveTo>
                  <a:lnTo>
                    <a:pt x="1282077" y="166370"/>
                  </a:lnTo>
                  <a:lnTo>
                    <a:pt x="1206766" y="88138"/>
                  </a:lnTo>
                  <a:lnTo>
                    <a:pt x="1194015" y="124079"/>
                  </a:lnTo>
                  <a:lnTo>
                    <a:pt x="844562" y="381"/>
                  </a:lnTo>
                  <a:lnTo>
                    <a:pt x="838212" y="18288"/>
                  </a:lnTo>
                  <a:lnTo>
                    <a:pt x="832624" y="0"/>
                  </a:lnTo>
                  <a:lnTo>
                    <a:pt x="408622" y="128841"/>
                  </a:lnTo>
                  <a:lnTo>
                    <a:pt x="397522" y="92329"/>
                  </a:lnTo>
                  <a:lnTo>
                    <a:pt x="304812" y="180213"/>
                  </a:lnTo>
                  <a:lnTo>
                    <a:pt x="430796" y="201676"/>
                  </a:lnTo>
                  <a:lnTo>
                    <a:pt x="421398" y="170815"/>
                  </a:lnTo>
                  <a:lnTo>
                    <a:pt x="419709" y="165277"/>
                  </a:lnTo>
                  <a:lnTo>
                    <a:pt x="837946" y="38354"/>
                  </a:lnTo>
                  <a:lnTo>
                    <a:pt x="1181277" y="160007"/>
                  </a:lnTo>
                  <a:lnTo>
                    <a:pt x="1168539" y="195961"/>
                  </a:lnTo>
                  <a:lnTo>
                    <a:pt x="1295412" y="180213"/>
                  </a:lnTo>
                  <a:close/>
                </a:path>
                <a:path w="1829434" h="1035685">
                  <a:moveTo>
                    <a:pt x="1828812" y="1018794"/>
                  </a:moveTo>
                  <a:lnTo>
                    <a:pt x="1813382" y="1001649"/>
                  </a:lnTo>
                  <a:lnTo>
                    <a:pt x="1743341" y="923798"/>
                  </a:lnTo>
                  <a:lnTo>
                    <a:pt x="1729422" y="959256"/>
                  </a:lnTo>
                  <a:lnTo>
                    <a:pt x="1302397" y="791476"/>
                  </a:lnTo>
                  <a:lnTo>
                    <a:pt x="1288427" y="827024"/>
                  </a:lnTo>
                  <a:lnTo>
                    <a:pt x="1715490" y="994714"/>
                  </a:lnTo>
                  <a:lnTo>
                    <a:pt x="1701558" y="1030224"/>
                  </a:lnTo>
                  <a:lnTo>
                    <a:pt x="1828812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04047" y="380085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30110" y="2994406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82739" y="2231847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78039" y="2994406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25310" y="3908501"/>
            <a:ext cx="18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97039" y="3908501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49793" y="3908501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27450" y="1394205"/>
            <a:ext cx="1887220" cy="3097530"/>
            <a:chOff x="3727450" y="1394205"/>
            <a:chExt cx="1887220" cy="3097530"/>
          </a:xfrm>
        </p:grpSpPr>
        <p:sp>
          <p:nvSpPr>
            <p:cNvPr id="24" name="object 24"/>
            <p:cNvSpPr/>
            <p:nvPr/>
          </p:nvSpPr>
          <p:spPr>
            <a:xfrm>
              <a:off x="3832860" y="1423415"/>
              <a:ext cx="1752600" cy="2200910"/>
            </a:xfrm>
            <a:custGeom>
              <a:avLst/>
              <a:gdLst/>
              <a:ahLst/>
              <a:cxnLst/>
              <a:rect l="l" t="t" r="r" b="b"/>
              <a:pathLst>
                <a:path w="1752600" h="2200910">
                  <a:moveTo>
                    <a:pt x="533400" y="285750"/>
                  </a:moveTo>
                  <a:lnTo>
                    <a:pt x="537530" y="243513"/>
                  </a:lnTo>
                  <a:lnTo>
                    <a:pt x="549529" y="203204"/>
                  </a:lnTo>
                  <a:lnTo>
                    <a:pt x="568808" y="165265"/>
                  </a:lnTo>
                  <a:lnTo>
                    <a:pt x="594776" y="130135"/>
                  </a:lnTo>
                  <a:lnTo>
                    <a:pt x="626846" y="98258"/>
                  </a:lnTo>
                  <a:lnTo>
                    <a:pt x="664428" y="70074"/>
                  </a:lnTo>
                  <a:lnTo>
                    <a:pt x="706933" y="46024"/>
                  </a:lnTo>
                  <a:lnTo>
                    <a:pt x="753772" y="26550"/>
                  </a:lnTo>
                  <a:lnTo>
                    <a:pt x="804355" y="12094"/>
                  </a:lnTo>
                  <a:lnTo>
                    <a:pt x="858094" y="3097"/>
                  </a:lnTo>
                  <a:lnTo>
                    <a:pt x="914400" y="0"/>
                  </a:lnTo>
                  <a:lnTo>
                    <a:pt x="970705" y="3097"/>
                  </a:lnTo>
                  <a:lnTo>
                    <a:pt x="1024444" y="12094"/>
                  </a:lnTo>
                  <a:lnTo>
                    <a:pt x="1075027" y="26550"/>
                  </a:lnTo>
                  <a:lnTo>
                    <a:pt x="1121866" y="46024"/>
                  </a:lnTo>
                  <a:lnTo>
                    <a:pt x="1164371" y="70074"/>
                  </a:lnTo>
                  <a:lnTo>
                    <a:pt x="1201953" y="98258"/>
                  </a:lnTo>
                  <a:lnTo>
                    <a:pt x="1234023" y="130135"/>
                  </a:lnTo>
                  <a:lnTo>
                    <a:pt x="1259991" y="165265"/>
                  </a:lnTo>
                  <a:lnTo>
                    <a:pt x="1279270" y="203204"/>
                  </a:lnTo>
                  <a:lnTo>
                    <a:pt x="1291269" y="243513"/>
                  </a:lnTo>
                  <a:lnTo>
                    <a:pt x="1295400" y="285750"/>
                  </a:lnTo>
                  <a:lnTo>
                    <a:pt x="1291269" y="327986"/>
                  </a:lnTo>
                  <a:lnTo>
                    <a:pt x="1279270" y="368295"/>
                  </a:lnTo>
                  <a:lnTo>
                    <a:pt x="1259991" y="406234"/>
                  </a:lnTo>
                  <a:lnTo>
                    <a:pt x="1234023" y="441364"/>
                  </a:lnTo>
                  <a:lnTo>
                    <a:pt x="1201953" y="473241"/>
                  </a:lnTo>
                  <a:lnTo>
                    <a:pt x="1164371" y="501425"/>
                  </a:lnTo>
                  <a:lnTo>
                    <a:pt x="1121866" y="525475"/>
                  </a:lnTo>
                  <a:lnTo>
                    <a:pt x="1075027" y="544949"/>
                  </a:lnTo>
                  <a:lnTo>
                    <a:pt x="1024444" y="559405"/>
                  </a:lnTo>
                  <a:lnTo>
                    <a:pt x="970705" y="568402"/>
                  </a:lnTo>
                  <a:lnTo>
                    <a:pt x="914400" y="571500"/>
                  </a:lnTo>
                  <a:lnTo>
                    <a:pt x="858094" y="568402"/>
                  </a:lnTo>
                  <a:lnTo>
                    <a:pt x="804355" y="559405"/>
                  </a:lnTo>
                  <a:lnTo>
                    <a:pt x="753772" y="544949"/>
                  </a:lnTo>
                  <a:lnTo>
                    <a:pt x="706933" y="525475"/>
                  </a:lnTo>
                  <a:lnTo>
                    <a:pt x="664428" y="501425"/>
                  </a:lnTo>
                  <a:lnTo>
                    <a:pt x="626846" y="473241"/>
                  </a:lnTo>
                  <a:lnTo>
                    <a:pt x="594776" y="441364"/>
                  </a:lnTo>
                  <a:lnTo>
                    <a:pt x="568808" y="406234"/>
                  </a:lnTo>
                  <a:lnTo>
                    <a:pt x="549529" y="368295"/>
                  </a:lnTo>
                  <a:lnTo>
                    <a:pt x="537530" y="327986"/>
                  </a:lnTo>
                  <a:lnTo>
                    <a:pt x="533400" y="285750"/>
                  </a:lnTo>
                  <a:close/>
                </a:path>
                <a:path w="1752600" h="2200910">
                  <a:moveTo>
                    <a:pt x="0" y="1076706"/>
                  </a:moveTo>
                  <a:lnTo>
                    <a:pt x="4130" y="1034469"/>
                  </a:lnTo>
                  <a:lnTo>
                    <a:pt x="16129" y="994160"/>
                  </a:lnTo>
                  <a:lnTo>
                    <a:pt x="35408" y="956221"/>
                  </a:lnTo>
                  <a:lnTo>
                    <a:pt x="61376" y="921091"/>
                  </a:lnTo>
                  <a:lnTo>
                    <a:pt x="93446" y="889214"/>
                  </a:lnTo>
                  <a:lnTo>
                    <a:pt x="131028" y="861030"/>
                  </a:lnTo>
                  <a:lnTo>
                    <a:pt x="173533" y="836980"/>
                  </a:lnTo>
                  <a:lnTo>
                    <a:pt x="220372" y="817506"/>
                  </a:lnTo>
                  <a:lnTo>
                    <a:pt x="270955" y="803050"/>
                  </a:lnTo>
                  <a:lnTo>
                    <a:pt x="324694" y="794053"/>
                  </a:lnTo>
                  <a:lnTo>
                    <a:pt x="381000" y="790956"/>
                  </a:lnTo>
                  <a:lnTo>
                    <a:pt x="437305" y="794053"/>
                  </a:lnTo>
                  <a:lnTo>
                    <a:pt x="491044" y="803050"/>
                  </a:lnTo>
                  <a:lnTo>
                    <a:pt x="541627" y="817506"/>
                  </a:lnTo>
                  <a:lnTo>
                    <a:pt x="588466" y="836980"/>
                  </a:lnTo>
                  <a:lnTo>
                    <a:pt x="630971" y="861030"/>
                  </a:lnTo>
                  <a:lnTo>
                    <a:pt x="668553" y="889214"/>
                  </a:lnTo>
                  <a:lnTo>
                    <a:pt x="700623" y="921091"/>
                  </a:lnTo>
                  <a:lnTo>
                    <a:pt x="726591" y="956221"/>
                  </a:lnTo>
                  <a:lnTo>
                    <a:pt x="745870" y="994160"/>
                  </a:lnTo>
                  <a:lnTo>
                    <a:pt x="757869" y="1034469"/>
                  </a:lnTo>
                  <a:lnTo>
                    <a:pt x="762000" y="1076706"/>
                  </a:lnTo>
                  <a:lnTo>
                    <a:pt x="757869" y="1118942"/>
                  </a:lnTo>
                  <a:lnTo>
                    <a:pt x="745870" y="1159251"/>
                  </a:lnTo>
                  <a:lnTo>
                    <a:pt x="726591" y="1197190"/>
                  </a:lnTo>
                  <a:lnTo>
                    <a:pt x="700623" y="1232320"/>
                  </a:lnTo>
                  <a:lnTo>
                    <a:pt x="668553" y="1264197"/>
                  </a:lnTo>
                  <a:lnTo>
                    <a:pt x="630971" y="1292381"/>
                  </a:lnTo>
                  <a:lnTo>
                    <a:pt x="588466" y="1316431"/>
                  </a:lnTo>
                  <a:lnTo>
                    <a:pt x="541627" y="1335905"/>
                  </a:lnTo>
                  <a:lnTo>
                    <a:pt x="491044" y="1350361"/>
                  </a:lnTo>
                  <a:lnTo>
                    <a:pt x="437305" y="1359358"/>
                  </a:lnTo>
                  <a:lnTo>
                    <a:pt x="381000" y="1362456"/>
                  </a:lnTo>
                  <a:lnTo>
                    <a:pt x="324694" y="1359358"/>
                  </a:lnTo>
                  <a:lnTo>
                    <a:pt x="270955" y="1350361"/>
                  </a:lnTo>
                  <a:lnTo>
                    <a:pt x="220372" y="1335905"/>
                  </a:lnTo>
                  <a:lnTo>
                    <a:pt x="173533" y="1316431"/>
                  </a:lnTo>
                  <a:lnTo>
                    <a:pt x="131028" y="1292381"/>
                  </a:lnTo>
                  <a:lnTo>
                    <a:pt x="93446" y="1264197"/>
                  </a:lnTo>
                  <a:lnTo>
                    <a:pt x="61376" y="1232320"/>
                  </a:lnTo>
                  <a:lnTo>
                    <a:pt x="35408" y="1197190"/>
                  </a:lnTo>
                  <a:lnTo>
                    <a:pt x="16129" y="1159251"/>
                  </a:lnTo>
                  <a:lnTo>
                    <a:pt x="4130" y="1118942"/>
                  </a:lnTo>
                  <a:lnTo>
                    <a:pt x="0" y="1076706"/>
                  </a:lnTo>
                  <a:close/>
                </a:path>
                <a:path w="1752600" h="2200910">
                  <a:moveTo>
                    <a:pt x="990600" y="1076706"/>
                  </a:moveTo>
                  <a:lnTo>
                    <a:pt x="994730" y="1034469"/>
                  </a:lnTo>
                  <a:lnTo>
                    <a:pt x="1006729" y="994160"/>
                  </a:lnTo>
                  <a:lnTo>
                    <a:pt x="1026008" y="956221"/>
                  </a:lnTo>
                  <a:lnTo>
                    <a:pt x="1051976" y="921091"/>
                  </a:lnTo>
                  <a:lnTo>
                    <a:pt x="1084046" y="889214"/>
                  </a:lnTo>
                  <a:lnTo>
                    <a:pt x="1121628" y="861030"/>
                  </a:lnTo>
                  <a:lnTo>
                    <a:pt x="1164133" y="836980"/>
                  </a:lnTo>
                  <a:lnTo>
                    <a:pt x="1210972" y="817506"/>
                  </a:lnTo>
                  <a:lnTo>
                    <a:pt x="1261555" y="803050"/>
                  </a:lnTo>
                  <a:lnTo>
                    <a:pt x="1315294" y="794053"/>
                  </a:lnTo>
                  <a:lnTo>
                    <a:pt x="1371600" y="790956"/>
                  </a:lnTo>
                  <a:lnTo>
                    <a:pt x="1427905" y="794053"/>
                  </a:lnTo>
                  <a:lnTo>
                    <a:pt x="1481644" y="803050"/>
                  </a:lnTo>
                  <a:lnTo>
                    <a:pt x="1532227" y="817506"/>
                  </a:lnTo>
                  <a:lnTo>
                    <a:pt x="1579066" y="836980"/>
                  </a:lnTo>
                  <a:lnTo>
                    <a:pt x="1621571" y="861030"/>
                  </a:lnTo>
                  <a:lnTo>
                    <a:pt x="1659153" y="889214"/>
                  </a:lnTo>
                  <a:lnTo>
                    <a:pt x="1691223" y="921091"/>
                  </a:lnTo>
                  <a:lnTo>
                    <a:pt x="1717191" y="956221"/>
                  </a:lnTo>
                  <a:lnTo>
                    <a:pt x="1736470" y="994160"/>
                  </a:lnTo>
                  <a:lnTo>
                    <a:pt x="1748469" y="1034469"/>
                  </a:lnTo>
                  <a:lnTo>
                    <a:pt x="1752600" y="1076706"/>
                  </a:lnTo>
                  <a:lnTo>
                    <a:pt x="1748469" y="1118942"/>
                  </a:lnTo>
                  <a:lnTo>
                    <a:pt x="1736470" y="1159251"/>
                  </a:lnTo>
                  <a:lnTo>
                    <a:pt x="1717191" y="1197190"/>
                  </a:lnTo>
                  <a:lnTo>
                    <a:pt x="1691223" y="1232320"/>
                  </a:lnTo>
                  <a:lnTo>
                    <a:pt x="1659153" y="1264197"/>
                  </a:lnTo>
                  <a:lnTo>
                    <a:pt x="1621571" y="1292381"/>
                  </a:lnTo>
                  <a:lnTo>
                    <a:pt x="1579066" y="1316431"/>
                  </a:lnTo>
                  <a:lnTo>
                    <a:pt x="1532227" y="1335905"/>
                  </a:lnTo>
                  <a:lnTo>
                    <a:pt x="1481644" y="1350361"/>
                  </a:lnTo>
                  <a:lnTo>
                    <a:pt x="1427905" y="1359358"/>
                  </a:lnTo>
                  <a:lnTo>
                    <a:pt x="1371600" y="1362456"/>
                  </a:lnTo>
                  <a:lnTo>
                    <a:pt x="1315294" y="1359358"/>
                  </a:lnTo>
                  <a:lnTo>
                    <a:pt x="1261555" y="1350361"/>
                  </a:lnTo>
                  <a:lnTo>
                    <a:pt x="1210972" y="1335905"/>
                  </a:lnTo>
                  <a:lnTo>
                    <a:pt x="1164133" y="1316431"/>
                  </a:lnTo>
                  <a:lnTo>
                    <a:pt x="1121628" y="1292381"/>
                  </a:lnTo>
                  <a:lnTo>
                    <a:pt x="1084046" y="1264197"/>
                  </a:lnTo>
                  <a:lnTo>
                    <a:pt x="1051976" y="1232320"/>
                  </a:lnTo>
                  <a:lnTo>
                    <a:pt x="1026008" y="1197190"/>
                  </a:lnTo>
                  <a:lnTo>
                    <a:pt x="1006729" y="1159251"/>
                  </a:lnTo>
                  <a:lnTo>
                    <a:pt x="994730" y="1118942"/>
                  </a:lnTo>
                  <a:lnTo>
                    <a:pt x="990600" y="1076706"/>
                  </a:lnTo>
                  <a:close/>
                </a:path>
                <a:path w="1752600" h="2200910">
                  <a:moveTo>
                    <a:pt x="609600" y="1914906"/>
                  </a:moveTo>
                  <a:lnTo>
                    <a:pt x="613730" y="1872669"/>
                  </a:lnTo>
                  <a:lnTo>
                    <a:pt x="625729" y="1832360"/>
                  </a:lnTo>
                  <a:lnTo>
                    <a:pt x="645008" y="1794421"/>
                  </a:lnTo>
                  <a:lnTo>
                    <a:pt x="670976" y="1759291"/>
                  </a:lnTo>
                  <a:lnTo>
                    <a:pt x="703046" y="1727414"/>
                  </a:lnTo>
                  <a:lnTo>
                    <a:pt x="740628" y="1699230"/>
                  </a:lnTo>
                  <a:lnTo>
                    <a:pt x="783133" y="1675180"/>
                  </a:lnTo>
                  <a:lnTo>
                    <a:pt x="829972" y="1655706"/>
                  </a:lnTo>
                  <a:lnTo>
                    <a:pt x="880555" y="1641250"/>
                  </a:lnTo>
                  <a:lnTo>
                    <a:pt x="934294" y="1632253"/>
                  </a:lnTo>
                  <a:lnTo>
                    <a:pt x="990600" y="1629156"/>
                  </a:lnTo>
                  <a:lnTo>
                    <a:pt x="1046905" y="1632253"/>
                  </a:lnTo>
                  <a:lnTo>
                    <a:pt x="1100644" y="1641250"/>
                  </a:lnTo>
                  <a:lnTo>
                    <a:pt x="1151227" y="1655706"/>
                  </a:lnTo>
                  <a:lnTo>
                    <a:pt x="1198066" y="1675180"/>
                  </a:lnTo>
                  <a:lnTo>
                    <a:pt x="1240571" y="1699230"/>
                  </a:lnTo>
                  <a:lnTo>
                    <a:pt x="1278153" y="1727414"/>
                  </a:lnTo>
                  <a:lnTo>
                    <a:pt x="1310223" y="1759291"/>
                  </a:lnTo>
                  <a:lnTo>
                    <a:pt x="1336191" y="1794421"/>
                  </a:lnTo>
                  <a:lnTo>
                    <a:pt x="1355470" y="1832360"/>
                  </a:lnTo>
                  <a:lnTo>
                    <a:pt x="1367469" y="1872669"/>
                  </a:lnTo>
                  <a:lnTo>
                    <a:pt x="1371600" y="1914906"/>
                  </a:lnTo>
                  <a:lnTo>
                    <a:pt x="1367469" y="1957142"/>
                  </a:lnTo>
                  <a:lnTo>
                    <a:pt x="1355470" y="1997451"/>
                  </a:lnTo>
                  <a:lnTo>
                    <a:pt x="1336191" y="2035390"/>
                  </a:lnTo>
                  <a:lnTo>
                    <a:pt x="1310223" y="2070520"/>
                  </a:lnTo>
                  <a:lnTo>
                    <a:pt x="1278153" y="2102397"/>
                  </a:lnTo>
                  <a:lnTo>
                    <a:pt x="1240571" y="2130581"/>
                  </a:lnTo>
                  <a:lnTo>
                    <a:pt x="1198066" y="2154631"/>
                  </a:lnTo>
                  <a:lnTo>
                    <a:pt x="1151227" y="2174105"/>
                  </a:lnTo>
                  <a:lnTo>
                    <a:pt x="1100644" y="2188561"/>
                  </a:lnTo>
                  <a:lnTo>
                    <a:pt x="1046905" y="2197558"/>
                  </a:lnTo>
                  <a:lnTo>
                    <a:pt x="990600" y="2200656"/>
                  </a:lnTo>
                  <a:lnTo>
                    <a:pt x="934294" y="2197558"/>
                  </a:lnTo>
                  <a:lnTo>
                    <a:pt x="880555" y="2188561"/>
                  </a:lnTo>
                  <a:lnTo>
                    <a:pt x="829972" y="2174105"/>
                  </a:lnTo>
                  <a:lnTo>
                    <a:pt x="783133" y="2154631"/>
                  </a:lnTo>
                  <a:lnTo>
                    <a:pt x="740628" y="2130581"/>
                  </a:lnTo>
                  <a:lnTo>
                    <a:pt x="703046" y="2102397"/>
                  </a:lnTo>
                  <a:lnTo>
                    <a:pt x="670976" y="2070520"/>
                  </a:lnTo>
                  <a:lnTo>
                    <a:pt x="645008" y="2035390"/>
                  </a:lnTo>
                  <a:lnTo>
                    <a:pt x="625729" y="1997451"/>
                  </a:lnTo>
                  <a:lnTo>
                    <a:pt x="613730" y="1957142"/>
                  </a:lnTo>
                  <a:lnTo>
                    <a:pt x="609600" y="1914906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38422" y="2006345"/>
              <a:ext cx="1076325" cy="1878330"/>
            </a:xfrm>
            <a:custGeom>
              <a:avLst/>
              <a:gdLst/>
              <a:ahLst/>
              <a:cxnLst/>
              <a:rect l="l" t="t" r="r" b="b"/>
              <a:pathLst>
                <a:path w="1076325" h="1878329">
                  <a:moveTo>
                    <a:pt x="691388" y="1665605"/>
                  </a:moveTo>
                  <a:lnTo>
                    <a:pt x="680212" y="1629283"/>
                  </a:lnTo>
                  <a:lnTo>
                    <a:pt x="103695" y="1805330"/>
                  </a:lnTo>
                  <a:lnTo>
                    <a:pt x="92583" y="1768983"/>
                  </a:lnTo>
                  <a:lnTo>
                    <a:pt x="0" y="1856994"/>
                  </a:lnTo>
                  <a:lnTo>
                    <a:pt x="125984" y="1878203"/>
                  </a:lnTo>
                  <a:lnTo>
                    <a:pt x="116535" y="1847342"/>
                  </a:lnTo>
                  <a:lnTo>
                    <a:pt x="114833" y="1841792"/>
                  </a:lnTo>
                  <a:lnTo>
                    <a:pt x="691388" y="1665605"/>
                  </a:lnTo>
                  <a:close/>
                </a:path>
                <a:path w="1076325" h="1878329">
                  <a:moveTo>
                    <a:pt x="1066800" y="180213"/>
                  </a:moveTo>
                  <a:lnTo>
                    <a:pt x="1053465" y="166370"/>
                  </a:lnTo>
                  <a:lnTo>
                    <a:pt x="978154" y="88138"/>
                  </a:lnTo>
                  <a:lnTo>
                    <a:pt x="965403" y="124079"/>
                  </a:lnTo>
                  <a:lnTo>
                    <a:pt x="615950" y="381"/>
                  </a:lnTo>
                  <a:lnTo>
                    <a:pt x="609600" y="18288"/>
                  </a:lnTo>
                  <a:lnTo>
                    <a:pt x="604012" y="0"/>
                  </a:lnTo>
                  <a:lnTo>
                    <a:pt x="180009" y="128841"/>
                  </a:lnTo>
                  <a:lnTo>
                    <a:pt x="168910" y="92329"/>
                  </a:lnTo>
                  <a:lnTo>
                    <a:pt x="76200" y="180213"/>
                  </a:lnTo>
                  <a:lnTo>
                    <a:pt x="202184" y="201676"/>
                  </a:lnTo>
                  <a:lnTo>
                    <a:pt x="192786" y="170815"/>
                  </a:lnTo>
                  <a:lnTo>
                    <a:pt x="191096" y="165277"/>
                  </a:lnTo>
                  <a:lnTo>
                    <a:pt x="609333" y="38354"/>
                  </a:lnTo>
                  <a:lnTo>
                    <a:pt x="952665" y="160007"/>
                  </a:lnTo>
                  <a:lnTo>
                    <a:pt x="939927" y="195961"/>
                  </a:lnTo>
                  <a:lnTo>
                    <a:pt x="1066800" y="180213"/>
                  </a:lnTo>
                  <a:close/>
                </a:path>
                <a:path w="1076325" h="1878329">
                  <a:moveTo>
                    <a:pt x="1075944" y="825881"/>
                  </a:moveTo>
                  <a:lnTo>
                    <a:pt x="1057656" y="792607"/>
                  </a:lnTo>
                  <a:lnTo>
                    <a:pt x="776757" y="947026"/>
                  </a:lnTo>
                  <a:lnTo>
                    <a:pt x="758444" y="913638"/>
                  </a:lnTo>
                  <a:lnTo>
                    <a:pt x="685800" y="1018794"/>
                  </a:lnTo>
                  <a:lnTo>
                    <a:pt x="813435" y="1013841"/>
                  </a:lnTo>
                  <a:lnTo>
                    <a:pt x="800112" y="989584"/>
                  </a:lnTo>
                  <a:lnTo>
                    <a:pt x="795070" y="980401"/>
                  </a:lnTo>
                  <a:lnTo>
                    <a:pt x="1075944" y="825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56659" y="3890772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15434" y="1484502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25061" y="3923538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48961" y="3161157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82034" y="2246198"/>
            <a:ext cx="18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2761" y="4761738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861" y="2246198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32198" y="4473955"/>
            <a:ext cx="1025525" cy="855980"/>
            <a:chOff x="4132198" y="4473955"/>
            <a:chExt cx="1025525" cy="855980"/>
          </a:xfrm>
        </p:grpSpPr>
        <p:sp>
          <p:nvSpPr>
            <p:cNvPr id="34" name="object 34"/>
            <p:cNvSpPr/>
            <p:nvPr/>
          </p:nvSpPr>
          <p:spPr>
            <a:xfrm>
              <a:off x="4366259" y="4728971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32198" y="4473955"/>
              <a:ext cx="615950" cy="244475"/>
            </a:xfrm>
            <a:custGeom>
              <a:avLst/>
              <a:gdLst/>
              <a:ahLst/>
              <a:cxnLst/>
              <a:rect l="l" t="t" r="r" b="b"/>
              <a:pathLst>
                <a:path w="615950" h="244475">
                  <a:moveTo>
                    <a:pt x="501566" y="208446"/>
                  </a:moveTo>
                  <a:lnTo>
                    <a:pt x="489203" y="244475"/>
                  </a:lnTo>
                  <a:lnTo>
                    <a:pt x="615823" y="227584"/>
                  </a:lnTo>
                  <a:lnTo>
                    <a:pt x="603103" y="214630"/>
                  </a:lnTo>
                  <a:lnTo>
                    <a:pt x="519556" y="214630"/>
                  </a:lnTo>
                  <a:lnTo>
                    <a:pt x="501566" y="208446"/>
                  </a:lnTo>
                  <a:close/>
                </a:path>
                <a:path w="615950" h="244475">
                  <a:moveTo>
                    <a:pt x="513936" y="172395"/>
                  </a:moveTo>
                  <a:lnTo>
                    <a:pt x="501566" y="208446"/>
                  </a:lnTo>
                  <a:lnTo>
                    <a:pt x="519556" y="214630"/>
                  </a:lnTo>
                  <a:lnTo>
                    <a:pt x="531876" y="178562"/>
                  </a:lnTo>
                  <a:lnTo>
                    <a:pt x="513936" y="172395"/>
                  </a:lnTo>
                  <a:close/>
                </a:path>
                <a:path w="615950" h="244475">
                  <a:moveTo>
                    <a:pt x="526288" y="136398"/>
                  </a:moveTo>
                  <a:lnTo>
                    <a:pt x="513936" y="172395"/>
                  </a:lnTo>
                  <a:lnTo>
                    <a:pt x="531876" y="178562"/>
                  </a:lnTo>
                  <a:lnTo>
                    <a:pt x="519556" y="214630"/>
                  </a:lnTo>
                  <a:lnTo>
                    <a:pt x="603103" y="214630"/>
                  </a:lnTo>
                  <a:lnTo>
                    <a:pt x="526288" y="136398"/>
                  </a:lnTo>
                  <a:close/>
                </a:path>
                <a:path w="615950" h="244475">
                  <a:moveTo>
                    <a:pt x="12446" y="0"/>
                  </a:moveTo>
                  <a:lnTo>
                    <a:pt x="0" y="36068"/>
                  </a:lnTo>
                  <a:lnTo>
                    <a:pt x="501566" y="208446"/>
                  </a:lnTo>
                  <a:lnTo>
                    <a:pt x="513936" y="172395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043673" y="4706873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Not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4473702" y="5558738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77517" y="4529708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99FF-F9A4-4984-EB97-8C9046D9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30887"/>
          </a:xfrm>
        </p:spPr>
        <p:txBody>
          <a:bodyPr/>
          <a:lstStyle/>
          <a:p>
            <a:r>
              <a:rPr lang="en-US" dirty="0"/>
              <a:t>Applications of Binary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8F0E1-C059-E198-FA81-7FE1C1D76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8436458" cy="51706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Searching any linear data structure, such as an array or a standard linked list, is slow when the structure holds a large amount of data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because of the sequential nature of linear data structures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Binary trees are excellent data structures for searching large amounts of data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are commonly used in database applications to organize key values that index database records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used to facilitate searches, a binary tree is called a binary search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IS STORED IN BINARY SEARCH TREES IN A WAY THAT MAKES A BINARY SEARCH SIMPLE</a:t>
            </a:r>
          </a:p>
        </p:txBody>
      </p:sp>
    </p:spTree>
    <p:extLst>
      <p:ext uri="{BB962C8B-B14F-4D97-AF65-F5344CB8AC3E}">
        <p14:creationId xmlns:p14="http://schemas.microsoft.com/office/powerpoint/2010/main" val="69590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BST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140065" cy="454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Many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operations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perform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Creating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Finding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Inserting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20" dirty="0">
                <a:latin typeface="Tahoma"/>
                <a:cs typeface="Tahoma"/>
              </a:rPr>
              <a:t> 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Deleting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Traversing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In 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following,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examine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algorithms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for </a:t>
            </a: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above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operations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90" dirty="0"/>
              <a:t> </a:t>
            </a:r>
            <a:r>
              <a:rPr spc="-25" dirty="0"/>
              <a:t>BST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02446"/>
            <a:ext cx="8305800" cy="39719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simple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class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implements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integer</a:t>
            </a:r>
            <a:r>
              <a:rPr sz="2100" spc="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values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A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class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called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10" dirty="0">
                <a:latin typeface="Consolas"/>
                <a:cs typeface="Consolas"/>
              </a:rPr>
              <a:t>IntBinaryTree</a:t>
            </a:r>
            <a:endParaRPr sz="1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9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20" dirty="0">
                <a:latin typeface="Tahoma"/>
                <a:cs typeface="Tahoma"/>
              </a:rPr>
              <a:t> tree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100">
              <a:latin typeface="Tahoma"/>
              <a:cs typeface="Tahoma"/>
            </a:endParaRPr>
          </a:p>
          <a:p>
            <a:pPr marL="413384">
              <a:lnSpc>
                <a:spcPct val="100000"/>
              </a:lnSpc>
            </a:pPr>
            <a:r>
              <a:rPr sz="1900" b="1" dirty="0">
                <a:solidFill>
                  <a:srgbClr val="006FC0"/>
                </a:solidFill>
                <a:latin typeface="Consolas"/>
                <a:cs typeface="Consolas"/>
              </a:rPr>
              <a:t>struct</a:t>
            </a:r>
            <a:r>
              <a:rPr sz="19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TreeNode</a:t>
            </a:r>
            <a:endParaRPr sz="1900">
              <a:latin typeface="Consolas"/>
              <a:cs typeface="Consolas"/>
            </a:endParaRPr>
          </a:p>
          <a:p>
            <a:pPr marL="413384">
              <a:lnSpc>
                <a:spcPct val="100000"/>
              </a:lnSpc>
              <a:spcBef>
                <a:spcPts val="455"/>
              </a:spcBef>
            </a:pPr>
            <a:r>
              <a:rPr sz="1900" spc="-50" dirty="0">
                <a:latin typeface="Consolas"/>
                <a:cs typeface="Consolas"/>
              </a:rPr>
              <a:t>{</a:t>
            </a:r>
            <a:endParaRPr sz="1900">
              <a:latin typeface="Consolas"/>
              <a:cs typeface="Consolas"/>
            </a:endParaRPr>
          </a:p>
          <a:p>
            <a:pPr marL="1078865" marR="5086350">
              <a:lnSpc>
                <a:spcPct val="120000"/>
              </a:lnSpc>
              <a:spcBef>
                <a:spcPts val="5"/>
              </a:spcBef>
            </a:pPr>
            <a:r>
              <a:rPr sz="1900" dirty="0">
                <a:latin typeface="Consolas"/>
                <a:cs typeface="Consolas"/>
              </a:rPr>
              <a:t>int</a:t>
            </a:r>
            <a:r>
              <a:rPr sz="1900" spc="-10" dirty="0">
                <a:latin typeface="Consolas"/>
                <a:cs typeface="Consolas"/>
              </a:rPr>
              <a:t> value; </a:t>
            </a:r>
            <a:r>
              <a:rPr sz="1900" dirty="0">
                <a:latin typeface="Consolas"/>
                <a:cs typeface="Consolas"/>
              </a:rPr>
              <a:t>TreeNode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*left; </a:t>
            </a:r>
            <a:r>
              <a:rPr sz="1900" dirty="0">
                <a:latin typeface="Consolas"/>
                <a:cs typeface="Consolas"/>
              </a:rPr>
              <a:t>TreeNode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*right;</a:t>
            </a:r>
            <a:endParaRPr sz="1900">
              <a:latin typeface="Consolas"/>
              <a:cs typeface="Consolas"/>
            </a:endParaRPr>
          </a:p>
          <a:p>
            <a:pPr marL="413384">
              <a:lnSpc>
                <a:spcPct val="100000"/>
              </a:lnSpc>
              <a:spcBef>
                <a:spcPts val="455"/>
              </a:spcBef>
            </a:pPr>
            <a:r>
              <a:rPr sz="1900" spc="-25" dirty="0">
                <a:latin typeface="Consolas"/>
                <a:cs typeface="Consolas"/>
              </a:rPr>
              <a:t>};</a:t>
            </a:r>
            <a:endParaRPr sz="1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50" dirty="0"/>
              <a:t> </a:t>
            </a:r>
            <a:r>
              <a:rPr dirty="0"/>
              <a:t>BST</a:t>
            </a:r>
            <a:r>
              <a:rPr spc="-55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Class</a:t>
            </a:r>
            <a:r>
              <a:rPr spc="-35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deleteNode(int,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>
              <a:latin typeface="Consolas"/>
              <a:cs typeface="Consolas"/>
            </a:endParaRPr>
          </a:p>
          <a:p>
            <a:pPr marL="12700" marR="3783329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displayInOrder(TreeNode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displayPreOrder(TreeNode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displayPostOrder(TreeNode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remove(int);</a:t>
            </a:r>
            <a:endParaRPr sz="160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showNodesInOrder()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showNodesPreOrder()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showNodesPostOrder()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3870" y="5391099"/>
            <a:ext cx="30295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04490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displayInOrder(root);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displayPreOrder(root);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displayPostOrder(root);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435215" cy="22231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Recall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key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property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(invariant):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Smaller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Larger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find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spc="-20" dirty="0">
                <a:latin typeface="Consolas"/>
                <a:cs typeface="Consolas"/>
              </a:rPr>
              <a:t>(81)</a:t>
            </a:r>
            <a:endParaRPr sz="2100">
              <a:latin typeface="Consolas"/>
              <a:cs typeface="Consolas"/>
            </a:endParaRPr>
          </a:p>
          <a:p>
            <a:pPr marL="756285" lvl="1" indent="-286385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true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found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717" y="3645408"/>
            <a:ext cx="8054367" cy="1898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435215" cy="22231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Recall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key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property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(invariant):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Smaller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Larger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find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spc="-20" dirty="0">
                <a:latin typeface="Consolas"/>
                <a:cs typeface="Consolas"/>
              </a:rPr>
              <a:t>(36)</a:t>
            </a:r>
            <a:endParaRPr sz="2100">
              <a:latin typeface="Consolas"/>
              <a:cs typeface="Consolas"/>
            </a:endParaRPr>
          </a:p>
          <a:p>
            <a:pPr marL="756285" lvl="1" indent="-286385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false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found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623" y="3680459"/>
            <a:ext cx="7888289" cy="1860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5794"/>
            <a:ext cx="25654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find(2)</a:t>
            </a:r>
            <a:endParaRPr sz="21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1655" y="2843783"/>
            <a:ext cx="2641600" cy="2249805"/>
            <a:chOff x="2581655" y="2843783"/>
            <a:chExt cx="2641600" cy="2249805"/>
          </a:xfrm>
        </p:grpSpPr>
        <p:sp>
          <p:nvSpPr>
            <p:cNvPr id="5" name="object 5"/>
            <p:cNvSpPr/>
            <p:nvPr/>
          </p:nvSpPr>
          <p:spPr>
            <a:xfrm>
              <a:off x="2606801" y="2868929"/>
              <a:ext cx="2057400" cy="2199640"/>
            </a:xfrm>
            <a:custGeom>
              <a:avLst/>
              <a:gdLst/>
              <a:ahLst/>
              <a:cxnLst/>
              <a:rect l="l" t="t" r="r" b="b"/>
              <a:pathLst>
                <a:path w="2057400" h="219964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199640">
                  <a:moveTo>
                    <a:pt x="304800" y="1075182"/>
                  </a:moveTo>
                  <a:lnTo>
                    <a:pt x="308930" y="1032945"/>
                  </a:lnTo>
                  <a:lnTo>
                    <a:pt x="320929" y="992636"/>
                  </a:lnTo>
                  <a:lnTo>
                    <a:pt x="340208" y="954697"/>
                  </a:lnTo>
                  <a:lnTo>
                    <a:pt x="366176" y="919567"/>
                  </a:lnTo>
                  <a:lnTo>
                    <a:pt x="398246" y="887690"/>
                  </a:lnTo>
                  <a:lnTo>
                    <a:pt x="435828" y="859506"/>
                  </a:lnTo>
                  <a:lnTo>
                    <a:pt x="478333" y="835456"/>
                  </a:lnTo>
                  <a:lnTo>
                    <a:pt x="525172" y="815982"/>
                  </a:lnTo>
                  <a:lnTo>
                    <a:pt x="575755" y="801526"/>
                  </a:lnTo>
                  <a:lnTo>
                    <a:pt x="629494" y="792529"/>
                  </a:lnTo>
                  <a:lnTo>
                    <a:pt x="685800" y="789432"/>
                  </a:lnTo>
                  <a:lnTo>
                    <a:pt x="742105" y="792529"/>
                  </a:lnTo>
                  <a:lnTo>
                    <a:pt x="795844" y="801526"/>
                  </a:lnTo>
                  <a:lnTo>
                    <a:pt x="846427" y="815982"/>
                  </a:lnTo>
                  <a:lnTo>
                    <a:pt x="893266" y="835456"/>
                  </a:lnTo>
                  <a:lnTo>
                    <a:pt x="935771" y="859506"/>
                  </a:lnTo>
                  <a:lnTo>
                    <a:pt x="973353" y="887690"/>
                  </a:lnTo>
                  <a:lnTo>
                    <a:pt x="1005423" y="919567"/>
                  </a:lnTo>
                  <a:lnTo>
                    <a:pt x="1031391" y="954697"/>
                  </a:lnTo>
                  <a:lnTo>
                    <a:pt x="1050670" y="992636"/>
                  </a:lnTo>
                  <a:lnTo>
                    <a:pt x="1062669" y="1032945"/>
                  </a:lnTo>
                  <a:lnTo>
                    <a:pt x="1066800" y="1075182"/>
                  </a:lnTo>
                  <a:lnTo>
                    <a:pt x="1062669" y="1117418"/>
                  </a:lnTo>
                  <a:lnTo>
                    <a:pt x="1050670" y="1157727"/>
                  </a:lnTo>
                  <a:lnTo>
                    <a:pt x="1031391" y="1195666"/>
                  </a:lnTo>
                  <a:lnTo>
                    <a:pt x="1005423" y="1230796"/>
                  </a:lnTo>
                  <a:lnTo>
                    <a:pt x="973353" y="1262673"/>
                  </a:lnTo>
                  <a:lnTo>
                    <a:pt x="935771" y="1290857"/>
                  </a:lnTo>
                  <a:lnTo>
                    <a:pt x="893266" y="1314907"/>
                  </a:lnTo>
                  <a:lnTo>
                    <a:pt x="846427" y="1334381"/>
                  </a:lnTo>
                  <a:lnTo>
                    <a:pt x="795844" y="1348837"/>
                  </a:lnTo>
                  <a:lnTo>
                    <a:pt x="742105" y="1357834"/>
                  </a:lnTo>
                  <a:lnTo>
                    <a:pt x="685800" y="1360932"/>
                  </a:lnTo>
                  <a:lnTo>
                    <a:pt x="629494" y="1357834"/>
                  </a:lnTo>
                  <a:lnTo>
                    <a:pt x="575755" y="1348837"/>
                  </a:lnTo>
                  <a:lnTo>
                    <a:pt x="525172" y="1334381"/>
                  </a:lnTo>
                  <a:lnTo>
                    <a:pt x="478333" y="1314907"/>
                  </a:lnTo>
                  <a:lnTo>
                    <a:pt x="435828" y="1290857"/>
                  </a:lnTo>
                  <a:lnTo>
                    <a:pt x="398246" y="1262673"/>
                  </a:lnTo>
                  <a:lnTo>
                    <a:pt x="366176" y="1230796"/>
                  </a:lnTo>
                  <a:lnTo>
                    <a:pt x="340208" y="1195666"/>
                  </a:lnTo>
                  <a:lnTo>
                    <a:pt x="320929" y="1157727"/>
                  </a:lnTo>
                  <a:lnTo>
                    <a:pt x="308930" y="1117418"/>
                  </a:lnTo>
                  <a:lnTo>
                    <a:pt x="304800" y="1075182"/>
                  </a:lnTo>
                  <a:close/>
                </a:path>
                <a:path w="2057400" h="2199640">
                  <a:moveTo>
                    <a:pt x="1295400" y="1075182"/>
                  </a:moveTo>
                  <a:lnTo>
                    <a:pt x="1299530" y="1032945"/>
                  </a:lnTo>
                  <a:lnTo>
                    <a:pt x="1311529" y="992636"/>
                  </a:lnTo>
                  <a:lnTo>
                    <a:pt x="1330808" y="954697"/>
                  </a:lnTo>
                  <a:lnTo>
                    <a:pt x="1356776" y="919567"/>
                  </a:lnTo>
                  <a:lnTo>
                    <a:pt x="1388846" y="887690"/>
                  </a:lnTo>
                  <a:lnTo>
                    <a:pt x="1426428" y="859506"/>
                  </a:lnTo>
                  <a:lnTo>
                    <a:pt x="1468933" y="835456"/>
                  </a:lnTo>
                  <a:lnTo>
                    <a:pt x="1515772" y="815982"/>
                  </a:lnTo>
                  <a:lnTo>
                    <a:pt x="1566355" y="801526"/>
                  </a:lnTo>
                  <a:lnTo>
                    <a:pt x="1620094" y="792529"/>
                  </a:lnTo>
                  <a:lnTo>
                    <a:pt x="1676400" y="789432"/>
                  </a:lnTo>
                  <a:lnTo>
                    <a:pt x="1732705" y="792529"/>
                  </a:lnTo>
                  <a:lnTo>
                    <a:pt x="1786444" y="801526"/>
                  </a:lnTo>
                  <a:lnTo>
                    <a:pt x="1837027" y="815982"/>
                  </a:lnTo>
                  <a:lnTo>
                    <a:pt x="1883866" y="835456"/>
                  </a:lnTo>
                  <a:lnTo>
                    <a:pt x="1926371" y="859506"/>
                  </a:lnTo>
                  <a:lnTo>
                    <a:pt x="1963953" y="887690"/>
                  </a:lnTo>
                  <a:lnTo>
                    <a:pt x="1996023" y="919567"/>
                  </a:lnTo>
                  <a:lnTo>
                    <a:pt x="2021991" y="954697"/>
                  </a:lnTo>
                  <a:lnTo>
                    <a:pt x="2041270" y="992636"/>
                  </a:lnTo>
                  <a:lnTo>
                    <a:pt x="2053269" y="1032945"/>
                  </a:lnTo>
                  <a:lnTo>
                    <a:pt x="2057400" y="1075182"/>
                  </a:lnTo>
                  <a:lnTo>
                    <a:pt x="2053269" y="1117418"/>
                  </a:lnTo>
                  <a:lnTo>
                    <a:pt x="2041270" y="1157727"/>
                  </a:lnTo>
                  <a:lnTo>
                    <a:pt x="2021991" y="1195666"/>
                  </a:lnTo>
                  <a:lnTo>
                    <a:pt x="1996023" y="1230796"/>
                  </a:lnTo>
                  <a:lnTo>
                    <a:pt x="1963953" y="1262673"/>
                  </a:lnTo>
                  <a:lnTo>
                    <a:pt x="1926371" y="1290857"/>
                  </a:lnTo>
                  <a:lnTo>
                    <a:pt x="1883866" y="1314907"/>
                  </a:lnTo>
                  <a:lnTo>
                    <a:pt x="1837027" y="1334381"/>
                  </a:lnTo>
                  <a:lnTo>
                    <a:pt x="1786444" y="1348837"/>
                  </a:lnTo>
                  <a:lnTo>
                    <a:pt x="1732705" y="1357834"/>
                  </a:lnTo>
                  <a:lnTo>
                    <a:pt x="1676400" y="1360932"/>
                  </a:lnTo>
                  <a:lnTo>
                    <a:pt x="1620094" y="1357834"/>
                  </a:lnTo>
                  <a:lnTo>
                    <a:pt x="1566355" y="1348837"/>
                  </a:lnTo>
                  <a:lnTo>
                    <a:pt x="1515772" y="1334381"/>
                  </a:lnTo>
                  <a:lnTo>
                    <a:pt x="1468933" y="1314907"/>
                  </a:lnTo>
                  <a:lnTo>
                    <a:pt x="1426428" y="1290857"/>
                  </a:lnTo>
                  <a:lnTo>
                    <a:pt x="1388846" y="1262673"/>
                  </a:lnTo>
                  <a:lnTo>
                    <a:pt x="1356776" y="1230796"/>
                  </a:lnTo>
                  <a:lnTo>
                    <a:pt x="1330808" y="1195666"/>
                  </a:lnTo>
                  <a:lnTo>
                    <a:pt x="1311529" y="1157727"/>
                  </a:lnTo>
                  <a:lnTo>
                    <a:pt x="1299530" y="1117418"/>
                  </a:lnTo>
                  <a:lnTo>
                    <a:pt x="1295400" y="1075182"/>
                  </a:lnTo>
                  <a:close/>
                </a:path>
                <a:path w="2057400" h="2199640">
                  <a:moveTo>
                    <a:pt x="0" y="1913382"/>
                  </a:moveTo>
                  <a:lnTo>
                    <a:pt x="4130" y="1871145"/>
                  </a:lnTo>
                  <a:lnTo>
                    <a:pt x="16129" y="1830836"/>
                  </a:lnTo>
                  <a:lnTo>
                    <a:pt x="35408" y="1792897"/>
                  </a:lnTo>
                  <a:lnTo>
                    <a:pt x="61376" y="1757767"/>
                  </a:lnTo>
                  <a:lnTo>
                    <a:pt x="93446" y="1725890"/>
                  </a:lnTo>
                  <a:lnTo>
                    <a:pt x="131028" y="1697706"/>
                  </a:lnTo>
                  <a:lnTo>
                    <a:pt x="173533" y="1673656"/>
                  </a:lnTo>
                  <a:lnTo>
                    <a:pt x="220372" y="1654182"/>
                  </a:lnTo>
                  <a:lnTo>
                    <a:pt x="270955" y="1639726"/>
                  </a:lnTo>
                  <a:lnTo>
                    <a:pt x="324694" y="1630729"/>
                  </a:lnTo>
                  <a:lnTo>
                    <a:pt x="381000" y="1627632"/>
                  </a:lnTo>
                  <a:lnTo>
                    <a:pt x="437305" y="1630729"/>
                  </a:lnTo>
                  <a:lnTo>
                    <a:pt x="491044" y="1639726"/>
                  </a:lnTo>
                  <a:lnTo>
                    <a:pt x="541627" y="1654182"/>
                  </a:lnTo>
                  <a:lnTo>
                    <a:pt x="588466" y="1673656"/>
                  </a:lnTo>
                  <a:lnTo>
                    <a:pt x="630971" y="1697706"/>
                  </a:lnTo>
                  <a:lnTo>
                    <a:pt x="668553" y="1725890"/>
                  </a:lnTo>
                  <a:lnTo>
                    <a:pt x="700623" y="1757767"/>
                  </a:lnTo>
                  <a:lnTo>
                    <a:pt x="726591" y="1792897"/>
                  </a:lnTo>
                  <a:lnTo>
                    <a:pt x="745870" y="1830836"/>
                  </a:lnTo>
                  <a:lnTo>
                    <a:pt x="757869" y="1871145"/>
                  </a:lnTo>
                  <a:lnTo>
                    <a:pt x="762000" y="1913382"/>
                  </a:lnTo>
                  <a:lnTo>
                    <a:pt x="757869" y="1955618"/>
                  </a:lnTo>
                  <a:lnTo>
                    <a:pt x="745870" y="1995927"/>
                  </a:lnTo>
                  <a:lnTo>
                    <a:pt x="726591" y="2033866"/>
                  </a:lnTo>
                  <a:lnTo>
                    <a:pt x="700623" y="2068996"/>
                  </a:lnTo>
                  <a:lnTo>
                    <a:pt x="668553" y="2100873"/>
                  </a:lnTo>
                  <a:lnTo>
                    <a:pt x="630971" y="2129057"/>
                  </a:lnTo>
                  <a:lnTo>
                    <a:pt x="588466" y="2153107"/>
                  </a:lnTo>
                  <a:lnTo>
                    <a:pt x="541627" y="2172581"/>
                  </a:lnTo>
                  <a:lnTo>
                    <a:pt x="491044" y="2187037"/>
                  </a:lnTo>
                  <a:lnTo>
                    <a:pt x="437305" y="2196034"/>
                  </a:lnTo>
                  <a:lnTo>
                    <a:pt x="381000" y="2199132"/>
                  </a:lnTo>
                  <a:lnTo>
                    <a:pt x="324694" y="2196034"/>
                  </a:lnTo>
                  <a:lnTo>
                    <a:pt x="270955" y="2187037"/>
                  </a:lnTo>
                  <a:lnTo>
                    <a:pt x="220372" y="2172581"/>
                  </a:lnTo>
                  <a:lnTo>
                    <a:pt x="173533" y="2153107"/>
                  </a:lnTo>
                  <a:lnTo>
                    <a:pt x="131028" y="2129057"/>
                  </a:lnTo>
                  <a:lnTo>
                    <a:pt x="93446" y="2100873"/>
                  </a:lnTo>
                  <a:lnTo>
                    <a:pt x="61376" y="2068996"/>
                  </a:lnTo>
                  <a:lnTo>
                    <a:pt x="35408" y="2033866"/>
                  </a:lnTo>
                  <a:lnTo>
                    <a:pt x="16129" y="1995927"/>
                  </a:lnTo>
                  <a:lnTo>
                    <a:pt x="4130" y="1955618"/>
                  </a:lnTo>
                  <a:lnTo>
                    <a:pt x="0" y="1913382"/>
                  </a:lnTo>
                  <a:close/>
                </a:path>
                <a:path w="2057400" h="2199640">
                  <a:moveTo>
                    <a:pt x="914400" y="1913382"/>
                  </a:moveTo>
                  <a:lnTo>
                    <a:pt x="918530" y="1871145"/>
                  </a:lnTo>
                  <a:lnTo>
                    <a:pt x="930529" y="1830836"/>
                  </a:lnTo>
                  <a:lnTo>
                    <a:pt x="949808" y="1792897"/>
                  </a:lnTo>
                  <a:lnTo>
                    <a:pt x="975776" y="1757767"/>
                  </a:lnTo>
                  <a:lnTo>
                    <a:pt x="1007846" y="1725890"/>
                  </a:lnTo>
                  <a:lnTo>
                    <a:pt x="1045428" y="1697706"/>
                  </a:lnTo>
                  <a:lnTo>
                    <a:pt x="1087933" y="1673656"/>
                  </a:lnTo>
                  <a:lnTo>
                    <a:pt x="1134772" y="1654182"/>
                  </a:lnTo>
                  <a:lnTo>
                    <a:pt x="1185355" y="1639726"/>
                  </a:lnTo>
                  <a:lnTo>
                    <a:pt x="1239094" y="1630729"/>
                  </a:lnTo>
                  <a:lnTo>
                    <a:pt x="1295400" y="1627632"/>
                  </a:lnTo>
                  <a:lnTo>
                    <a:pt x="1351705" y="1630729"/>
                  </a:lnTo>
                  <a:lnTo>
                    <a:pt x="1405444" y="1639726"/>
                  </a:lnTo>
                  <a:lnTo>
                    <a:pt x="1456027" y="1654182"/>
                  </a:lnTo>
                  <a:lnTo>
                    <a:pt x="1502866" y="1673656"/>
                  </a:lnTo>
                  <a:lnTo>
                    <a:pt x="1545371" y="1697706"/>
                  </a:lnTo>
                  <a:lnTo>
                    <a:pt x="1582953" y="1725890"/>
                  </a:lnTo>
                  <a:lnTo>
                    <a:pt x="1615023" y="1757767"/>
                  </a:lnTo>
                  <a:lnTo>
                    <a:pt x="1640991" y="1792897"/>
                  </a:lnTo>
                  <a:lnTo>
                    <a:pt x="1660270" y="1830836"/>
                  </a:lnTo>
                  <a:lnTo>
                    <a:pt x="1672269" y="1871145"/>
                  </a:lnTo>
                  <a:lnTo>
                    <a:pt x="1676400" y="1913382"/>
                  </a:lnTo>
                  <a:lnTo>
                    <a:pt x="1672269" y="1955618"/>
                  </a:lnTo>
                  <a:lnTo>
                    <a:pt x="1660270" y="1995927"/>
                  </a:lnTo>
                  <a:lnTo>
                    <a:pt x="1640991" y="2033866"/>
                  </a:lnTo>
                  <a:lnTo>
                    <a:pt x="1615023" y="2068996"/>
                  </a:lnTo>
                  <a:lnTo>
                    <a:pt x="1582953" y="2100873"/>
                  </a:lnTo>
                  <a:lnTo>
                    <a:pt x="1545371" y="2129057"/>
                  </a:lnTo>
                  <a:lnTo>
                    <a:pt x="1502866" y="2153107"/>
                  </a:lnTo>
                  <a:lnTo>
                    <a:pt x="1456027" y="2172581"/>
                  </a:lnTo>
                  <a:lnTo>
                    <a:pt x="1405444" y="2187037"/>
                  </a:lnTo>
                  <a:lnTo>
                    <a:pt x="1351705" y="2196034"/>
                  </a:lnTo>
                  <a:lnTo>
                    <a:pt x="1295400" y="2199132"/>
                  </a:lnTo>
                  <a:lnTo>
                    <a:pt x="1239094" y="2196034"/>
                  </a:lnTo>
                  <a:lnTo>
                    <a:pt x="1185355" y="2187037"/>
                  </a:lnTo>
                  <a:lnTo>
                    <a:pt x="1134772" y="2172581"/>
                  </a:lnTo>
                  <a:lnTo>
                    <a:pt x="1087933" y="2153107"/>
                  </a:lnTo>
                  <a:lnTo>
                    <a:pt x="1045428" y="2129057"/>
                  </a:lnTo>
                  <a:lnTo>
                    <a:pt x="1007846" y="2100873"/>
                  </a:lnTo>
                  <a:lnTo>
                    <a:pt x="975776" y="2068996"/>
                  </a:lnTo>
                  <a:lnTo>
                    <a:pt x="949808" y="2033866"/>
                  </a:lnTo>
                  <a:lnTo>
                    <a:pt x="930529" y="1995927"/>
                  </a:lnTo>
                  <a:lnTo>
                    <a:pt x="918530" y="1955618"/>
                  </a:lnTo>
                  <a:lnTo>
                    <a:pt x="914400" y="1913382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7802" y="3455415"/>
              <a:ext cx="1828800" cy="1021080"/>
            </a:xfrm>
            <a:custGeom>
              <a:avLst/>
              <a:gdLst/>
              <a:ahLst/>
              <a:cxnLst/>
              <a:rect l="l" t="t" r="r" b="b"/>
              <a:pathLst>
                <a:path w="1828800" h="1021079">
                  <a:moveTo>
                    <a:pt x="312153" y="814070"/>
                  </a:moveTo>
                  <a:lnTo>
                    <a:pt x="297434" y="792734"/>
                  </a:lnTo>
                  <a:lnTo>
                    <a:pt x="56705" y="958202"/>
                  </a:lnTo>
                  <a:lnTo>
                    <a:pt x="42037" y="936879"/>
                  </a:lnTo>
                  <a:lnTo>
                    <a:pt x="0" y="1012952"/>
                  </a:lnTo>
                  <a:lnTo>
                    <a:pt x="86106" y="1000887"/>
                  </a:lnTo>
                  <a:lnTo>
                    <a:pt x="76479" y="986917"/>
                  </a:lnTo>
                  <a:lnTo>
                    <a:pt x="71412" y="979563"/>
                  </a:lnTo>
                  <a:lnTo>
                    <a:pt x="312153" y="814070"/>
                  </a:lnTo>
                  <a:close/>
                </a:path>
                <a:path w="1828800" h="1021079">
                  <a:moveTo>
                    <a:pt x="1295400" y="174371"/>
                  </a:moveTo>
                  <a:lnTo>
                    <a:pt x="1286344" y="164973"/>
                  </a:lnTo>
                  <a:lnTo>
                    <a:pt x="1235075" y="111760"/>
                  </a:lnTo>
                  <a:lnTo>
                    <a:pt x="1226400" y="136271"/>
                  </a:lnTo>
                  <a:lnTo>
                    <a:pt x="842518" y="254"/>
                  </a:lnTo>
                  <a:lnTo>
                    <a:pt x="838200" y="12446"/>
                  </a:lnTo>
                  <a:lnTo>
                    <a:pt x="834390" y="0"/>
                  </a:lnTo>
                  <a:lnTo>
                    <a:pt x="375399" y="139357"/>
                  </a:lnTo>
                  <a:lnTo>
                    <a:pt x="367919" y="114566"/>
                  </a:lnTo>
                  <a:lnTo>
                    <a:pt x="304800" y="174371"/>
                  </a:lnTo>
                  <a:lnTo>
                    <a:pt x="390398" y="188976"/>
                  </a:lnTo>
                  <a:lnTo>
                    <a:pt x="384022" y="167894"/>
                  </a:lnTo>
                  <a:lnTo>
                    <a:pt x="382892" y="164160"/>
                  </a:lnTo>
                  <a:lnTo>
                    <a:pt x="838009" y="26111"/>
                  </a:lnTo>
                  <a:lnTo>
                    <a:pt x="1217777" y="160655"/>
                  </a:lnTo>
                  <a:lnTo>
                    <a:pt x="1209167" y="185039"/>
                  </a:lnTo>
                  <a:lnTo>
                    <a:pt x="1295400" y="174371"/>
                  </a:lnTo>
                  <a:close/>
                </a:path>
                <a:path w="1828800" h="1021079">
                  <a:moveTo>
                    <a:pt x="1828800" y="1012952"/>
                  </a:moveTo>
                  <a:lnTo>
                    <a:pt x="1818284" y="1001268"/>
                  </a:lnTo>
                  <a:lnTo>
                    <a:pt x="1770634" y="948309"/>
                  </a:lnTo>
                  <a:lnTo>
                    <a:pt x="1761121" y="972489"/>
                  </a:lnTo>
                  <a:lnTo>
                    <a:pt x="1300099" y="791337"/>
                  </a:lnTo>
                  <a:lnTo>
                    <a:pt x="1295400" y="803402"/>
                  </a:lnTo>
                  <a:lnTo>
                    <a:pt x="1289177" y="792099"/>
                  </a:lnTo>
                  <a:lnTo>
                    <a:pt x="976299" y="964171"/>
                  </a:lnTo>
                  <a:lnTo>
                    <a:pt x="963803" y="941451"/>
                  </a:lnTo>
                  <a:lnTo>
                    <a:pt x="914400" y="1012952"/>
                  </a:lnTo>
                  <a:lnTo>
                    <a:pt x="1001268" y="1009523"/>
                  </a:lnTo>
                  <a:lnTo>
                    <a:pt x="992251" y="993140"/>
                  </a:lnTo>
                  <a:lnTo>
                    <a:pt x="988796" y="986866"/>
                  </a:lnTo>
                  <a:lnTo>
                    <a:pt x="1296263" y="817664"/>
                  </a:lnTo>
                  <a:lnTo>
                    <a:pt x="1751685" y="996530"/>
                  </a:lnTo>
                  <a:lnTo>
                    <a:pt x="1742186" y="1020699"/>
                  </a:lnTo>
                  <a:lnTo>
                    <a:pt x="1828800" y="1012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5601" y="4496561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58108" y="3690366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7689" y="292836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3370" y="369036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3308" y="4605020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1989" y="4605020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9709" y="2975736"/>
            <a:ext cx="1727835" cy="167258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20" dirty="0">
                <a:latin typeface="Tahoma"/>
                <a:cs typeface="Tahoma"/>
              </a:rPr>
              <a:t> 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ahoma"/>
                <a:cs typeface="Tahoma"/>
              </a:rPr>
              <a:t>5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found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2633" y="253758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root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25267" y="2272283"/>
            <a:ext cx="1148715" cy="542290"/>
            <a:chOff x="2525267" y="2272283"/>
            <a:chExt cx="1148715" cy="542290"/>
          </a:xfrm>
        </p:grpSpPr>
        <p:sp>
          <p:nvSpPr>
            <p:cNvPr id="16" name="object 16"/>
            <p:cNvSpPr/>
            <p:nvPr/>
          </p:nvSpPr>
          <p:spPr>
            <a:xfrm>
              <a:off x="2830067" y="2418206"/>
              <a:ext cx="843915" cy="396240"/>
            </a:xfrm>
            <a:custGeom>
              <a:avLst/>
              <a:gdLst/>
              <a:ahLst/>
              <a:cxnLst/>
              <a:rect l="l" t="t" r="r" b="b"/>
              <a:pathLst>
                <a:path w="843914" h="396239">
                  <a:moveTo>
                    <a:pt x="767371" y="372416"/>
                  </a:moveTo>
                  <a:lnTo>
                    <a:pt x="756666" y="395985"/>
                  </a:lnTo>
                  <a:lnTo>
                    <a:pt x="843533" y="392810"/>
                  </a:lnTo>
                  <a:lnTo>
                    <a:pt x="831393" y="377825"/>
                  </a:lnTo>
                  <a:lnTo>
                    <a:pt x="779271" y="377825"/>
                  </a:lnTo>
                  <a:lnTo>
                    <a:pt x="767371" y="372416"/>
                  </a:lnTo>
                  <a:close/>
                </a:path>
                <a:path w="843914" h="396239">
                  <a:moveTo>
                    <a:pt x="778090" y="348817"/>
                  </a:moveTo>
                  <a:lnTo>
                    <a:pt x="767371" y="372416"/>
                  </a:lnTo>
                  <a:lnTo>
                    <a:pt x="779271" y="377825"/>
                  </a:lnTo>
                  <a:lnTo>
                    <a:pt x="789940" y="354202"/>
                  </a:lnTo>
                  <a:lnTo>
                    <a:pt x="778090" y="348817"/>
                  </a:lnTo>
                  <a:close/>
                </a:path>
                <a:path w="843914" h="396239">
                  <a:moveTo>
                    <a:pt x="788796" y="325246"/>
                  </a:moveTo>
                  <a:lnTo>
                    <a:pt x="778090" y="348817"/>
                  </a:lnTo>
                  <a:lnTo>
                    <a:pt x="789940" y="354202"/>
                  </a:lnTo>
                  <a:lnTo>
                    <a:pt x="779271" y="377825"/>
                  </a:lnTo>
                  <a:lnTo>
                    <a:pt x="831393" y="377825"/>
                  </a:lnTo>
                  <a:lnTo>
                    <a:pt x="788796" y="325246"/>
                  </a:lnTo>
                  <a:close/>
                </a:path>
                <a:path w="843914" h="396239">
                  <a:moveTo>
                    <a:pt x="10668" y="0"/>
                  </a:moveTo>
                  <a:lnTo>
                    <a:pt x="0" y="23621"/>
                  </a:lnTo>
                  <a:lnTo>
                    <a:pt x="767371" y="372416"/>
                  </a:lnTo>
                  <a:lnTo>
                    <a:pt x="778090" y="348817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29839" y="2276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5794"/>
            <a:ext cx="27120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find(25)</a:t>
            </a:r>
            <a:endParaRPr sz="21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100">
              <a:latin typeface="Consolas"/>
              <a:cs typeface="Consolas"/>
            </a:endParaRPr>
          </a:p>
          <a:p>
            <a:pPr marR="102235" algn="ctr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root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2557" y="1856041"/>
            <a:ext cx="2317115" cy="3569970"/>
            <a:chOff x="1412557" y="1856041"/>
            <a:chExt cx="2317115" cy="3569970"/>
          </a:xfrm>
        </p:grpSpPr>
        <p:sp>
          <p:nvSpPr>
            <p:cNvPr id="5" name="object 5"/>
            <p:cNvSpPr/>
            <p:nvPr/>
          </p:nvSpPr>
          <p:spPr>
            <a:xfrm>
              <a:off x="1717547" y="2002155"/>
              <a:ext cx="843915" cy="396240"/>
            </a:xfrm>
            <a:custGeom>
              <a:avLst/>
              <a:gdLst/>
              <a:ahLst/>
              <a:cxnLst/>
              <a:rect l="l" t="t" r="r" b="b"/>
              <a:pathLst>
                <a:path w="843914" h="396239">
                  <a:moveTo>
                    <a:pt x="767371" y="372416"/>
                  </a:moveTo>
                  <a:lnTo>
                    <a:pt x="756665" y="395986"/>
                  </a:lnTo>
                  <a:lnTo>
                    <a:pt x="843533" y="392811"/>
                  </a:lnTo>
                  <a:lnTo>
                    <a:pt x="831393" y="377825"/>
                  </a:lnTo>
                  <a:lnTo>
                    <a:pt x="779271" y="377825"/>
                  </a:lnTo>
                  <a:lnTo>
                    <a:pt x="767371" y="372416"/>
                  </a:lnTo>
                  <a:close/>
                </a:path>
                <a:path w="843914" h="396239">
                  <a:moveTo>
                    <a:pt x="778090" y="348817"/>
                  </a:moveTo>
                  <a:lnTo>
                    <a:pt x="767371" y="372416"/>
                  </a:lnTo>
                  <a:lnTo>
                    <a:pt x="779271" y="377825"/>
                  </a:lnTo>
                  <a:lnTo>
                    <a:pt x="789939" y="354203"/>
                  </a:lnTo>
                  <a:lnTo>
                    <a:pt x="778090" y="348817"/>
                  </a:lnTo>
                  <a:close/>
                </a:path>
                <a:path w="843914" h="396239">
                  <a:moveTo>
                    <a:pt x="788796" y="325247"/>
                  </a:moveTo>
                  <a:lnTo>
                    <a:pt x="778090" y="348817"/>
                  </a:lnTo>
                  <a:lnTo>
                    <a:pt x="789939" y="354203"/>
                  </a:lnTo>
                  <a:lnTo>
                    <a:pt x="779271" y="377825"/>
                  </a:lnTo>
                  <a:lnTo>
                    <a:pt x="831393" y="377825"/>
                  </a:lnTo>
                  <a:lnTo>
                    <a:pt x="788796" y="325247"/>
                  </a:lnTo>
                  <a:close/>
                </a:path>
                <a:path w="843914" h="396239">
                  <a:moveTo>
                    <a:pt x="10668" y="0"/>
                  </a:moveTo>
                  <a:lnTo>
                    <a:pt x="0" y="23622"/>
                  </a:lnTo>
                  <a:lnTo>
                    <a:pt x="767371" y="372416"/>
                  </a:lnTo>
                  <a:lnTo>
                    <a:pt x="778090" y="348817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7319" y="1860804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51481" y="2361438"/>
              <a:ext cx="1752600" cy="2200910"/>
            </a:xfrm>
            <a:custGeom>
              <a:avLst/>
              <a:gdLst/>
              <a:ahLst/>
              <a:cxnLst/>
              <a:rect l="l" t="t" r="r" b="b"/>
              <a:pathLst>
                <a:path w="1752600" h="2200910">
                  <a:moveTo>
                    <a:pt x="533400" y="285750"/>
                  </a:moveTo>
                  <a:lnTo>
                    <a:pt x="537530" y="243513"/>
                  </a:lnTo>
                  <a:lnTo>
                    <a:pt x="549529" y="203204"/>
                  </a:lnTo>
                  <a:lnTo>
                    <a:pt x="568808" y="165265"/>
                  </a:lnTo>
                  <a:lnTo>
                    <a:pt x="594776" y="130135"/>
                  </a:lnTo>
                  <a:lnTo>
                    <a:pt x="626846" y="98258"/>
                  </a:lnTo>
                  <a:lnTo>
                    <a:pt x="664428" y="70074"/>
                  </a:lnTo>
                  <a:lnTo>
                    <a:pt x="706933" y="46024"/>
                  </a:lnTo>
                  <a:lnTo>
                    <a:pt x="753772" y="26550"/>
                  </a:lnTo>
                  <a:lnTo>
                    <a:pt x="804355" y="12094"/>
                  </a:lnTo>
                  <a:lnTo>
                    <a:pt x="858094" y="3097"/>
                  </a:lnTo>
                  <a:lnTo>
                    <a:pt x="914400" y="0"/>
                  </a:lnTo>
                  <a:lnTo>
                    <a:pt x="970705" y="3097"/>
                  </a:lnTo>
                  <a:lnTo>
                    <a:pt x="1024444" y="12094"/>
                  </a:lnTo>
                  <a:lnTo>
                    <a:pt x="1075027" y="26550"/>
                  </a:lnTo>
                  <a:lnTo>
                    <a:pt x="1121866" y="46024"/>
                  </a:lnTo>
                  <a:lnTo>
                    <a:pt x="1164371" y="70074"/>
                  </a:lnTo>
                  <a:lnTo>
                    <a:pt x="1201953" y="98258"/>
                  </a:lnTo>
                  <a:lnTo>
                    <a:pt x="1234023" y="130135"/>
                  </a:lnTo>
                  <a:lnTo>
                    <a:pt x="1259991" y="165265"/>
                  </a:lnTo>
                  <a:lnTo>
                    <a:pt x="1279270" y="203204"/>
                  </a:lnTo>
                  <a:lnTo>
                    <a:pt x="1291269" y="243513"/>
                  </a:lnTo>
                  <a:lnTo>
                    <a:pt x="1295400" y="285750"/>
                  </a:lnTo>
                  <a:lnTo>
                    <a:pt x="1291269" y="327986"/>
                  </a:lnTo>
                  <a:lnTo>
                    <a:pt x="1279270" y="368295"/>
                  </a:lnTo>
                  <a:lnTo>
                    <a:pt x="1259991" y="406234"/>
                  </a:lnTo>
                  <a:lnTo>
                    <a:pt x="1234023" y="441364"/>
                  </a:lnTo>
                  <a:lnTo>
                    <a:pt x="1201953" y="473241"/>
                  </a:lnTo>
                  <a:lnTo>
                    <a:pt x="1164371" y="501425"/>
                  </a:lnTo>
                  <a:lnTo>
                    <a:pt x="1121866" y="525475"/>
                  </a:lnTo>
                  <a:lnTo>
                    <a:pt x="1075027" y="544949"/>
                  </a:lnTo>
                  <a:lnTo>
                    <a:pt x="1024444" y="559405"/>
                  </a:lnTo>
                  <a:lnTo>
                    <a:pt x="970705" y="568402"/>
                  </a:lnTo>
                  <a:lnTo>
                    <a:pt x="914400" y="571500"/>
                  </a:lnTo>
                  <a:lnTo>
                    <a:pt x="858094" y="568402"/>
                  </a:lnTo>
                  <a:lnTo>
                    <a:pt x="804355" y="559405"/>
                  </a:lnTo>
                  <a:lnTo>
                    <a:pt x="753772" y="544949"/>
                  </a:lnTo>
                  <a:lnTo>
                    <a:pt x="706933" y="525475"/>
                  </a:lnTo>
                  <a:lnTo>
                    <a:pt x="664428" y="501425"/>
                  </a:lnTo>
                  <a:lnTo>
                    <a:pt x="626846" y="473241"/>
                  </a:lnTo>
                  <a:lnTo>
                    <a:pt x="594776" y="441364"/>
                  </a:lnTo>
                  <a:lnTo>
                    <a:pt x="568808" y="406234"/>
                  </a:lnTo>
                  <a:lnTo>
                    <a:pt x="549529" y="368295"/>
                  </a:lnTo>
                  <a:lnTo>
                    <a:pt x="537530" y="327986"/>
                  </a:lnTo>
                  <a:lnTo>
                    <a:pt x="533400" y="285750"/>
                  </a:lnTo>
                  <a:close/>
                </a:path>
                <a:path w="1752600" h="2200910">
                  <a:moveTo>
                    <a:pt x="0" y="1076706"/>
                  </a:moveTo>
                  <a:lnTo>
                    <a:pt x="4130" y="1034469"/>
                  </a:lnTo>
                  <a:lnTo>
                    <a:pt x="16129" y="994160"/>
                  </a:lnTo>
                  <a:lnTo>
                    <a:pt x="35408" y="956221"/>
                  </a:lnTo>
                  <a:lnTo>
                    <a:pt x="61376" y="921091"/>
                  </a:lnTo>
                  <a:lnTo>
                    <a:pt x="93446" y="889214"/>
                  </a:lnTo>
                  <a:lnTo>
                    <a:pt x="131028" y="861030"/>
                  </a:lnTo>
                  <a:lnTo>
                    <a:pt x="173533" y="836980"/>
                  </a:lnTo>
                  <a:lnTo>
                    <a:pt x="220372" y="817506"/>
                  </a:lnTo>
                  <a:lnTo>
                    <a:pt x="270955" y="803050"/>
                  </a:lnTo>
                  <a:lnTo>
                    <a:pt x="324694" y="794053"/>
                  </a:lnTo>
                  <a:lnTo>
                    <a:pt x="381000" y="790956"/>
                  </a:lnTo>
                  <a:lnTo>
                    <a:pt x="437305" y="794053"/>
                  </a:lnTo>
                  <a:lnTo>
                    <a:pt x="491044" y="803050"/>
                  </a:lnTo>
                  <a:lnTo>
                    <a:pt x="541627" y="817506"/>
                  </a:lnTo>
                  <a:lnTo>
                    <a:pt x="588466" y="836980"/>
                  </a:lnTo>
                  <a:lnTo>
                    <a:pt x="630971" y="861030"/>
                  </a:lnTo>
                  <a:lnTo>
                    <a:pt x="668553" y="889214"/>
                  </a:lnTo>
                  <a:lnTo>
                    <a:pt x="700623" y="921091"/>
                  </a:lnTo>
                  <a:lnTo>
                    <a:pt x="726591" y="956221"/>
                  </a:lnTo>
                  <a:lnTo>
                    <a:pt x="745870" y="994160"/>
                  </a:lnTo>
                  <a:lnTo>
                    <a:pt x="757869" y="1034469"/>
                  </a:lnTo>
                  <a:lnTo>
                    <a:pt x="762000" y="1076706"/>
                  </a:lnTo>
                  <a:lnTo>
                    <a:pt x="757869" y="1118942"/>
                  </a:lnTo>
                  <a:lnTo>
                    <a:pt x="745870" y="1159251"/>
                  </a:lnTo>
                  <a:lnTo>
                    <a:pt x="726591" y="1197190"/>
                  </a:lnTo>
                  <a:lnTo>
                    <a:pt x="700623" y="1232320"/>
                  </a:lnTo>
                  <a:lnTo>
                    <a:pt x="668553" y="1264197"/>
                  </a:lnTo>
                  <a:lnTo>
                    <a:pt x="630971" y="1292381"/>
                  </a:lnTo>
                  <a:lnTo>
                    <a:pt x="588466" y="1316431"/>
                  </a:lnTo>
                  <a:lnTo>
                    <a:pt x="541627" y="1335905"/>
                  </a:lnTo>
                  <a:lnTo>
                    <a:pt x="491044" y="1350361"/>
                  </a:lnTo>
                  <a:lnTo>
                    <a:pt x="437305" y="1359358"/>
                  </a:lnTo>
                  <a:lnTo>
                    <a:pt x="381000" y="1362456"/>
                  </a:lnTo>
                  <a:lnTo>
                    <a:pt x="324694" y="1359358"/>
                  </a:lnTo>
                  <a:lnTo>
                    <a:pt x="270955" y="1350361"/>
                  </a:lnTo>
                  <a:lnTo>
                    <a:pt x="220372" y="1335905"/>
                  </a:lnTo>
                  <a:lnTo>
                    <a:pt x="173533" y="1316431"/>
                  </a:lnTo>
                  <a:lnTo>
                    <a:pt x="131028" y="1292381"/>
                  </a:lnTo>
                  <a:lnTo>
                    <a:pt x="93446" y="1264197"/>
                  </a:lnTo>
                  <a:lnTo>
                    <a:pt x="61376" y="1232320"/>
                  </a:lnTo>
                  <a:lnTo>
                    <a:pt x="35408" y="1197190"/>
                  </a:lnTo>
                  <a:lnTo>
                    <a:pt x="16129" y="1159251"/>
                  </a:lnTo>
                  <a:lnTo>
                    <a:pt x="4130" y="1118942"/>
                  </a:lnTo>
                  <a:lnTo>
                    <a:pt x="0" y="1076706"/>
                  </a:lnTo>
                  <a:close/>
                </a:path>
                <a:path w="1752600" h="2200910">
                  <a:moveTo>
                    <a:pt x="990600" y="1076706"/>
                  </a:moveTo>
                  <a:lnTo>
                    <a:pt x="994730" y="1034469"/>
                  </a:lnTo>
                  <a:lnTo>
                    <a:pt x="1006729" y="994160"/>
                  </a:lnTo>
                  <a:lnTo>
                    <a:pt x="1026008" y="956221"/>
                  </a:lnTo>
                  <a:lnTo>
                    <a:pt x="1051976" y="921091"/>
                  </a:lnTo>
                  <a:lnTo>
                    <a:pt x="1084046" y="889214"/>
                  </a:lnTo>
                  <a:lnTo>
                    <a:pt x="1121628" y="861030"/>
                  </a:lnTo>
                  <a:lnTo>
                    <a:pt x="1164133" y="836980"/>
                  </a:lnTo>
                  <a:lnTo>
                    <a:pt x="1210972" y="817506"/>
                  </a:lnTo>
                  <a:lnTo>
                    <a:pt x="1261555" y="803050"/>
                  </a:lnTo>
                  <a:lnTo>
                    <a:pt x="1315294" y="794053"/>
                  </a:lnTo>
                  <a:lnTo>
                    <a:pt x="1371600" y="790956"/>
                  </a:lnTo>
                  <a:lnTo>
                    <a:pt x="1427905" y="794053"/>
                  </a:lnTo>
                  <a:lnTo>
                    <a:pt x="1481644" y="803050"/>
                  </a:lnTo>
                  <a:lnTo>
                    <a:pt x="1532227" y="817506"/>
                  </a:lnTo>
                  <a:lnTo>
                    <a:pt x="1579066" y="836980"/>
                  </a:lnTo>
                  <a:lnTo>
                    <a:pt x="1621571" y="861030"/>
                  </a:lnTo>
                  <a:lnTo>
                    <a:pt x="1659153" y="889214"/>
                  </a:lnTo>
                  <a:lnTo>
                    <a:pt x="1691223" y="921091"/>
                  </a:lnTo>
                  <a:lnTo>
                    <a:pt x="1717191" y="956221"/>
                  </a:lnTo>
                  <a:lnTo>
                    <a:pt x="1736470" y="994160"/>
                  </a:lnTo>
                  <a:lnTo>
                    <a:pt x="1748469" y="1034469"/>
                  </a:lnTo>
                  <a:lnTo>
                    <a:pt x="1752600" y="1076706"/>
                  </a:lnTo>
                  <a:lnTo>
                    <a:pt x="1748469" y="1118942"/>
                  </a:lnTo>
                  <a:lnTo>
                    <a:pt x="1736470" y="1159251"/>
                  </a:lnTo>
                  <a:lnTo>
                    <a:pt x="1717191" y="1197190"/>
                  </a:lnTo>
                  <a:lnTo>
                    <a:pt x="1691223" y="1232320"/>
                  </a:lnTo>
                  <a:lnTo>
                    <a:pt x="1659153" y="1264197"/>
                  </a:lnTo>
                  <a:lnTo>
                    <a:pt x="1621571" y="1292381"/>
                  </a:lnTo>
                  <a:lnTo>
                    <a:pt x="1579066" y="1316431"/>
                  </a:lnTo>
                  <a:lnTo>
                    <a:pt x="1532227" y="1335905"/>
                  </a:lnTo>
                  <a:lnTo>
                    <a:pt x="1481644" y="1350361"/>
                  </a:lnTo>
                  <a:lnTo>
                    <a:pt x="1427905" y="1359358"/>
                  </a:lnTo>
                  <a:lnTo>
                    <a:pt x="1371600" y="1362456"/>
                  </a:lnTo>
                  <a:lnTo>
                    <a:pt x="1315294" y="1359358"/>
                  </a:lnTo>
                  <a:lnTo>
                    <a:pt x="1261555" y="1350361"/>
                  </a:lnTo>
                  <a:lnTo>
                    <a:pt x="1210972" y="1335905"/>
                  </a:lnTo>
                  <a:lnTo>
                    <a:pt x="1164133" y="1316431"/>
                  </a:lnTo>
                  <a:lnTo>
                    <a:pt x="1121628" y="1292381"/>
                  </a:lnTo>
                  <a:lnTo>
                    <a:pt x="1084046" y="1264197"/>
                  </a:lnTo>
                  <a:lnTo>
                    <a:pt x="1051976" y="1232320"/>
                  </a:lnTo>
                  <a:lnTo>
                    <a:pt x="1026008" y="1197190"/>
                  </a:lnTo>
                  <a:lnTo>
                    <a:pt x="1006729" y="1159251"/>
                  </a:lnTo>
                  <a:lnTo>
                    <a:pt x="994730" y="1118942"/>
                  </a:lnTo>
                  <a:lnTo>
                    <a:pt x="990600" y="1076706"/>
                  </a:lnTo>
                  <a:close/>
                </a:path>
                <a:path w="1752600" h="2200910">
                  <a:moveTo>
                    <a:pt x="609600" y="1914906"/>
                  </a:moveTo>
                  <a:lnTo>
                    <a:pt x="613730" y="1872669"/>
                  </a:lnTo>
                  <a:lnTo>
                    <a:pt x="625729" y="1832360"/>
                  </a:lnTo>
                  <a:lnTo>
                    <a:pt x="645008" y="1794421"/>
                  </a:lnTo>
                  <a:lnTo>
                    <a:pt x="670976" y="1759291"/>
                  </a:lnTo>
                  <a:lnTo>
                    <a:pt x="703046" y="1727414"/>
                  </a:lnTo>
                  <a:lnTo>
                    <a:pt x="740628" y="1699230"/>
                  </a:lnTo>
                  <a:lnTo>
                    <a:pt x="783133" y="1675180"/>
                  </a:lnTo>
                  <a:lnTo>
                    <a:pt x="829972" y="1655706"/>
                  </a:lnTo>
                  <a:lnTo>
                    <a:pt x="880555" y="1641250"/>
                  </a:lnTo>
                  <a:lnTo>
                    <a:pt x="934294" y="1632253"/>
                  </a:lnTo>
                  <a:lnTo>
                    <a:pt x="990600" y="1629156"/>
                  </a:lnTo>
                  <a:lnTo>
                    <a:pt x="1046905" y="1632253"/>
                  </a:lnTo>
                  <a:lnTo>
                    <a:pt x="1100644" y="1641250"/>
                  </a:lnTo>
                  <a:lnTo>
                    <a:pt x="1151227" y="1655706"/>
                  </a:lnTo>
                  <a:lnTo>
                    <a:pt x="1198066" y="1675180"/>
                  </a:lnTo>
                  <a:lnTo>
                    <a:pt x="1240571" y="1699230"/>
                  </a:lnTo>
                  <a:lnTo>
                    <a:pt x="1278153" y="1727414"/>
                  </a:lnTo>
                  <a:lnTo>
                    <a:pt x="1310223" y="1759291"/>
                  </a:lnTo>
                  <a:lnTo>
                    <a:pt x="1336191" y="1794421"/>
                  </a:lnTo>
                  <a:lnTo>
                    <a:pt x="1355470" y="1832360"/>
                  </a:lnTo>
                  <a:lnTo>
                    <a:pt x="1367469" y="1872669"/>
                  </a:lnTo>
                  <a:lnTo>
                    <a:pt x="1371600" y="1914906"/>
                  </a:lnTo>
                  <a:lnTo>
                    <a:pt x="1367469" y="1957142"/>
                  </a:lnTo>
                  <a:lnTo>
                    <a:pt x="1355470" y="1997451"/>
                  </a:lnTo>
                  <a:lnTo>
                    <a:pt x="1336191" y="2035390"/>
                  </a:lnTo>
                  <a:lnTo>
                    <a:pt x="1310223" y="2070520"/>
                  </a:lnTo>
                  <a:lnTo>
                    <a:pt x="1278153" y="2102397"/>
                  </a:lnTo>
                  <a:lnTo>
                    <a:pt x="1240571" y="2130581"/>
                  </a:lnTo>
                  <a:lnTo>
                    <a:pt x="1198066" y="2154631"/>
                  </a:lnTo>
                  <a:lnTo>
                    <a:pt x="1151227" y="2174105"/>
                  </a:lnTo>
                  <a:lnTo>
                    <a:pt x="1100644" y="2188561"/>
                  </a:lnTo>
                  <a:lnTo>
                    <a:pt x="1046905" y="2197558"/>
                  </a:lnTo>
                  <a:lnTo>
                    <a:pt x="990600" y="2200656"/>
                  </a:lnTo>
                  <a:lnTo>
                    <a:pt x="934294" y="2197558"/>
                  </a:lnTo>
                  <a:lnTo>
                    <a:pt x="880555" y="2188561"/>
                  </a:lnTo>
                  <a:lnTo>
                    <a:pt x="829972" y="2174105"/>
                  </a:lnTo>
                  <a:lnTo>
                    <a:pt x="783133" y="2154631"/>
                  </a:lnTo>
                  <a:lnTo>
                    <a:pt x="740628" y="2130581"/>
                  </a:lnTo>
                  <a:lnTo>
                    <a:pt x="703046" y="2102397"/>
                  </a:lnTo>
                  <a:lnTo>
                    <a:pt x="670976" y="2070520"/>
                  </a:lnTo>
                  <a:lnTo>
                    <a:pt x="645008" y="2035390"/>
                  </a:lnTo>
                  <a:lnTo>
                    <a:pt x="625729" y="1997451"/>
                  </a:lnTo>
                  <a:lnTo>
                    <a:pt x="613730" y="1957142"/>
                  </a:lnTo>
                  <a:lnTo>
                    <a:pt x="609600" y="191490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6282" y="2949447"/>
              <a:ext cx="1073150" cy="1864360"/>
            </a:xfrm>
            <a:custGeom>
              <a:avLst/>
              <a:gdLst/>
              <a:ahLst/>
              <a:cxnLst/>
              <a:rect l="l" t="t" r="r" b="b"/>
              <a:pathLst>
                <a:path w="1073150" h="1864360">
                  <a:moveTo>
                    <a:pt x="689610" y="1652524"/>
                  </a:moveTo>
                  <a:lnTo>
                    <a:pt x="681990" y="1627632"/>
                  </a:lnTo>
                  <a:lnTo>
                    <a:pt x="70535" y="1814487"/>
                  </a:lnTo>
                  <a:lnTo>
                    <a:pt x="62992" y="1789811"/>
                  </a:lnTo>
                  <a:lnTo>
                    <a:pt x="0" y="1849628"/>
                  </a:lnTo>
                  <a:lnTo>
                    <a:pt x="85725" y="1864106"/>
                  </a:lnTo>
                  <a:lnTo>
                    <a:pt x="79311" y="1843151"/>
                  </a:lnTo>
                  <a:lnTo>
                    <a:pt x="78155" y="1839379"/>
                  </a:lnTo>
                  <a:lnTo>
                    <a:pt x="689610" y="1652524"/>
                  </a:lnTo>
                  <a:close/>
                </a:path>
                <a:path w="1073150" h="1864360">
                  <a:moveTo>
                    <a:pt x="1066800" y="174371"/>
                  </a:moveTo>
                  <a:lnTo>
                    <a:pt x="1057744" y="164973"/>
                  </a:lnTo>
                  <a:lnTo>
                    <a:pt x="1006475" y="111760"/>
                  </a:lnTo>
                  <a:lnTo>
                    <a:pt x="997800" y="136271"/>
                  </a:lnTo>
                  <a:lnTo>
                    <a:pt x="613918" y="254"/>
                  </a:lnTo>
                  <a:lnTo>
                    <a:pt x="609600" y="12446"/>
                  </a:lnTo>
                  <a:lnTo>
                    <a:pt x="605790" y="0"/>
                  </a:lnTo>
                  <a:lnTo>
                    <a:pt x="146837" y="139344"/>
                  </a:lnTo>
                  <a:lnTo>
                    <a:pt x="139319" y="114554"/>
                  </a:lnTo>
                  <a:lnTo>
                    <a:pt x="76200" y="174371"/>
                  </a:lnTo>
                  <a:lnTo>
                    <a:pt x="161925" y="188976"/>
                  </a:lnTo>
                  <a:lnTo>
                    <a:pt x="155511" y="167894"/>
                  </a:lnTo>
                  <a:lnTo>
                    <a:pt x="154368" y="164134"/>
                  </a:lnTo>
                  <a:lnTo>
                    <a:pt x="609409" y="26111"/>
                  </a:lnTo>
                  <a:lnTo>
                    <a:pt x="989177" y="160655"/>
                  </a:lnTo>
                  <a:lnTo>
                    <a:pt x="980567" y="185039"/>
                  </a:lnTo>
                  <a:lnTo>
                    <a:pt x="1066800" y="174371"/>
                  </a:lnTo>
                  <a:close/>
                </a:path>
                <a:path w="1073150" h="1864360">
                  <a:moveTo>
                    <a:pt x="1073023" y="813181"/>
                  </a:moveTo>
                  <a:lnTo>
                    <a:pt x="1060577" y="790575"/>
                  </a:lnTo>
                  <a:lnTo>
                    <a:pt x="747699" y="962647"/>
                  </a:lnTo>
                  <a:lnTo>
                    <a:pt x="735203" y="939927"/>
                  </a:lnTo>
                  <a:lnTo>
                    <a:pt x="685800" y="1011428"/>
                  </a:lnTo>
                  <a:lnTo>
                    <a:pt x="772668" y="1007999"/>
                  </a:lnTo>
                  <a:lnTo>
                    <a:pt x="763651" y="991616"/>
                  </a:lnTo>
                  <a:lnTo>
                    <a:pt x="760196" y="985342"/>
                  </a:lnTo>
                  <a:lnTo>
                    <a:pt x="1073023" y="813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75281" y="482879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49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31135" y="2420823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7714" y="4860163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1614" y="409747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7735" y="318338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5414" y="569864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25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4514" y="3183382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52091" y="5415534"/>
            <a:ext cx="1020444" cy="848360"/>
            <a:chOff x="2252091" y="5415534"/>
            <a:chExt cx="1020444" cy="848360"/>
          </a:xfrm>
        </p:grpSpPr>
        <p:sp>
          <p:nvSpPr>
            <p:cNvPr id="17" name="object 17"/>
            <p:cNvSpPr/>
            <p:nvPr/>
          </p:nvSpPr>
          <p:spPr>
            <a:xfrm>
              <a:off x="2484882" y="566699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25"/>
                  </a:lnTo>
                  <a:lnTo>
                    <a:pt x="16129" y="203223"/>
                  </a:lnTo>
                  <a:lnTo>
                    <a:pt x="35408" y="165287"/>
                  </a:lnTo>
                  <a:lnTo>
                    <a:pt x="61376" y="130158"/>
                  </a:lnTo>
                  <a:lnTo>
                    <a:pt x="93446" y="98279"/>
                  </a:lnTo>
                  <a:lnTo>
                    <a:pt x="131028" y="70091"/>
                  </a:lnTo>
                  <a:lnTo>
                    <a:pt x="173533" y="46037"/>
                  </a:lnTo>
                  <a:lnTo>
                    <a:pt x="220372" y="26559"/>
                  </a:lnTo>
                  <a:lnTo>
                    <a:pt x="270955" y="12098"/>
                  </a:lnTo>
                  <a:lnTo>
                    <a:pt x="324694" y="3098"/>
                  </a:lnTo>
                  <a:lnTo>
                    <a:pt x="381000" y="0"/>
                  </a:lnTo>
                  <a:lnTo>
                    <a:pt x="437305" y="3098"/>
                  </a:lnTo>
                  <a:lnTo>
                    <a:pt x="491044" y="12098"/>
                  </a:lnTo>
                  <a:lnTo>
                    <a:pt x="541627" y="26559"/>
                  </a:lnTo>
                  <a:lnTo>
                    <a:pt x="588466" y="46037"/>
                  </a:lnTo>
                  <a:lnTo>
                    <a:pt x="630971" y="70091"/>
                  </a:lnTo>
                  <a:lnTo>
                    <a:pt x="668553" y="98279"/>
                  </a:lnTo>
                  <a:lnTo>
                    <a:pt x="700623" y="130158"/>
                  </a:lnTo>
                  <a:lnTo>
                    <a:pt x="726591" y="165287"/>
                  </a:lnTo>
                  <a:lnTo>
                    <a:pt x="745870" y="203223"/>
                  </a:lnTo>
                  <a:lnTo>
                    <a:pt x="757869" y="243525"/>
                  </a:lnTo>
                  <a:lnTo>
                    <a:pt x="762000" y="285749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499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2091" y="5415534"/>
              <a:ext cx="614045" cy="233679"/>
            </a:xfrm>
            <a:custGeom>
              <a:avLst/>
              <a:gdLst/>
              <a:ahLst/>
              <a:cxnLst/>
              <a:rect l="l" t="t" r="r" b="b"/>
              <a:pathLst>
                <a:path w="614044" h="233679">
                  <a:moveTo>
                    <a:pt x="536114" y="208721"/>
                  </a:moveTo>
                  <a:lnTo>
                    <a:pt x="527684" y="233222"/>
                  </a:lnTo>
                  <a:lnTo>
                    <a:pt x="613790" y="221741"/>
                  </a:lnTo>
                  <a:lnTo>
                    <a:pt x="605152" y="212940"/>
                  </a:lnTo>
                  <a:lnTo>
                    <a:pt x="548385" y="212940"/>
                  </a:lnTo>
                  <a:lnTo>
                    <a:pt x="536114" y="208721"/>
                  </a:lnTo>
                  <a:close/>
                </a:path>
                <a:path w="614044" h="233679">
                  <a:moveTo>
                    <a:pt x="544541" y="184228"/>
                  </a:moveTo>
                  <a:lnTo>
                    <a:pt x="536114" y="208721"/>
                  </a:lnTo>
                  <a:lnTo>
                    <a:pt x="548385" y="212940"/>
                  </a:lnTo>
                  <a:lnTo>
                    <a:pt x="556767" y="188429"/>
                  </a:lnTo>
                  <a:lnTo>
                    <a:pt x="544541" y="184228"/>
                  </a:lnTo>
                  <a:close/>
                </a:path>
                <a:path w="614044" h="233679">
                  <a:moveTo>
                    <a:pt x="552957" y="159765"/>
                  </a:moveTo>
                  <a:lnTo>
                    <a:pt x="544541" y="184228"/>
                  </a:lnTo>
                  <a:lnTo>
                    <a:pt x="556767" y="188429"/>
                  </a:lnTo>
                  <a:lnTo>
                    <a:pt x="548385" y="212940"/>
                  </a:lnTo>
                  <a:lnTo>
                    <a:pt x="605152" y="212940"/>
                  </a:lnTo>
                  <a:lnTo>
                    <a:pt x="552957" y="159765"/>
                  </a:lnTo>
                  <a:close/>
                </a:path>
                <a:path w="614044" h="233679">
                  <a:moveTo>
                    <a:pt x="8381" y="0"/>
                  </a:moveTo>
                  <a:lnTo>
                    <a:pt x="0" y="24383"/>
                  </a:lnTo>
                  <a:lnTo>
                    <a:pt x="536114" y="208721"/>
                  </a:lnTo>
                  <a:lnTo>
                    <a:pt x="544541" y="184228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98109" y="2658089"/>
            <a:ext cx="2061845" cy="276923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Tahoma"/>
                <a:cs typeface="Tahoma"/>
              </a:rPr>
              <a:t>5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45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found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5038725" cy="23304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bool</a:t>
            </a:r>
            <a:r>
              <a:rPr sz="1800" b="1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IntBinaryTree::Find(int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num){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function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starts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from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TreeNode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*nodePtr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root;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800">
              <a:latin typeface="Consolas"/>
              <a:cs typeface="Consolas"/>
            </a:endParaRPr>
          </a:p>
          <a:p>
            <a:pPr marR="2124075" algn="ctr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8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(nodePtr)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R="243204" algn="ctr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b="1" spc="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(nodePtr-</a:t>
            </a:r>
            <a:r>
              <a:rPr sz="1800" dirty="0">
                <a:latin typeface="Consolas"/>
                <a:cs typeface="Consolas"/>
              </a:rPr>
              <a:t>&gt;value ==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num)</a:t>
            </a:r>
            <a:endParaRPr sz="1800">
              <a:latin typeface="Consolas"/>
              <a:cs typeface="Consolas"/>
            </a:endParaRPr>
          </a:p>
          <a:p>
            <a:pPr marL="1127125" algn="ctr">
              <a:lnSpc>
                <a:spcPct val="100000"/>
              </a:lnSpc>
              <a:spcBef>
                <a:spcPts val="434"/>
              </a:spcBef>
              <a:tabLst>
                <a:tab pos="2881630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true;</a:t>
            </a:r>
            <a:r>
              <a:rPr sz="1800" dirty="0">
                <a:latin typeface="Consolas"/>
                <a:cs typeface="Consolas"/>
              </a:rPr>
              <a:t>	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4074" y="3394328"/>
            <a:ext cx="3786504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5080" indent="-376555">
              <a:lnSpc>
                <a:spcPct val="12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b="1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b="1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(num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 </a:t>
            </a:r>
            <a:r>
              <a:rPr sz="1800" dirty="0">
                <a:latin typeface="Consolas"/>
                <a:cs typeface="Consolas"/>
              </a:rPr>
              <a:t>nodePtr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nodePtr-&gt;left;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nodePtr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nodePtr-&gt;right;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646" y="4710684"/>
            <a:ext cx="4037965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false;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5424627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07279" y="4044696"/>
            <a:ext cx="2641600" cy="2251075"/>
            <a:chOff x="4907279" y="4044696"/>
            <a:chExt cx="2641600" cy="2251075"/>
          </a:xfrm>
        </p:grpSpPr>
        <p:sp>
          <p:nvSpPr>
            <p:cNvPr id="8" name="object 8"/>
            <p:cNvSpPr/>
            <p:nvPr/>
          </p:nvSpPr>
          <p:spPr>
            <a:xfrm>
              <a:off x="4932425" y="4069842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49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49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499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49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81"/>
                  </a:lnTo>
                  <a:lnTo>
                    <a:pt x="16129" y="1832379"/>
                  </a:lnTo>
                  <a:lnTo>
                    <a:pt x="35408" y="1794443"/>
                  </a:lnTo>
                  <a:lnTo>
                    <a:pt x="61376" y="1759314"/>
                  </a:lnTo>
                  <a:lnTo>
                    <a:pt x="93446" y="1727435"/>
                  </a:lnTo>
                  <a:lnTo>
                    <a:pt x="131028" y="1699247"/>
                  </a:lnTo>
                  <a:lnTo>
                    <a:pt x="173533" y="1675193"/>
                  </a:lnTo>
                  <a:lnTo>
                    <a:pt x="220372" y="1655715"/>
                  </a:lnTo>
                  <a:lnTo>
                    <a:pt x="270955" y="1641254"/>
                  </a:lnTo>
                  <a:lnTo>
                    <a:pt x="324694" y="1632254"/>
                  </a:lnTo>
                  <a:lnTo>
                    <a:pt x="381000" y="1629155"/>
                  </a:lnTo>
                  <a:lnTo>
                    <a:pt x="437305" y="1632254"/>
                  </a:lnTo>
                  <a:lnTo>
                    <a:pt x="491044" y="1641254"/>
                  </a:lnTo>
                  <a:lnTo>
                    <a:pt x="541627" y="1655715"/>
                  </a:lnTo>
                  <a:lnTo>
                    <a:pt x="588466" y="1675193"/>
                  </a:lnTo>
                  <a:lnTo>
                    <a:pt x="630971" y="1699247"/>
                  </a:lnTo>
                  <a:lnTo>
                    <a:pt x="668553" y="1727435"/>
                  </a:lnTo>
                  <a:lnTo>
                    <a:pt x="700623" y="1759314"/>
                  </a:lnTo>
                  <a:lnTo>
                    <a:pt x="726591" y="1794443"/>
                  </a:lnTo>
                  <a:lnTo>
                    <a:pt x="745870" y="1832379"/>
                  </a:lnTo>
                  <a:lnTo>
                    <a:pt x="757869" y="1872681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70" y="1997432"/>
                  </a:lnTo>
                  <a:lnTo>
                    <a:pt x="726591" y="2035368"/>
                  </a:lnTo>
                  <a:lnTo>
                    <a:pt x="700623" y="2070497"/>
                  </a:lnTo>
                  <a:lnTo>
                    <a:pt x="668553" y="2102376"/>
                  </a:lnTo>
                  <a:lnTo>
                    <a:pt x="630971" y="2130564"/>
                  </a:lnTo>
                  <a:lnTo>
                    <a:pt x="588466" y="2154618"/>
                  </a:lnTo>
                  <a:lnTo>
                    <a:pt x="541627" y="2174096"/>
                  </a:lnTo>
                  <a:lnTo>
                    <a:pt x="491044" y="2188557"/>
                  </a:lnTo>
                  <a:lnTo>
                    <a:pt x="437305" y="2197557"/>
                  </a:lnTo>
                  <a:lnTo>
                    <a:pt x="381000" y="2200655"/>
                  </a:lnTo>
                  <a:lnTo>
                    <a:pt x="324694" y="2197557"/>
                  </a:lnTo>
                  <a:lnTo>
                    <a:pt x="270955" y="2188557"/>
                  </a:lnTo>
                  <a:lnTo>
                    <a:pt x="220372" y="2174096"/>
                  </a:lnTo>
                  <a:lnTo>
                    <a:pt x="173533" y="2154618"/>
                  </a:lnTo>
                  <a:lnTo>
                    <a:pt x="131028" y="2130564"/>
                  </a:lnTo>
                  <a:lnTo>
                    <a:pt x="93446" y="2102376"/>
                  </a:lnTo>
                  <a:lnTo>
                    <a:pt x="61376" y="2070497"/>
                  </a:lnTo>
                  <a:lnTo>
                    <a:pt x="35408" y="2035368"/>
                  </a:lnTo>
                  <a:lnTo>
                    <a:pt x="16129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81"/>
                  </a:lnTo>
                  <a:lnTo>
                    <a:pt x="930529" y="1832379"/>
                  </a:lnTo>
                  <a:lnTo>
                    <a:pt x="949808" y="1794443"/>
                  </a:lnTo>
                  <a:lnTo>
                    <a:pt x="975776" y="1759314"/>
                  </a:lnTo>
                  <a:lnTo>
                    <a:pt x="1007846" y="1727435"/>
                  </a:lnTo>
                  <a:lnTo>
                    <a:pt x="1045428" y="1699247"/>
                  </a:lnTo>
                  <a:lnTo>
                    <a:pt x="1087933" y="1675193"/>
                  </a:lnTo>
                  <a:lnTo>
                    <a:pt x="1134772" y="1655715"/>
                  </a:lnTo>
                  <a:lnTo>
                    <a:pt x="1185355" y="1641254"/>
                  </a:lnTo>
                  <a:lnTo>
                    <a:pt x="1239094" y="1632254"/>
                  </a:lnTo>
                  <a:lnTo>
                    <a:pt x="1295400" y="1629155"/>
                  </a:lnTo>
                  <a:lnTo>
                    <a:pt x="1351705" y="1632254"/>
                  </a:lnTo>
                  <a:lnTo>
                    <a:pt x="1405444" y="1641254"/>
                  </a:lnTo>
                  <a:lnTo>
                    <a:pt x="1456027" y="1655715"/>
                  </a:lnTo>
                  <a:lnTo>
                    <a:pt x="1502866" y="1675193"/>
                  </a:lnTo>
                  <a:lnTo>
                    <a:pt x="1545371" y="1699247"/>
                  </a:lnTo>
                  <a:lnTo>
                    <a:pt x="1582953" y="1727435"/>
                  </a:lnTo>
                  <a:lnTo>
                    <a:pt x="1615023" y="1759314"/>
                  </a:lnTo>
                  <a:lnTo>
                    <a:pt x="1640991" y="1794443"/>
                  </a:lnTo>
                  <a:lnTo>
                    <a:pt x="1660270" y="1832379"/>
                  </a:lnTo>
                  <a:lnTo>
                    <a:pt x="1672269" y="1872681"/>
                  </a:lnTo>
                  <a:lnTo>
                    <a:pt x="1676400" y="1914905"/>
                  </a:lnTo>
                  <a:lnTo>
                    <a:pt x="1672269" y="1957130"/>
                  </a:lnTo>
                  <a:lnTo>
                    <a:pt x="1660270" y="1997432"/>
                  </a:lnTo>
                  <a:lnTo>
                    <a:pt x="1640991" y="2035368"/>
                  </a:lnTo>
                  <a:lnTo>
                    <a:pt x="1615023" y="2070497"/>
                  </a:lnTo>
                  <a:lnTo>
                    <a:pt x="1582953" y="2102376"/>
                  </a:lnTo>
                  <a:lnTo>
                    <a:pt x="1545371" y="2130564"/>
                  </a:lnTo>
                  <a:lnTo>
                    <a:pt x="1502866" y="2154618"/>
                  </a:lnTo>
                  <a:lnTo>
                    <a:pt x="1456027" y="2174096"/>
                  </a:lnTo>
                  <a:lnTo>
                    <a:pt x="1405444" y="2188557"/>
                  </a:lnTo>
                  <a:lnTo>
                    <a:pt x="1351705" y="2197557"/>
                  </a:lnTo>
                  <a:lnTo>
                    <a:pt x="1295400" y="2200655"/>
                  </a:lnTo>
                  <a:lnTo>
                    <a:pt x="1239094" y="2197557"/>
                  </a:lnTo>
                  <a:lnTo>
                    <a:pt x="1185355" y="2188557"/>
                  </a:lnTo>
                  <a:lnTo>
                    <a:pt x="1134772" y="2174096"/>
                  </a:lnTo>
                  <a:lnTo>
                    <a:pt x="1087933" y="2154618"/>
                  </a:lnTo>
                  <a:lnTo>
                    <a:pt x="1045428" y="2130564"/>
                  </a:lnTo>
                  <a:lnTo>
                    <a:pt x="1007846" y="2102376"/>
                  </a:lnTo>
                  <a:lnTo>
                    <a:pt x="975776" y="2070497"/>
                  </a:lnTo>
                  <a:lnTo>
                    <a:pt x="949808" y="2035368"/>
                  </a:lnTo>
                  <a:lnTo>
                    <a:pt x="930529" y="1997432"/>
                  </a:lnTo>
                  <a:lnTo>
                    <a:pt x="918530" y="1957130"/>
                  </a:lnTo>
                  <a:lnTo>
                    <a:pt x="91440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13426" y="4657852"/>
              <a:ext cx="1828800" cy="1019175"/>
            </a:xfrm>
            <a:custGeom>
              <a:avLst/>
              <a:gdLst/>
              <a:ahLst/>
              <a:cxnLst/>
              <a:rect l="l" t="t" r="r" b="b"/>
              <a:pathLst>
                <a:path w="1828800" h="1019175">
                  <a:moveTo>
                    <a:pt x="312166" y="812546"/>
                  </a:moveTo>
                  <a:lnTo>
                    <a:pt x="297434" y="791210"/>
                  </a:lnTo>
                  <a:lnTo>
                    <a:pt x="56692" y="956691"/>
                  </a:lnTo>
                  <a:lnTo>
                    <a:pt x="42037" y="935367"/>
                  </a:lnTo>
                  <a:lnTo>
                    <a:pt x="0" y="1011428"/>
                  </a:lnTo>
                  <a:lnTo>
                    <a:pt x="86106" y="999413"/>
                  </a:lnTo>
                  <a:lnTo>
                    <a:pt x="76466" y="985405"/>
                  </a:lnTo>
                  <a:lnTo>
                    <a:pt x="71399" y="978052"/>
                  </a:lnTo>
                  <a:lnTo>
                    <a:pt x="312166" y="812546"/>
                  </a:lnTo>
                  <a:close/>
                </a:path>
                <a:path w="1828800" h="1019175">
                  <a:moveTo>
                    <a:pt x="1295400" y="174371"/>
                  </a:moveTo>
                  <a:lnTo>
                    <a:pt x="1286344" y="164973"/>
                  </a:lnTo>
                  <a:lnTo>
                    <a:pt x="1235075" y="111760"/>
                  </a:lnTo>
                  <a:lnTo>
                    <a:pt x="1226400" y="136271"/>
                  </a:lnTo>
                  <a:lnTo>
                    <a:pt x="842518" y="254"/>
                  </a:lnTo>
                  <a:lnTo>
                    <a:pt x="838200" y="12446"/>
                  </a:lnTo>
                  <a:lnTo>
                    <a:pt x="834390" y="0"/>
                  </a:lnTo>
                  <a:lnTo>
                    <a:pt x="375437" y="139344"/>
                  </a:lnTo>
                  <a:lnTo>
                    <a:pt x="367919" y="114554"/>
                  </a:lnTo>
                  <a:lnTo>
                    <a:pt x="304800" y="174371"/>
                  </a:lnTo>
                  <a:lnTo>
                    <a:pt x="390525" y="188976"/>
                  </a:lnTo>
                  <a:lnTo>
                    <a:pt x="384111" y="167894"/>
                  </a:lnTo>
                  <a:lnTo>
                    <a:pt x="382968" y="164134"/>
                  </a:lnTo>
                  <a:lnTo>
                    <a:pt x="838009" y="26111"/>
                  </a:lnTo>
                  <a:lnTo>
                    <a:pt x="1217777" y="160655"/>
                  </a:lnTo>
                  <a:lnTo>
                    <a:pt x="1209167" y="185039"/>
                  </a:lnTo>
                  <a:lnTo>
                    <a:pt x="1295400" y="174371"/>
                  </a:lnTo>
                  <a:close/>
                </a:path>
                <a:path w="1828800" h="1019175">
                  <a:moveTo>
                    <a:pt x="1828800" y="1011428"/>
                  </a:moveTo>
                  <a:lnTo>
                    <a:pt x="1818322" y="999794"/>
                  </a:lnTo>
                  <a:lnTo>
                    <a:pt x="1770634" y="946835"/>
                  </a:lnTo>
                  <a:lnTo>
                    <a:pt x="1761159" y="970927"/>
                  </a:lnTo>
                  <a:lnTo>
                    <a:pt x="1300099" y="789813"/>
                  </a:lnTo>
                  <a:lnTo>
                    <a:pt x="1295400" y="801878"/>
                  </a:lnTo>
                  <a:lnTo>
                    <a:pt x="1289177" y="790575"/>
                  </a:lnTo>
                  <a:lnTo>
                    <a:pt x="976287" y="962621"/>
                  </a:lnTo>
                  <a:lnTo>
                    <a:pt x="963803" y="939914"/>
                  </a:lnTo>
                  <a:lnTo>
                    <a:pt x="914400" y="1011428"/>
                  </a:lnTo>
                  <a:lnTo>
                    <a:pt x="1001268" y="1008024"/>
                  </a:lnTo>
                  <a:lnTo>
                    <a:pt x="992212" y="991565"/>
                  </a:lnTo>
                  <a:lnTo>
                    <a:pt x="988758" y="985316"/>
                  </a:lnTo>
                  <a:lnTo>
                    <a:pt x="1296263" y="816140"/>
                  </a:lnTo>
                  <a:lnTo>
                    <a:pt x="1751672" y="995045"/>
                  </a:lnTo>
                  <a:lnTo>
                    <a:pt x="1742186" y="1019175"/>
                  </a:lnTo>
                  <a:lnTo>
                    <a:pt x="1828800" y="1011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1225" y="5698998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25"/>
                  </a:lnTo>
                  <a:lnTo>
                    <a:pt x="16129" y="203223"/>
                  </a:lnTo>
                  <a:lnTo>
                    <a:pt x="35408" y="165287"/>
                  </a:lnTo>
                  <a:lnTo>
                    <a:pt x="61376" y="130158"/>
                  </a:lnTo>
                  <a:lnTo>
                    <a:pt x="93446" y="98279"/>
                  </a:lnTo>
                  <a:lnTo>
                    <a:pt x="131028" y="70091"/>
                  </a:lnTo>
                  <a:lnTo>
                    <a:pt x="173533" y="46037"/>
                  </a:lnTo>
                  <a:lnTo>
                    <a:pt x="220372" y="26559"/>
                  </a:lnTo>
                  <a:lnTo>
                    <a:pt x="270955" y="12098"/>
                  </a:lnTo>
                  <a:lnTo>
                    <a:pt x="324694" y="3098"/>
                  </a:lnTo>
                  <a:lnTo>
                    <a:pt x="381000" y="0"/>
                  </a:lnTo>
                  <a:lnTo>
                    <a:pt x="437305" y="3098"/>
                  </a:lnTo>
                  <a:lnTo>
                    <a:pt x="491044" y="12098"/>
                  </a:lnTo>
                  <a:lnTo>
                    <a:pt x="541627" y="26559"/>
                  </a:lnTo>
                  <a:lnTo>
                    <a:pt x="588466" y="46037"/>
                  </a:lnTo>
                  <a:lnTo>
                    <a:pt x="630971" y="70091"/>
                  </a:lnTo>
                  <a:lnTo>
                    <a:pt x="668553" y="98279"/>
                  </a:lnTo>
                  <a:lnTo>
                    <a:pt x="700623" y="130158"/>
                  </a:lnTo>
                  <a:lnTo>
                    <a:pt x="726591" y="165287"/>
                  </a:lnTo>
                  <a:lnTo>
                    <a:pt x="745870" y="203223"/>
                  </a:lnTo>
                  <a:lnTo>
                    <a:pt x="757869" y="243525"/>
                  </a:lnTo>
                  <a:lnTo>
                    <a:pt x="762000" y="285749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499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84621" y="489216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934202" y="412978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29502" y="4892167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79821" y="5806541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8502" y="5806541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26528" y="4245609"/>
            <a:ext cx="1281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10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&lt;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0" dirty="0">
                <a:latin typeface="Tahoma"/>
                <a:cs typeface="Tahoma"/>
              </a:rPr>
              <a:t> right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6528" y="4977510"/>
            <a:ext cx="1153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30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left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6528" y="5709005"/>
            <a:ext cx="1379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25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found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3F50-7AB8-0763-8F5C-934130D0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2E2399-A241-4D3D-9C38-DF2763401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813894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lang="en-US" spc="-35" dirty="0"/>
              <a:t>Recursive </a:t>
            </a:r>
            <a:r>
              <a:rPr spc="-10" dirty="0"/>
              <a:t>Implementation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D2B2BC-9437-A707-4596-7754BF865E84}"/>
              </a:ext>
            </a:extLst>
          </p:cNvPr>
          <p:cNvSpPr txBox="1"/>
          <p:nvPr/>
        </p:nvSpPr>
        <p:spPr>
          <a:xfrm>
            <a:off x="402742" y="1089406"/>
            <a:ext cx="8405216" cy="477951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bool </a:t>
            </a:r>
            <a:r>
              <a:rPr lang="en-US" sz="1800" b="1" dirty="0" err="1">
                <a:solidFill>
                  <a:schemeClr val="tx1"/>
                </a:solidFill>
                <a:latin typeface="Consolas"/>
                <a:cs typeface="Consolas"/>
              </a:rPr>
              <a:t>IntBinaryTree</a:t>
            </a: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::search(</a:t>
            </a:r>
            <a:r>
              <a:rPr lang="en-US" sz="1800" b="1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* nodePtr, int value) const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if (nodePtr == nullptr)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    return false; // Base case: not found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lang="en-US" sz="1800" b="1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if (value == nodePtr-&gt;value)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    return true; // Base case: found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lang="en-US" sz="1800" b="1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else if (value &lt; nodePtr-&gt;value)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    return search(nodePtr-&gt;left, value); // Recurse left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else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        return search(nodePtr-&gt;right, value); // Recurse right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28C2ABC-476F-0C1E-ECE3-B786FAA2B0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11E224A-1BC6-D006-B7C2-88DA7F48C6C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329104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48843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insertion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performed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Any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empty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possible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location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for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5345379"/>
            <a:ext cx="79736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Values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may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inserted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any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depend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25" dirty="0">
                <a:latin typeface="Tahoma"/>
                <a:cs typeface="Tahoma"/>
              </a:rPr>
              <a:t> the </a:t>
            </a:r>
            <a:r>
              <a:rPr sz="2100" dirty="0">
                <a:latin typeface="Tahoma"/>
                <a:cs typeface="Tahoma"/>
              </a:rPr>
              <a:t>surrounding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511551"/>
            <a:ext cx="8589297" cy="21076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156461"/>
            <a:ext cx="5339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values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node?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232641"/>
            <a:ext cx="8589297" cy="21062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61716" y="5007864"/>
            <a:ext cx="223266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 marR="15049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Tahoma"/>
                <a:cs typeface="Tahoma"/>
              </a:rPr>
              <a:t>This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hold </a:t>
            </a:r>
            <a:r>
              <a:rPr sz="1800" dirty="0">
                <a:latin typeface="Tahoma"/>
                <a:cs typeface="Tahoma"/>
              </a:rPr>
              <a:t>48,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49, or</a:t>
            </a:r>
            <a:r>
              <a:rPr sz="1800" spc="-25" dirty="0">
                <a:latin typeface="Tahoma"/>
                <a:cs typeface="Tahoma"/>
              </a:rPr>
              <a:t> 50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74490" y="3788664"/>
            <a:ext cx="1334770" cy="1224280"/>
          </a:xfrm>
          <a:custGeom>
            <a:avLst/>
            <a:gdLst/>
            <a:ahLst/>
            <a:cxnLst/>
            <a:rect l="l" t="t" r="r" b="b"/>
            <a:pathLst>
              <a:path w="1334770" h="1224279">
                <a:moveTo>
                  <a:pt x="1273752" y="46781"/>
                </a:moveTo>
                <a:lnTo>
                  <a:pt x="0" y="1214882"/>
                </a:lnTo>
                <a:lnTo>
                  <a:pt x="8636" y="1224153"/>
                </a:lnTo>
                <a:lnTo>
                  <a:pt x="1282363" y="56201"/>
                </a:lnTo>
                <a:lnTo>
                  <a:pt x="1273752" y="46781"/>
                </a:lnTo>
                <a:close/>
              </a:path>
              <a:path w="1334770" h="1224279">
                <a:moveTo>
                  <a:pt x="1319629" y="38227"/>
                </a:moveTo>
                <a:lnTo>
                  <a:pt x="1283081" y="38227"/>
                </a:lnTo>
                <a:lnTo>
                  <a:pt x="1291717" y="47625"/>
                </a:lnTo>
                <a:lnTo>
                  <a:pt x="1282363" y="56201"/>
                </a:lnTo>
                <a:lnTo>
                  <a:pt x="1303782" y="79629"/>
                </a:lnTo>
                <a:lnTo>
                  <a:pt x="1319629" y="38227"/>
                </a:lnTo>
                <a:close/>
              </a:path>
              <a:path w="1334770" h="1224279">
                <a:moveTo>
                  <a:pt x="1283081" y="38227"/>
                </a:moveTo>
                <a:lnTo>
                  <a:pt x="1273752" y="46781"/>
                </a:lnTo>
                <a:lnTo>
                  <a:pt x="1282363" y="56201"/>
                </a:lnTo>
                <a:lnTo>
                  <a:pt x="1291717" y="47625"/>
                </a:lnTo>
                <a:lnTo>
                  <a:pt x="1283081" y="38227"/>
                </a:lnTo>
                <a:close/>
              </a:path>
              <a:path w="1334770" h="1224279">
                <a:moveTo>
                  <a:pt x="1334262" y="0"/>
                </a:moveTo>
                <a:lnTo>
                  <a:pt x="1252347" y="23368"/>
                </a:lnTo>
                <a:lnTo>
                  <a:pt x="1273752" y="46781"/>
                </a:lnTo>
                <a:lnTo>
                  <a:pt x="1283081" y="38227"/>
                </a:lnTo>
                <a:lnTo>
                  <a:pt x="1319629" y="38227"/>
                </a:lnTo>
                <a:lnTo>
                  <a:pt x="13342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156461"/>
            <a:ext cx="5339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values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node?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511551"/>
            <a:ext cx="8589297" cy="21076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61716" y="5007864"/>
            <a:ext cx="223266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 marR="15049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Tahoma"/>
                <a:cs typeface="Tahoma"/>
              </a:rPr>
              <a:t>This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hold </a:t>
            </a:r>
            <a:r>
              <a:rPr sz="1800" dirty="0">
                <a:latin typeface="Tahoma"/>
                <a:cs typeface="Tahoma"/>
              </a:rPr>
              <a:t>35,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36, 37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38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84120" y="4356227"/>
            <a:ext cx="1696720" cy="657860"/>
          </a:xfrm>
          <a:custGeom>
            <a:avLst/>
            <a:gdLst/>
            <a:ahLst/>
            <a:cxnLst/>
            <a:rect l="l" t="t" r="r" b="b"/>
            <a:pathLst>
              <a:path w="1696720" h="657860">
                <a:moveTo>
                  <a:pt x="73434" y="29641"/>
                </a:moveTo>
                <a:lnTo>
                  <a:pt x="68947" y="41437"/>
                </a:lnTo>
                <a:lnTo>
                  <a:pt x="1692147" y="657860"/>
                </a:lnTo>
                <a:lnTo>
                  <a:pt x="1696720" y="646049"/>
                </a:lnTo>
                <a:lnTo>
                  <a:pt x="73434" y="29641"/>
                </a:lnTo>
                <a:close/>
              </a:path>
              <a:path w="1696720" h="657860">
                <a:moveTo>
                  <a:pt x="84709" y="0"/>
                </a:moveTo>
                <a:lnTo>
                  <a:pt x="0" y="8509"/>
                </a:lnTo>
                <a:lnTo>
                  <a:pt x="57657" y="71120"/>
                </a:lnTo>
                <a:lnTo>
                  <a:pt x="68947" y="41437"/>
                </a:lnTo>
                <a:lnTo>
                  <a:pt x="57150" y="36956"/>
                </a:lnTo>
                <a:lnTo>
                  <a:pt x="61594" y="25146"/>
                </a:lnTo>
                <a:lnTo>
                  <a:pt x="75144" y="25146"/>
                </a:lnTo>
                <a:lnTo>
                  <a:pt x="84709" y="0"/>
                </a:lnTo>
                <a:close/>
              </a:path>
              <a:path w="1696720" h="657860">
                <a:moveTo>
                  <a:pt x="61594" y="25146"/>
                </a:moveTo>
                <a:lnTo>
                  <a:pt x="57150" y="36956"/>
                </a:lnTo>
                <a:lnTo>
                  <a:pt x="68947" y="41437"/>
                </a:lnTo>
                <a:lnTo>
                  <a:pt x="73434" y="29641"/>
                </a:lnTo>
                <a:lnTo>
                  <a:pt x="61594" y="25146"/>
                </a:lnTo>
                <a:close/>
              </a:path>
              <a:path w="1696720" h="657860">
                <a:moveTo>
                  <a:pt x="75144" y="25146"/>
                </a:moveTo>
                <a:lnTo>
                  <a:pt x="61594" y="25146"/>
                </a:lnTo>
                <a:lnTo>
                  <a:pt x="73434" y="29641"/>
                </a:lnTo>
                <a:lnTo>
                  <a:pt x="75144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819390" cy="31718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Like</a:t>
            </a:r>
            <a:r>
              <a:rPr sz="21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find</a:t>
            </a:r>
            <a:r>
              <a:rPr sz="2100" dirty="0">
                <a:latin typeface="Tahoma"/>
                <a:cs typeface="Tahoma"/>
              </a:rPr>
              <a:t>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algorithm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step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through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If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algorithm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find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already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return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The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object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already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binary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search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tree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(</a:t>
            </a: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no</a:t>
            </a:r>
            <a:r>
              <a:rPr sz="1700" spc="-10" dirty="0">
                <a:solidFill>
                  <a:srgbClr val="006FC0"/>
                </a:solidFill>
                <a:latin typeface="Tahoma"/>
                <a:cs typeface="Tahoma"/>
              </a:rPr>
              <a:t> duplicates</a:t>
            </a:r>
            <a:r>
              <a:rPr sz="1700" spc="-10" dirty="0">
                <a:latin typeface="Tahoma"/>
                <a:cs typeface="Tahoma"/>
              </a:rPr>
              <a:t>)</a:t>
            </a:r>
            <a:endParaRPr sz="17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Otherwise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algorithm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arrive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19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empty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inserted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into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location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duplicates?</a:t>
            </a:r>
            <a:endParaRPr sz="210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reality,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seldom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case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where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duplicate 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BST </a:t>
            </a:r>
            <a:r>
              <a:rPr sz="1900" dirty="0">
                <a:latin typeface="Tahoma"/>
                <a:cs typeface="Tahoma"/>
              </a:rPr>
              <a:t>must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stored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separate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entities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46961" y="2185161"/>
            <a:ext cx="2641600" cy="2251710"/>
            <a:chOff x="1346961" y="2185161"/>
            <a:chExt cx="2641600" cy="2251710"/>
          </a:xfrm>
        </p:grpSpPr>
        <p:sp>
          <p:nvSpPr>
            <p:cNvPr id="4" name="object 4"/>
            <p:cNvSpPr/>
            <p:nvPr/>
          </p:nvSpPr>
          <p:spPr>
            <a:xfrm>
              <a:off x="1372361" y="2210561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6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6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6"/>
                  </a:lnTo>
                  <a:lnTo>
                    <a:pt x="757869" y="1957142"/>
                  </a:lnTo>
                  <a:lnTo>
                    <a:pt x="745870" y="1997451"/>
                  </a:lnTo>
                  <a:lnTo>
                    <a:pt x="726591" y="2035390"/>
                  </a:lnTo>
                  <a:lnTo>
                    <a:pt x="700623" y="2070520"/>
                  </a:lnTo>
                  <a:lnTo>
                    <a:pt x="668553" y="2102397"/>
                  </a:lnTo>
                  <a:lnTo>
                    <a:pt x="630971" y="2130581"/>
                  </a:lnTo>
                  <a:lnTo>
                    <a:pt x="588466" y="2154631"/>
                  </a:lnTo>
                  <a:lnTo>
                    <a:pt x="541627" y="2174105"/>
                  </a:lnTo>
                  <a:lnTo>
                    <a:pt x="491044" y="2188561"/>
                  </a:lnTo>
                  <a:lnTo>
                    <a:pt x="437305" y="2197558"/>
                  </a:lnTo>
                  <a:lnTo>
                    <a:pt x="381000" y="2200656"/>
                  </a:lnTo>
                  <a:lnTo>
                    <a:pt x="324694" y="2197558"/>
                  </a:lnTo>
                  <a:lnTo>
                    <a:pt x="270955" y="2188561"/>
                  </a:lnTo>
                  <a:lnTo>
                    <a:pt x="220372" y="2174105"/>
                  </a:lnTo>
                  <a:lnTo>
                    <a:pt x="173533" y="2154631"/>
                  </a:lnTo>
                  <a:lnTo>
                    <a:pt x="131028" y="2130581"/>
                  </a:lnTo>
                  <a:lnTo>
                    <a:pt x="93446" y="2102397"/>
                  </a:lnTo>
                  <a:lnTo>
                    <a:pt x="61376" y="2070520"/>
                  </a:lnTo>
                  <a:lnTo>
                    <a:pt x="35408" y="2035390"/>
                  </a:lnTo>
                  <a:lnTo>
                    <a:pt x="16129" y="1997451"/>
                  </a:lnTo>
                  <a:lnTo>
                    <a:pt x="4130" y="1957142"/>
                  </a:lnTo>
                  <a:lnTo>
                    <a:pt x="0" y="1914906"/>
                  </a:lnTo>
                  <a:close/>
                </a:path>
                <a:path w="2057400" h="2200910">
                  <a:moveTo>
                    <a:pt x="914400" y="1914906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6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6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6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3362" y="2792729"/>
              <a:ext cx="1828800" cy="1030605"/>
            </a:xfrm>
            <a:custGeom>
              <a:avLst/>
              <a:gdLst/>
              <a:ahLst/>
              <a:cxnLst/>
              <a:rect l="l" t="t" r="r" b="b"/>
              <a:pathLst>
                <a:path w="1828800" h="1030604">
                  <a:moveTo>
                    <a:pt x="315595" y="824992"/>
                  </a:moveTo>
                  <a:lnTo>
                    <a:pt x="294005" y="793496"/>
                  </a:lnTo>
                  <a:lnTo>
                    <a:pt x="83400" y="938276"/>
                  </a:lnTo>
                  <a:lnTo>
                    <a:pt x="61849" y="906907"/>
                  </a:lnTo>
                  <a:lnTo>
                    <a:pt x="0" y="1018794"/>
                  </a:lnTo>
                  <a:lnTo>
                    <a:pt x="126619" y="1001141"/>
                  </a:lnTo>
                  <a:lnTo>
                    <a:pt x="112471" y="980567"/>
                  </a:lnTo>
                  <a:lnTo>
                    <a:pt x="105029" y="969746"/>
                  </a:lnTo>
                  <a:lnTo>
                    <a:pt x="315595" y="824992"/>
                  </a:lnTo>
                  <a:close/>
                </a:path>
                <a:path w="1828800" h="1030604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30604">
                  <a:moveTo>
                    <a:pt x="1828800" y="1018794"/>
                  </a:moveTo>
                  <a:lnTo>
                    <a:pt x="1813369" y="1001649"/>
                  </a:lnTo>
                  <a:lnTo>
                    <a:pt x="1743329" y="923798"/>
                  </a:lnTo>
                  <a:lnTo>
                    <a:pt x="1729409" y="959256"/>
                  </a:lnTo>
                  <a:lnTo>
                    <a:pt x="1302385" y="791476"/>
                  </a:lnTo>
                  <a:lnTo>
                    <a:pt x="1295400" y="809256"/>
                  </a:lnTo>
                  <a:lnTo>
                    <a:pt x="1286256" y="792607"/>
                  </a:lnTo>
                  <a:lnTo>
                    <a:pt x="1005357" y="947026"/>
                  </a:lnTo>
                  <a:lnTo>
                    <a:pt x="987044" y="913638"/>
                  </a:lnTo>
                  <a:lnTo>
                    <a:pt x="914400" y="1018794"/>
                  </a:lnTo>
                  <a:lnTo>
                    <a:pt x="1042035" y="1013841"/>
                  </a:lnTo>
                  <a:lnTo>
                    <a:pt x="1028712" y="989584"/>
                  </a:lnTo>
                  <a:lnTo>
                    <a:pt x="1023670" y="980401"/>
                  </a:lnTo>
                  <a:lnTo>
                    <a:pt x="1296606" y="830249"/>
                  </a:lnTo>
                  <a:lnTo>
                    <a:pt x="1715477" y="994714"/>
                  </a:lnTo>
                  <a:lnTo>
                    <a:pt x="1701546" y="1030224"/>
                  </a:lnTo>
                  <a:lnTo>
                    <a:pt x="1828800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1161" y="3839717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49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23669" y="3032505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42" y="1156461"/>
            <a:ext cx="2328545" cy="150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insertNode(20)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1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8929" y="303250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8869" y="3947286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7548" y="3947286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701" y="2538729"/>
            <a:ext cx="2198370" cy="22205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 </a:t>
            </a:r>
            <a:r>
              <a:rPr sz="2400" dirty="0">
                <a:latin typeface="Tahoma"/>
                <a:cs typeface="Tahoma"/>
              </a:rPr>
              <a:t>Insert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7161" y="5563361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285750"/>
                </a:moveTo>
                <a:lnTo>
                  <a:pt x="4130" y="243525"/>
                </a:lnTo>
                <a:lnTo>
                  <a:pt x="16129" y="203223"/>
                </a:lnTo>
                <a:lnTo>
                  <a:pt x="35408" y="165287"/>
                </a:lnTo>
                <a:lnTo>
                  <a:pt x="61376" y="130158"/>
                </a:lnTo>
                <a:lnTo>
                  <a:pt x="93446" y="98279"/>
                </a:lnTo>
                <a:lnTo>
                  <a:pt x="131028" y="70091"/>
                </a:lnTo>
                <a:lnTo>
                  <a:pt x="173533" y="46037"/>
                </a:lnTo>
                <a:lnTo>
                  <a:pt x="220372" y="26559"/>
                </a:lnTo>
                <a:lnTo>
                  <a:pt x="270955" y="12098"/>
                </a:lnTo>
                <a:lnTo>
                  <a:pt x="324694" y="3098"/>
                </a:lnTo>
                <a:lnTo>
                  <a:pt x="381000" y="0"/>
                </a:lnTo>
                <a:lnTo>
                  <a:pt x="437305" y="3098"/>
                </a:lnTo>
                <a:lnTo>
                  <a:pt x="491044" y="12098"/>
                </a:lnTo>
                <a:lnTo>
                  <a:pt x="541627" y="26559"/>
                </a:lnTo>
                <a:lnTo>
                  <a:pt x="588466" y="46037"/>
                </a:lnTo>
                <a:lnTo>
                  <a:pt x="630971" y="70091"/>
                </a:lnTo>
                <a:lnTo>
                  <a:pt x="668553" y="98279"/>
                </a:lnTo>
                <a:lnTo>
                  <a:pt x="700623" y="130158"/>
                </a:lnTo>
                <a:lnTo>
                  <a:pt x="726591" y="165287"/>
                </a:lnTo>
                <a:lnTo>
                  <a:pt x="745870" y="203223"/>
                </a:lnTo>
                <a:lnTo>
                  <a:pt x="757869" y="243525"/>
                </a:lnTo>
                <a:lnTo>
                  <a:pt x="762000" y="285750"/>
                </a:lnTo>
                <a:lnTo>
                  <a:pt x="757869" y="327974"/>
                </a:lnTo>
                <a:lnTo>
                  <a:pt x="745870" y="368276"/>
                </a:lnTo>
                <a:lnTo>
                  <a:pt x="726591" y="406212"/>
                </a:lnTo>
                <a:lnTo>
                  <a:pt x="700623" y="441341"/>
                </a:lnTo>
                <a:lnTo>
                  <a:pt x="668553" y="473220"/>
                </a:lnTo>
                <a:lnTo>
                  <a:pt x="630971" y="501408"/>
                </a:lnTo>
                <a:lnTo>
                  <a:pt x="588466" y="525462"/>
                </a:lnTo>
                <a:lnTo>
                  <a:pt x="541627" y="544940"/>
                </a:lnTo>
                <a:lnTo>
                  <a:pt x="491044" y="559401"/>
                </a:lnTo>
                <a:lnTo>
                  <a:pt x="437305" y="568401"/>
                </a:lnTo>
                <a:lnTo>
                  <a:pt x="381000" y="571500"/>
                </a:lnTo>
                <a:lnTo>
                  <a:pt x="324694" y="568401"/>
                </a:lnTo>
                <a:lnTo>
                  <a:pt x="270955" y="559401"/>
                </a:lnTo>
                <a:lnTo>
                  <a:pt x="220372" y="544940"/>
                </a:lnTo>
                <a:lnTo>
                  <a:pt x="173533" y="525462"/>
                </a:lnTo>
                <a:lnTo>
                  <a:pt x="131028" y="501408"/>
                </a:lnTo>
                <a:lnTo>
                  <a:pt x="93446" y="473220"/>
                </a:lnTo>
                <a:lnTo>
                  <a:pt x="61376" y="441341"/>
                </a:lnTo>
                <a:lnTo>
                  <a:pt x="35408" y="406212"/>
                </a:lnTo>
                <a:lnTo>
                  <a:pt x="16129" y="368276"/>
                </a:lnTo>
                <a:lnTo>
                  <a:pt x="4130" y="327974"/>
                </a:lnTo>
                <a:lnTo>
                  <a:pt x="0" y="285750"/>
                </a:lnTo>
                <a:close/>
              </a:path>
            </a:pathLst>
          </a:custGeom>
          <a:ln w="50292">
            <a:solidFill>
              <a:srgbClr val="006FC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77948" y="567151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20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58161" y="4430903"/>
            <a:ext cx="626745" cy="1104900"/>
          </a:xfrm>
          <a:custGeom>
            <a:avLst/>
            <a:gdLst/>
            <a:ahLst/>
            <a:cxnLst/>
            <a:rect l="l" t="t" r="r" b="b"/>
            <a:pathLst>
              <a:path w="626744" h="1104900">
                <a:moveTo>
                  <a:pt x="592963" y="0"/>
                </a:moveTo>
                <a:lnTo>
                  <a:pt x="574420" y="33274"/>
                </a:lnTo>
                <a:lnTo>
                  <a:pt x="607694" y="51816"/>
                </a:lnTo>
                <a:lnTo>
                  <a:pt x="626237" y="18542"/>
                </a:lnTo>
                <a:lnTo>
                  <a:pt x="592963" y="0"/>
                </a:lnTo>
                <a:close/>
              </a:path>
              <a:path w="626744" h="1104900">
                <a:moveTo>
                  <a:pt x="555879" y="66548"/>
                </a:moveTo>
                <a:lnTo>
                  <a:pt x="537337" y="99822"/>
                </a:lnTo>
                <a:lnTo>
                  <a:pt x="570611" y="118364"/>
                </a:lnTo>
                <a:lnTo>
                  <a:pt x="589152" y="85090"/>
                </a:lnTo>
                <a:lnTo>
                  <a:pt x="555879" y="66548"/>
                </a:lnTo>
                <a:close/>
              </a:path>
              <a:path w="626744" h="1104900">
                <a:moveTo>
                  <a:pt x="518794" y="133223"/>
                </a:moveTo>
                <a:lnTo>
                  <a:pt x="500380" y="166497"/>
                </a:lnTo>
                <a:lnTo>
                  <a:pt x="533654" y="185039"/>
                </a:lnTo>
                <a:lnTo>
                  <a:pt x="552195" y="151638"/>
                </a:lnTo>
                <a:lnTo>
                  <a:pt x="518794" y="133223"/>
                </a:lnTo>
                <a:close/>
              </a:path>
              <a:path w="626744" h="1104900">
                <a:moveTo>
                  <a:pt x="481838" y="199771"/>
                </a:moveTo>
                <a:lnTo>
                  <a:pt x="463295" y="233045"/>
                </a:lnTo>
                <a:lnTo>
                  <a:pt x="496569" y="251587"/>
                </a:lnTo>
                <a:lnTo>
                  <a:pt x="515112" y="218313"/>
                </a:lnTo>
                <a:lnTo>
                  <a:pt x="481838" y="199771"/>
                </a:lnTo>
                <a:close/>
              </a:path>
              <a:path w="626744" h="1104900">
                <a:moveTo>
                  <a:pt x="444754" y="266319"/>
                </a:moveTo>
                <a:lnTo>
                  <a:pt x="426212" y="299593"/>
                </a:lnTo>
                <a:lnTo>
                  <a:pt x="459486" y="318135"/>
                </a:lnTo>
                <a:lnTo>
                  <a:pt x="478027" y="284861"/>
                </a:lnTo>
                <a:lnTo>
                  <a:pt x="444754" y="266319"/>
                </a:lnTo>
                <a:close/>
              </a:path>
              <a:path w="626744" h="1104900">
                <a:moveTo>
                  <a:pt x="407669" y="332867"/>
                </a:moveTo>
                <a:lnTo>
                  <a:pt x="389127" y="366268"/>
                </a:lnTo>
                <a:lnTo>
                  <a:pt x="422401" y="384683"/>
                </a:lnTo>
                <a:lnTo>
                  <a:pt x="440944" y="351409"/>
                </a:lnTo>
                <a:lnTo>
                  <a:pt x="407669" y="332867"/>
                </a:lnTo>
                <a:close/>
              </a:path>
              <a:path w="626744" h="1104900">
                <a:moveTo>
                  <a:pt x="370586" y="399542"/>
                </a:moveTo>
                <a:lnTo>
                  <a:pt x="352044" y="432816"/>
                </a:lnTo>
                <a:lnTo>
                  <a:pt x="385444" y="451358"/>
                </a:lnTo>
                <a:lnTo>
                  <a:pt x="403860" y="418084"/>
                </a:lnTo>
                <a:lnTo>
                  <a:pt x="370586" y="399542"/>
                </a:lnTo>
                <a:close/>
              </a:path>
              <a:path w="626744" h="1104900">
                <a:moveTo>
                  <a:pt x="333629" y="466090"/>
                </a:moveTo>
                <a:lnTo>
                  <a:pt x="315087" y="499364"/>
                </a:lnTo>
                <a:lnTo>
                  <a:pt x="348361" y="517906"/>
                </a:lnTo>
                <a:lnTo>
                  <a:pt x="366902" y="484632"/>
                </a:lnTo>
                <a:lnTo>
                  <a:pt x="333629" y="466090"/>
                </a:lnTo>
                <a:close/>
              </a:path>
              <a:path w="626744" h="1104900">
                <a:moveTo>
                  <a:pt x="296544" y="532638"/>
                </a:moveTo>
                <a:lnTo>
                  <a:pt x="278002" y="565912"/>
                </a:lnTo>
                <a:lnTo>
                  <a:pt x="311276" y="584454"/>
                </a:lnTo>
                <a:lnTo>
                  <a:pt x="329819" y="551180"/>
                </a:lnTo>
                <a:lnTo>
                  <a:pt x="296544" y="532638"/>
                </a:lnTo>
                <a:close/>
              </a:path>
              <a:path w="626744" h="1104900">
                <a:moveTo>
                  <a:pt x="259461" y="599313"/>
                </a:moveTo>
                <a:lnTo>
                  <a:pt x="240919" y="632587"/>
                </a:lnTo>
                <a:lnTo>
                  <a:pt x="274193" y="651129"/>
                </a:lnTo>
                <a:lnTo>
                  <a:pt x="292735" y="617728"/>
                </a:lnTo>
                <a:lnTo>
                  <a:pt x="259461" y="599313"/>
                </a:lnTo>
                <a:close/>
              </a:path>
              <a:path w="626744" h="1104900">
                <a:moveTo>
                  <a:pt x="222376" y="665861"/>
                </a:moveTo>
                <a:lnTo>
                  <a:pt x="203835" y="699135"/>
                </a:lnTo>
                <a:lnTo>
                  <a:pt x="237108" y="717677"/>
                </a:lnTo>
                <a:lnTo>
                  <a:pt x="255650" y="684403"/>
                </a:lnTo>
                <a:lnTo>
                  <a:pt x="222376" y="665861"/>
                </a:lnTo>
                <a:close/>
              </a:path>
              <a:path w="626744" h="1104900">
                <a:moveTo>
                  <a:pt x="185293" y="732409"/>
                </a:moveTo>
                <a:lnTo>
                  <a:pt x="166877" y="765683"/>
                </a:lnTo>
                <a:lnTo>
                  <a:pt x="200151" y="784225"/>
                </a:lnTo>
                <a:lnTo>
                  <a:pt x="218694" y="750951"/>
                </a:lnTo>
                <a:lnTo>
                  <a:pt x="185293" y="732409"/>
                </a:lnTo>
                <a:close/>
              </a:path>
              <a:path w="626744" h="1104900">
                <a:moveTo>
                  <a:pt x="148336" y="798957"/>
                </a:moveTo>
                <a:lnTo>
                  <a:pt x="129793" y="832358"/>
                </a:lnTo>
                <a:lnTo>
                  <a:pt x="163068" y="850773"/>
                </a:lnTo>
                <a:lnTo>
                  <a:pt x="181610" y="817499"/>
                </a:lnTo>
                <a:lnTo>
                  <a:pt x="148336" y="798957"/>
                </a:lnTo>
                <a:close/>
              </a:path>
              <a:path w="626744" h="1104900">
                <a:moveTo>
                  <a:pt x="111251" y="865632"/>
                </a:moveTo>
                <a:lnTo>
                  <a:pt x="92710" y="898906"/>
                </a:lnTo>
                <a:lnTo>
                  <a:pt x="125983" y="917448"/>
                </a:lnTo>
                <a:lnTo>
                  <a:pt x="144525" y="884174"/>
                </a:lnTo>
                <a:lnTo>
                  <a:pt x="111251" y="865632"/>
                </a:lnTo>
                <a:close/>
              </a:path>
              <a:path w="626744" h="1104900">
                <a:moveTo>
                  <a:pt x="5587" y="977011"/>
                </a:moveTo>
                <a:lnTo>
                  <a:pt x="0" y="1104646"/>
                </a:lnTo>
                <a:lnTo>
                  <a:pt x="105537" y="1032510"/>
                </a:lnTo>
                <a:lnTo>
                  <a:pt x="102334" y="1030732"/>
                </a:lnTo>
                <a:lnTo>
                  <a:pt x="62992" y="1030732"/>
                </a:lnTo>
                <a:lnTo>
                  <a:pt x="29718" y="1012190"/>
                </a:lnTo>
                <a:lnTo>
                  <a:pt x="37083" y="998728"/>
                </a:lnTo>
                <a:lnTo>
                  <a:pt x="44698" y="998728"/>
                </a:lnTo>
                <a:lnTo>
                  <a:pt x="5587" y="977011"/>
                </a:lnTo>
                <a:close/>
              </a:path>
              <a:path w="626744" h="1104900">
                <a:moveTo>
                  <a:pt x="37083" y="998728"/>
                </a:moveTo>
                <a:lnTo>
                  <a:pt x="29718" y="1012190"/>
                </a:lnTo>
                <a:lnTo>
                  <a:pt x="62992" y="1030732"/>
                </a:lnTo>
                <a:lnTo>
                  <a:pt x="70357" y="1017270"/>
                </a:lnTo>
                <a:lnTo>
                  <a:pt x="37083" y="998728"/>
                </a:lnTo>
                <a:close/>
              </a:path>
              <a:path w="626744" h="1104900">
                <a:moveTo>
                  <a:pt x="44698" y="998728"/>
                </a:moveTo>
                <a:lnTo>
                  <a:pt x="37083" y="998728"/>
                </a:lnTo>
                <a:lnTo>
                  <a:pt x="70357" y="1017270"/>
                </a:lnTo>
                <a:lnTo>
                  <a:pt x="62992" y="1030732"/>
                </a:lnTo>
                <a:lnTo>
                  <a:pt x="102334" y="1030732"/>
                </a:lnTo>
                <a:lnTo>
                  <a:pt x="44698" y="998728"/>
                </a:lnTo>
                <a:close/>
              </a:path>
              <a:path w="626744" h="1104900">
                <a:moveTo>
                  <a:pt x="74168" y="932180"/>
                </a:moveTo>
                <a:lnTo>
                  <a:pt x="55625" y="965454"/>
                </a:lnTo>
                <a:lnTo>
                  <a:pt x="88900" y="983996"/>
                </a:lnTo>
                <a:lnTo>
                  <a:pt x="107442" y="950722"/>
                </a:lnTo>
                <a:lnTo>
                  <a:pt x="74168" y="932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BST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02742" y="6441387"/>
            <a:ext cx="1301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42" y="1133602"/>
            <a:ext cx="7566659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nsolas"/>
                <a:cs typeface="Consolas"/>
              </a:rPr>
              <a:t>void</a:t>
            </a:r>
            <a:r>
              <a:rPr sz="1500" spc="-40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IntBinaryTree::</a:t>
            </a:r>
            <a:r>
              <a:rPr sz="1500" b="1" spc="-10" dirty="0">
                <a:solidFill>
                  <a:srgbClr val="006FC0"/>
                </a:solidFill>
                <a:latin typeface="Consolas"/>
                <a:cs typeface="Consolas"/>
              </a:rPr>
              <a:t>insertNode</a:t>
            </a:r>
            <a:r>
              <a:rPr sz="1500" spc="-10" dirty="0">
                <a:latin typeface="Consolas"/>
                <a:cs typeface="Consolas"/>
              </a:rPr>
              <a:t>(int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num)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500">
              <a:latin typeface="Consolas"/>
              <a:cs typeface="Consolas"/>
            </a:endParaRPr>
          </a:p>
          <a:p>
            <a:pPr marL="327660" marR="1576705">
              <a:lnSpc>
                <a:spcPct val="100000"/>
              </a:lnSpc>
            </a:pPr>
            <a:r>
              <a:rPr sz="1500" dirty="0">
                <a:latin typeface="Consolas"/>
                <a:cs typeface="Consolas"/>
              </a:rPr>
              <a:t>TreeNode*</a:t>
            </a:r>
            <a:r>
              <a:rPr sz="1500" spc="-6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newNode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5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new</a:t>
            </a:r>
            <a:r>
              <a:rPr sz="1500" spc="-5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TreeNode;</a:t>
            </a:r>
            <a:r>
              <a:rPr sz="1500" spc="-5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Create</a:t>
            </a:r>
            <a:r>
              <a:rPr sz="1500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new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node </a:t>
            </a: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&gt;value = </a:t>
            </a:r>
            <a:r>
              <a:rPr sz="1500" spc="-20" dirty="0">
                <a:latin typeface="Consolas"/>
                <a:cs typeface="Consolas"/>
              </a:rPr>
              <a:t>num;</a:t>
            </a:r>
            <a:endParaRPr sz="150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</a:pP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&gt;left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&gt;right</a:t>
            </a:r>
            <a:r>
              <a:rPr sz="1500" spc="-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10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NULL;</a:t>
            </a:r>
            <a:endParaRPr sz="1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50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tabLst>
                <a:tab pos="1583055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(!root)</a:t>
            </a:r>
            <a:r>
              <a:rPr sz="1500" dirty="0">
                <a:latin typeface="Consolas"/>
                <a:cs typeface="Consolas"/>
              </a:rPr>
              <a:t>	root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newNode;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If</a:t>
            </a:r>
            <a:r>
              <a:rPr sz="15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5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empty.</a:t>
            </a:r>
            <a:endParaRPr sz="150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spcBef>
                <a:spcPts val="365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40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empty</a:t>
            </a:r>
            <a:endParaRPr sz="150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</a:pPr>
            <a:r>
              <a:rPr sz="1500" dirty="0">
                <a:latin typeface="Consolas"/>
                <a:cs typeface="Consolas"/>
              </a:rPr>
              <a:t>TreeNode*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nodePtr</a:t>
            </a:r>
            <a:r>
              <a:rPr sz="1500" spc="-5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root;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create</a:t>
            </a:r>
            <a:r>
              <a:rPr sz="1500" spc="-6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500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500" spc="-6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traverse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5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endParaRPr sz="150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  <a:spcBef>
                <a:spcPts val="360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true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)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spcBef>
                <a:spcPts val="360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(num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&lt;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&gt;value)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5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500">
              <a:latin typeface="Consolas"/>
              <a:cs typeface="Consolas"/>
            </a:endParaRPr>
          </a:p>
          <a:p>
            <a:pPr marL="1271270">
              <a:lnSpc>
                <a:spcPct val="100000"/>
              </a:lnSpc>
              <a:spcBef>
                <a:spcPts val="360"/>
              </a:spcBef>
              <a:tabLst>
                <a:tab pos="3364865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(nodePtr-&gt;left)</a:t>
            </a:r>
            <a:r>
              <a:rPr sz="1500" dirty="0">
                <a:latin typeface="Consolas"/>
                <a:cs typeface="Consolas"/>
              </a:rPr>
              <a:t>	{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nodePtr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&gt;left;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1271270">
              <a:lnSpc>
                <a:spcPct val="100000"/>
              </a:lnSpc>
              <a:tabLst>
                <a:tab pos="556514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&gt;left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newNode;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return;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spcBef>
                <a:spcPts val="360"/>
              </a:spcBef>
              <a:tabLst>
                <a:tab pos="451612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(num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&gt;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&gt;value)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500">
              <a:latin typeface="Consolas"/>
              <a:cs typeface="Consolas"/>
            </a:endParaRPr>
          </a:p>
          <a:p>
            <a:pPr marL="1271270" marR="1261110">
              <a:lnSpc>
                <a:spcPct val="100000"/>
              </a:lnSpc>
              <a:spcBef>
                <a:spcPts val="360"/>
              </a:spcBef>
              <a:tabLst>
                <a:tab pos="1898650" algn="l"/>
                <a:tab pos="2213610" algn="l"/>
                <a:tab pos="3679825" algn="l"/>
                <a:tab pos="5146040" algn="l"/>
              </a:tabLst>
            </a:pPr>
            <a:r>
              <a:rPr sz="1500" dirty="0">
                <a:latin typeface="Consolas"/>
                <a:cs typeface="Consolas"/>
              </a:rPr>
              <a:t>if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(nodePtr-&gt;right)</a:t>
            </a:r>
            <a:r>
              <a:rPr sz="1500" dirty="0">
                <a:latin typeface="Consolas"/>
                <a:cs typeface="Consolas"/>
              </a:rPr>
              <a:t>	nodePtr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spc="-10" dirty="0">
                <a:latin typeface="Consolas"/>
                <a:cs typeface="Consolas"/>
              </a:rPr>
              <a:t>&gt;right; </a:t>
            </a:r>
            <a:r>
              <a:rPr sz="1500" spc="-20" dirty="0">
                <a:latin typeface="Consolas"/>
                <a:cs typeface="Consolas"/>
              </a:rPr>
              <a:t>else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&gt;right = </a:t>
            </a:r>
            <a:r>
              <a:rPr sz="1500" spc="-10" dirty="0">
                <a:latin typeface="Consolas"/>
                <a:cs typeface="Consolas"/>
              </a:rPr>
              <a:t>newNode;</a:t>
            </a:r>
            <a:r>
              <a:rPr sz="1500" dirty="0">
                <a:latin typeface="Consolas"/>
                <a:cs typeface="Consolas"/>
              </a:rPr>
              <a:t>	return;</a:t>
            </a:r>
            <a:r>
              <a:rPr sz="1500" spc="-85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tabLst>
                <a:tab pos="179451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cout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&lt;&lt;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"Duplicate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value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found</a:t>
            </a:r>
            <a:r>
              <a:rPr sz="1500" spc="-2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in</a:t>
            </a:r>
            <a:r>
              <a:rPr sz="1500" spc="-2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tree.\n";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break;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  <a:spcBef>
                <a:spcPts val="5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spcBef>
                <a:spcPts val="359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3B9F-9E01-CF9D-A263-33E960D9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1D8DA0-CA2A-B97C-0A19-69E7AFBAC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828436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BST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lang="en-US" spc="-45" dirty="0"/>
              <a:t>Recursive </a:t>
            </a:r>
            <a:r>
              <a:rPr spc="-10" dirty="0"/>
              <a:t>Implementation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3EC83C-16E2-A7D0-6F5E-F9D0297922A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8EBF8EE-0CCD-6465-74CE-5064EC6789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24B0D29-A806-AB9C-3F75-3BBA0D1C12A7}"/>
              </a:ext>
            </a:extLst>
          </p:cNvPr>
          <p:cNvSpPr txBox="1"/>
          <p:nvPr/>
        </p:nvSpPr>
        <p:spPr>
          <a:xfrm>
            <a:off x="402742" y="6441387"/>
            <a:ext cx="1301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D2BB77-3841-BFC0-1EFA-59D50CF90C7A}"/>
              </a:ext>
            </a:extLst>
          </p:cNvPr>
          <p:cNvSpPr txBox="1"/>
          <p:nvPr/>
        </p:nvSpPr>
        <p:spPr>
          <a:xfrm>
            <a:off x="402742" y="1133602"/>
            <a:ext cx="7566659" cy="4873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void 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IntBinaryTree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::insert(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*&amp; nodePtr, int 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if (nodePtr == nullptr)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 = new 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nodePtr-&gt;value = value;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nodePtr-&gt;left = nullptr;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nodePtr-&gt;right = nullptr;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if (value &lt; nodePtr-&gt;value)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insert(nodePtr-&gt;left, value);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if (value &gt; nodePtr-&gt;value)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insert(nodePtr-&gt;right, value);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cout &lt;&lt; "Duplicate value ignored" &lt;&lt; endl;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268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4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5287645" cy="114236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Insertion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may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unbalance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possible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construct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degenerate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BST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example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equivalent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linked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list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0848" y="2270955"/>
            <a:ext cx="3469801" cy="45484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811847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these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data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Resultant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depends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which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inserted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54" y="2338221"/>
            <a:ext cx="7780574" cy="43226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4179-CF33-8568-34CD-E29E1C2D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5413F1-4C9B-1120-DC80-EA9C275694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50" dirty="0"/>
              <a:t> </a:t>
            </a:r>
            <a:r>
              <a:rPr spc="-25" dirty="0"/>
              <a:t>(</a:t>
            </a:r>
            <a:r>
              <a:rPr lang="en-US" spc="-25" dirty="0"/>
              <a:t>3</a:t>
            </a:r>
            <a:r>
              <a:rPr spc="-25" dirty="0"/>
              <a:t>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6606BB-C51F-4CA1-618E-F8020C2F6254}"/>
              </a:ext>
            </a:extLst>
          </p:cNvPr>
          <p:cNvSpPr txBox="1"/>
          <p:nvPr/>
        </p:nvSpPr>
        <p:spPr>
          <a:xfrm>
            <a:off x="402742" y="1090631"/>
            <a:ext cx="8118475" cy="111504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these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data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Resultant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depends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which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inserted</a:t>
            </a:r>
            <a:endParaRPr lang="en-US" sz="1900" spc="-1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lang="en-US" sz="1900" spc="-50" dirty="0">
                <a:latin typeface="Tahoma"/>
                <a:cs typeface="Tahoma"/>
              </a:rPr>
              <a:t>–</a:t>
            </a:r>
            <a:r>
              <a:rPr lang="en-US" sz="1900" spc="-10" dirty="0">
                <a:latin typeface="Tahoma"/>
                <a:cs typeface="Tahoma"/>
              </a:rPr>
              <a:t>  What is the best way to ensure we create a height-balanced tree?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C582E38-5836-0D0D-EC16-C9B691132A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54" y="2338221"/>
            <a:ext cx="7780574" cy="432261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AEE9524-F41E-7819-C388-51D3E72DC3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74F530-6F9A-6264-B63E-C147498BC9D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109868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60" dirty="0"/>
              <a:t> </a:t>
            </a:r>
            <a:r>
              <a:rPr dirty="0"/>
              <a:t>BST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55835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This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program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builds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binary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with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5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nodes.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SearchNode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function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determines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if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3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tree.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#include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&lt;iostream.h&gt;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2123058"/>
            <a:ext cx="2917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#include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"IntBinaryTree.h“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2610738"/>
            <a:ext cx="25831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main(void)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4572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3586353"/>
            <a:ext cx="5473065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1783714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"Inserting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600" dirty="0">
              <a:latin typeface="Consolas"/>
              <a:cs typeface="Consolas"/>
            </a:endParaRPr>
          </a:p>
          <a:p>
            <a:pPr marL="4572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nsolas"/>
                <a:cs typeface="Consolas"/>
              </a:rPr>
              <a:t>if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(tree.searchNode(3))</a:t>
            </a:r>
            <a:endParaRPr sz="1600" dirty="0">
              <a:latin typeface="Consolas"/>
              <a:cs typeface="Consolas"/>
            </a:endParaRPr>
          </a:p>
          <a:p>
            <a:pPr marL="457200" marR="560705" indent="4445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"3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is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found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tree.\n"; </a:t>
            </a:r>
            <a:r>
              <a:rPr sz="1600" spc="-20" dirty="0">
                <a:latin typeface="Consolas"/>
                <a:cs typeface="Consolas"/>
              </a:rPr>
              <a:t>else</a:t>
            </a:r>
            <a:endParaRPr sz="1600" dirty="0">
              <a:latin typeface="Consolas"/>
              <a:cs typeface="Consolas"/>
            </a:endParaRPr>
          </a:p>
          <a:p>
            <a:pPr marL="90233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"3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was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found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tree.\n";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1640" y="2001011"/>
            <a:ext cx="2794000" cy="929640"/>
            <a:chOff x="5501640" y="2001011"/>
            <a:chExt cx="2794000" cy="929640"/>
          </a:xfrm>
        </p:grpSpPr>
        <p:sp>
          <p:nvSpPr>
            <p:cNvPr id="8" name="object 8"/>
            <p:cNvSpPr/>
            <p:nvPr/>
          </p:nvSpPr>
          <p:spPr>
            <a:xfrm>
              <a:off x="8136128" y="2771647"/>
              <a:ext cx="153035" cy="153035"/>
            </a:xfrm>
            <a:custGeom>
              <a:avLst/>
              <a:gdLst/>
              <a:ahLst/>
              <a:cxnLst/>
              <a:rect l="l" t="t" r="r" b="b"/>
              <a:pathLst>
                <a:path w="153034" h="153035">
                  <a:moveTo>
                    <a:pt x="152907" y="0"/>
                  </a:moveTo>
                  <a:lnTo>
                    <a:pt x="30606" y="30606"/>
                  </a:lnTo>
                  <a:lnTo>
                    <a:pt x="0" y="152907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7736" y="2007107"/>
              <a:ext cx="2781300" cy="917575"/>
            </a:xfrm>
            <a:custGeom>
              <a:avLst/>
              <a:gdLst/>
              <a:ahLst/>
              <a:cxnLst/>
              <a:rect l="l" t="t" r="r" b="b"/>
              <a:pathLst>
                <a:path w="2781300" h="917575">
                  <a:moveTo>
                    <a:pt x="2628391" y="917447"/>
                  </a:moveTo>
                  <a:lnTo>
                    <a:pt x="2658998" y="795146"/>
                  </a:lnTo>
                  <a:lnTo>
                    <a:pt x="2781299" y="764539"/>
                  </a:lnTo>
                  <a:lnTo>
                    <a:pt x="2628391" y="917447"/>
                  </a:lnTo>
                  <a:lnTo>
                    <a:pt x="0" y="917447"/>
                  </a:lnTo>
                  <a:lnTo>
                    <a:pt x="0" y="0"/>
                  </a:lnTo>
                  <a:lnTo>
                    <a:pt x="2781299" y="0"/>
                  </a:lnTo>
                  <a:lnTo>
                    <a:pt x="2781299" y="764539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87746" y="1964182"/>
            <a:ext cx="2208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3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found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60" dirty="0"/>
              <a:t> </a:t>
            </a:r>
            <a:r>
              <a:rPr dirty="0"/>
              <a:t>BST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619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Structure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built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program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14" y="1845564"/>
            <a:ext cx="4157414" cy="4286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212330" cy="183768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being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erased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always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going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three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possible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scenarios: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node,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exactly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or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two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(it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full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node)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3479291"/>
            <a:ext cx="800557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5399405" cy="22225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easy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parent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Set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pointer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links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0" dirty="0">
                <a:latin typeface="Tahoma"/>
                <a:cs typeface="Tahoma"/>
              </a:rPr>
              <a:t> NULL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node’s</a:t>
            </a:r>
            <a:r>
              <a:rPr sz="1900" spc="-10" dirty="0">
                <a:latin typeface="Tahoma"/>
                <a:cs typeface="Tahoma"/>
              </a:rPr>
              <a:t> memory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25</a:t>
            </a:r>
            <a:endParaRPr sz="2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6531" y="3692652"/>
            <a:ext cx="2641600" cy="2251075"/>
            <a:chOff x="446531" y="3692652"/>
            <a:chExt cx="2641600" cy="2251075"/>
          </a:xfrm>
        </p:grpSpPr>
        <p:sp>
          <p:nvSpPr>
            <p:cNvPr id="5" name="object 5"/>
            <p:cNvSpPr/>
            <p:nvPr/>
          </p:nvSpPr>
          <p:spPr>
            <a:xfrm>
              <a:off x="471677" y="3717798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199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199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199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6"/>
                  </a:moveTo>
                  <a:lnTo>
                    <a:pt x="308930" y="1034469"/>
                  </a:lnTo>
                  <a:lnTo>
                    <a:pt x="320930" y="994160"/>
                  </a:lnTo>
                  <a:lnTo>
                    <a:pt x="340210" y="956221"/>
                  </a:lnTo>
                  <a:lnTo>
                    <a:pt x="366179" y="921091"/>
                  </a:lnTo>
                  <a:lnTo>
                    <a:pt x="398250" y="889214"/>
                  </a:lnTo>
                  <a:lnTo>
                    <a:pt x="435833" y="861030"/>
                  </a:lnTo>
                  <a:lnTo>
                    <a:pt x="478338" y="836980"/>
                  </a:lnTo>
                  <a:lnTo>
                    <a:pt x="525177" y="817506"/>
                  </a:lnTo>
                  <a:lnTo>
                    <a:pt x="575760" y="803050"/>
                  </a:lnTo>
                  <a:lnTo>
                    <a:pt x="629497" y="794053"/>
                  </a:lnTo>
                  <a:lnTo>
                    <a:pt x="685800" y="790956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6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6"/>
                  </a:lnTo>
                  <a:lnTo>
                    <a:pt x="629497" y="1359358"/>
                  </a:lnTo>
                  <a:lnTo>
                    <a:pt x="575760" y="1350361"/>
                  </a:lnTo>
                  <a:lnTo>
                    <a:pt x="525177" y="1335905"/>
                  </a:lnTo>
                  <a:lnTo>
                    <a:pt x="478338" y="1316431"/>
                  </a:lnTo>
                  <a:lnTo>
                    <a:pt x="435833" y="1292381"/>
                  </a:lnTo>
                  <a:lnTo>
                    <a:pt x="398250" y="1264197"/>
                  </a:lnTo>
                  <a:lnTo>
                    <a:pt x="366179" y="1232320"/>
                  </a:lnTo>
                  <a:lnTo>
                    <a:pt x="340210" y="1197190"/>
                  </a:lnTo>
                  <a:lnTo>
                    <a:pt x="320930" y="1159251"/>
                  </a:lnTo>
                  <a:lnTo>
                    <a:pt x="308930" y="1118942"/>
                  </a:lnTo>
                  <a:lnTo>
                    <a:pt x="304800" y="1076706"/>
                  </a:lnTo>
                  <a:close/>
                </a:path>
                <a:path w="2057400" h="2200910">
                  <a:moveTo>
                    <a:pt x="1295399" y="1076706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6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6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6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399" y="1076706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30" y="1832360"/>
                  </a:lnTo>
                  <a:lnTo>
                    <a:pt x="35410" y="1794421"/>
                  </a:lnTo>
                  <a:lnTo>
                    <a:pt x="61379" y="1759291"/>
                  </a:lnTo>
                  <a:lnTo>
                    <a:pt x="93450" y="1727414"/>
                  </a:lnTo>
                  <a:lnTo>
                    <a:pt x="131033" y="1699230"/>
                  </a:lnTo>
                  <a:lnTo>
                    <a:pt x="173538" y="1675180"/>
                  </a:lnTo>
                  <a:lnTo>
                    <a:pt x="220377" y="1655706"/>
                  </a:lnTo>
                  <a:lnTo>
                    <a:pt x="270960" y="1641250"/>
                  </a:lnTo>
                  <a:lnTo>
                    <a:pt x="324697" y="1632253"/>
                  </a:lnTo>
                  <a:lnTo>
                    <a:pt x="381000" y="1629155"/>
                  </a:lnTo>
                  <a:lnTo>
                    <a:pt x="437302" y="1632253"/>
                  </a:lnTo>
                  <a:lnTo>
                    <a:pt x="491039" y="1641250"/>
                  </a:lnTo>
                  <a:lnTo>
                    <a:pt x="541622" y="1655706"/>
                  </a:lnTo>
                  <a:lnTo>
                    <a:pt x="588461" y="1675180"/>
                  </a:lnTo>
                  <a:lnTo>
                    <a:pt x="630966" y="1699230"/>
                  </a:lnTo>
                  <a:lnTo>
                    <a:pt x="668549" y="1727414"/>
                  </a:lnTo>
                  <a:lnTo>
                    <a:pt x="700620" y="1759291"/>
                  </a:lnTo>
                  <a:lnTo>
                    <a:pt x="726589" y="1794421"/>
                  </a:lnTo>
                  <a:lnTo>
                    <a:pt x="745869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69" y="1997432"/>
                  </a:lnTo>
                  <a:lnTo>
                    <a:pt x="726589" y="2035368"/>
                  </a:lnTo>
                  <a:lnTo>
                    <a:pt x="700620" y="2070497"/>
                  </a:lnTo>
                  <a:lnTo>
                    <a:pt x="668549" y="2102376"/>
                  </a:lnTo>
                  <a:lnTo>
                    <a:pt x="630966" y="2130564"/>
                  </a:lnTo>
                  <a:lnTo>
                    <a:pt x="588461" y="2154618"/>
                  </a:lnTo>
                  <a:lnTo>
                    <a:pt x="541622" y="2174096"/>
                  </a:lnTo>
                  <a:lnTo>
                    <a:pt x="491039" y="2188557"/>
                  </a:lnTo>
                  <a:lnTo>
                    <a:pt x="437302" y="2197557"/>
                  </a:lnTo>
                  <a:lnTo>
                    <a:pt x="381000" y="2200655"/>
                  </a:lnTo>
                  <a:lnTo>
                    <a:pt x="324697" y="2197557"/>
                  </a:lnTo>
                  <a:lnTo>
                    <a:pt x="270960" y="2188557"/>
                  </a:lnTo>
                  <a:lnTo>
                    <a:pt x="220377" y="2174096"/>
                  </a:lnTo>
                  <a:lnTo>
                    <a:pt x="173538" y="2154618"/>
                  </a:lnTo>
                  <a:lnTo>
                    <a:pt x="131033" y="2130564"/>
                  </a:lnTo>
                  <a:lnTo>
                    <a:pt x="93450" y="2102376"/>
                  </a:lnTo>
                  <a:lnTo>
                    <a:pt x="61379" y="2070497"/>
                  </a:lnTo>
                  <a:lnTo>
                    <a:pt x="35410" y="2035368"/>
                  </a:lnTo>
                  <a:lnTo>
                    <a:pt x="16130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399" y="1629155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5"/>
                  </a:lnTo>
                  <a:lnTo>
                    <a:pt x="1672269" y="1957130"/>
                  </a:lnTo>
                  <a:lnTo>
                    <a:pt x="1660270" y="1997432"/>
                  </a:lnTo>
                  <a:lnTo>
                    <a:pt x="1640991" y="2035368"/>
                  </a:lnTo>
                  <a:lnTo>
                    <a:pt x="1615023" y="2070497"/>
                  </a:lnTo>
                  <a:lnTo>
                    <a:pt x="1582953" y="2102376"/>
                  </a:lnTo>
                  <a:lnTo>
                    <a:pt x="1545371" y="2130564"/>
                  </a:lnTo>
                  <a:lnTo>
                    <a:pt x="1502866" y="2154618"/>
                  </a:lnTo>
                  <a:lnTo>
                    <a:pt x="1456027" y="2174096"/>
                  </a:lnTo>
                  <a:lnTo>
                    <a:pt x="1405444" y="2188557"/>
                  </a:lnTo>
                  <a:lnTo>
                    <a:pt x="1351705" y="2197557"/>
                  </a:lnTo>
                  <a:lnTo>
                    <a:pt x="1295399" y="2200655"/>
                  </a:lnTo>
                  <a:lnTo>
                    <a:pt x="1239094" y="2197557"/>
                  </a:lnTo>
                  <a:lnTo>
                    <a:pt x="1185355" y="2188557"/>
                  </a:lnTo>
                  <a:lnTo>
                    <a:pt x="1134772" y="2174096"/>
                  </a:lnTo>
                  <a:lnTo>
                    <a:pt x="1087933" y="2154618"/>
                  </a:lnTo>
                  <a:lnTo>
                    <a:pt x="1045428" y="2130564"/>
                  </a:lnTo>
                  <a:lnTo>
                    <a:pt x="1007846" y="2102376"/>
                  </a:lnTo>
                  <a:lnTo>
                    <a:pt x="975776" y="2070497"/>
                  </a:lnTo>
                  <a:lnTo>
                    <a:pt x="949808" y="2035368"/>
                  </a:lnTo>
                  <a:lnTo>
                    <a:pt x="930529" y="1997432"/>
                  </a:lnTo>
                  <a:lnTo>
                    <a:pt x="918530" y="1957130"/>
                  </a:lnTo>
                  <a:lnTo>
                    <a:pt x="91440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2678" y="4299966"/>
              <a:ext cx="1828800" cy="1028700"/>
            </a:xfrm>
            <a:custGeom>
              <a:avLst/>
              <a:gdLst/>
              <a:ahLst/>
              <a:cxnLst/>
              <a:rect l="l" t="t" r="r" b="b"/>
              <a:pathLst>
                <a:path w="1828800" h="1028700">
                  <a:moveTo>
                    <a:pt x="315595" y="823468"/>
                  </a:moveTo>
                  <a:lnTo>
                    <a:pt x="294005" y="791972"/>
                  </a:lnTo>
                  <a:lnTo>
                    <a:pt x="83375" y="936777"/>
                  </a:lnTo>
                  <a:lnTo>
                    <a:pt x="61810" y="905383"/>
                  </a:lnTo>
                  <a:lnTo>
                    <a:pt x="0" y="1017270"/>
                  </a:lnTo>
                  <a:lnTo>
                    <a:pt x="126568" y="999617"/>
                  </a:lnTo>
                  <a:lnTo>
                    <a:pt x="112420" y="979043"/>
                  </a:lnTo>
                  <a:lnTo>
                    <a:pt x="104990" y="968248"/>
                  </a:lnTo>
                  <a:lnTo>
                    <a:pt x="315595" y="823468"/>
                  </a:lnTo>
                  <a:close/>
                </a:path>
                <a:path w="1828800" h="1028700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47" y="128828"/>
                  </a:lnTo>
                  <a:lnTo>
                    <a:pt x="397573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98" y="170815"/>
                  </a:lnTo>
                  <a:lnTo>
                    <a:pt x="419722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28700">
                  <a:moveTo>
                    <a:pt x="1828800" y="1017270"/>
                  </a:moveTo>
                  <a:lnTo>
                    <a:pt x="1813369" y="1000125"/>
                  </a:lnTo>
                  <a:lnTo>
                    <a:pt x="1743329" y="922274"/>
                  </a:lnTo>
                  <a:lnTo>
                    <a:pt x="1729409" y="957732"/>
                  </a:lnTo>
                  <a:lnTo>
                    <a:pt x="1302385" y="789940"/>
                  </a:lnTo>
                  <a:lnTo>
                    <a:pt x="1295400" y="807720"/>
                  </a:lnTo>
                  <a:lnTo>
                    <a:pt x="1286256" y="791083"/>
                  </a:lnTo>
                  <a:lnTo>
                    <a:pt x="1005357" y="945502"/>
                  </a:lnTo>
                  <a:lnTo>
                    <a:pt x="987044" y="912114"/>
                  </a:lnTo>
                  <a:lnTo>
                    <a:pt x="914400" y="1017270"/>
                  </a:lnTo>
                  <a:lnTo>
                    <a:pt x="1042035" y="1012317"/>
                  </a:lnTo>
                  <a:lnTo>
                    <a:pt x="1028712" y="988060"/>
                  </a:lnTo>
                  <a:lnTo>
                    <a:pt x="1023670" y="978877"/>
                  </a:lnTo>
                  <a:lnTo>
                    <a:pt x="1296606" y="828725"/>
                  </a:lnTo>
                  <a:lnTo>
                    <a:pt x="1715477" y="993190"/>
                  </a:lnTo>
                  <a:lnTo>
                    <a:pt x="1701546" y="1028700"/>
                  </a:lnTo>
                  <a:lnTo>
                    <a:pt x="1828800" y="1017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0477" y="534695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500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3315" y="454012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2946" y="377743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8245" y="454012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515" y="5454192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7246" y="5454192"/>
            <a:ext cx="1310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1345" y="3823842"/>
            <a:ext cx="211264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delete</a:t>
            </a:r>
            <a:endParaRPr sz="24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85078" y="3692397"/>
            <a:ext cx="2641600" cy="2251710"/>
            <a:chOff x="6085078" y="3692397"/>
            <a:chExt cx="2641600" cy="2251710"/>
          </a:xfrm>
        </p:grpSpPr>
        <p:sp>
          <p:nvSpPr>
            <p:cNvPr id="15" name="object 15"/>
            <p:cNvSpPr/>
            <p:nvPr/>
          </p:nvSpPr>
          <p:spPr>
            <a:xfrm>
              <a:off x="6110478" y="3717797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6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6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6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6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6"/>
                  </a:lnTo>
                  <a:close/>
                </a:path>
                <a:path w="2057400" h="2200910">
                  <a:moveTo>
                    <a:pt x="1295400" y="1076706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6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6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6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6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5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70" y="1997432"/>
                  </a:lnTo>
                  <a:lnTo>
                    <a:pt x="726591" y="2035368"/>
                  </a:lnTo>
                  <a:lnTo>
                    <a:pt x="700623" y="2070497"/>
                  </a:lnTo>
                  <a:lnTo>
                    <a:pt x="668553" y="2102376"/>
                  </a:lnTo>
                  <a:lnTo>
                    <a:pt x="630971" y="2130564"/>
                  </a:lnTo>
                  <a:lnTo>
                    <a:pt x="588466" y="2154618"/>
                  </a:lnTo>
                  <a:lnTo>
                    <a:pt x="541627" y="2174096"/>
                  </a:lnTo>
                  <a:lnTo>
                    <a:pt x="491044" y="2188557"/>
                  </a:lnTo>
                  <a:lnTo>
                    <a:pt x="437305" y="2197557"/>
                  </a:lnTo>
                  <a:lnTo>
                    <a:pt x="381000" y="2200655"/>
                  </a:lnTo>
                  <a:lnTo>
                    <a:pt x="324694" y="2197557"/>
                  </a:lnTo>
                  <a:lnTo>
                    <a:pt x="270955" y="2188557"/>
                  </a:lnTo>
                  <a:lnTo>
                    <a:pt x="220372" y="2174096"/>
                  </a:lnTo>
                  <a:lnTo>
                    <a:pt x="173533" y="2154618"/>
                  </a:lnTo>
                  <a:lnTo>
                    <a:pt x="131028" y="2130564"/>
                  </a:lnTo>
                  <a:lnTo>
                    <a:pt x="93446" y="2102376"/>
                  </a:lnTo>
                  <a:lnTo>
                    <a:pt x="61376" y="2070497"/>
                  </a:lnTo>
                  <a:lnTo>
                    <a:pt x="35408" y="2035368"/>
                  </a:lnTo>
                  <a:lnTo>
                    <a:pt x="16129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91478" y="4299965"/>
              <a:ext cx="1828800" cy="1028700"/>
            </a:xfrm>
            <a:custGeom>
              <a:avLst/>
              <a:gdLst/>
              <a:ahLst/>
              <a:cxnLst/>
              <a:rect l="l" t="t" r="r" b="b"/>
              <a:pathLst>
                <a:path w="1828800" h="1028700">
                  <a:moveTo>
                    <a:pt x="315595" y="823468"/>
                  </a:moveTo>
                  <a:lnTo>
                    <a:pt x="294005" y="791972"/>
                  </a:lnTo>
                  <a:lnTo>
                    <a:pt x="83400" y="936752"/>
                  </a:lnTo>
                  <a:lnTo>
                    <a:pt x="61849" y="905383"/>
                  </a:lnTo>
                  <a:lnTo>
                    <a:pt x="0" y="1017270"/>
                  </a:lnTo>
                  <a:lnTo>
                    <a:pt x="126619" y="999617"/>
                  </a:lnTo>
                  <a:lnTo>
                    <a:pt x="112471" y="979043"/>
                  </a:lnTo>
                  <a:lnTo>
                    <a:pt x="105029" y="968222"/>
                  </a:lnTo>
                  <a:lnTo>
                    <a:pt x="315595" y="823468"/>
                  </a:lnTo>
                  <a:close/>
                </a:path>
                <a:path w="1828800" h="1028700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28700">
                  <a:moveTo>
                    <a:pt x="1828800" y="1017270"/>
                  </a:moveTo>
                  <a:lnTo>
                    <a:pt x="1813369" y="1000125"/>
                  </a:lnTo>
                  <a:lnTo>
                    <a:pt x="1743329" y="922274"/>
                  </a:lnTo>
                  <a:lnTo>
                    <a:pt x="1729409" y="957732"/>
                  </a:lnTo>
                  <a:lnTo>
                    <a:pt x="1302385" y="789940"/>
                  </a:lnTo>
                  <a:lnTo>
                    <a:pt x="1288415" y="825500"/>
                  </a:lnTo>
                  <a:lnTo>
                    <a:pt x="1715477" y="993190"/>
                  </a:lnTo>
                  <a:lnTo>
                    <a:pt x="1701546" y="1028700"/>
                  </a:lnTo>
                  <a:lnTo>
                    <a:pt x="1828800" y="1017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39278" y="5346953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500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63055" y="454012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12634" y="377743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7934" y="454012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8254" y="5454192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79434" y="5454192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71515" y="4641637"/>
            <a:ext cx="838835" cy="342900"/>
          </a:xfrm>
          <a:custGeom>
            <a:avLst/>
            <a:gdLst/>
            <a:ahLst/>
            <a:cxnLst/>
            <a:rect l="l" t="t" r="r" b="b"/>
            <a:pathLst>
              <a:path w="838835" h="342900">
                <a:moveTo>
                  <a:pt x="687197" y="171154"/>
                </a:moveTo>
                <a:lnTo>
                  <a:pt x="514985" y="271611"/>
                </a:lnTo>
                <a:lnTo>
                  <a:pt x="503680" y="281640"/>
                </a:lnTo>
                <a:lnTo>
                  <a:pt x="497316" y="294788"/>
                </a:lnTo>
                <a:lnTo>
                  <a:pt x="496357" y="309366"/>
                </a:lnTo>
                <a:lnTo>
                  <a:pt x="501269" y="323681"/>
                </a:lnTo>
                <a:lnTo>
                  <a:pt x="511298" y="334986"/>
                </a:lnTo>
                <a:lnTo>
                  <a:pt x="524446" y="341350"/>
                </a:lnTo>
                <a:lnTo>
                  <a:pt x="539023" y="342308"/>
                </a:lnTo>
                <a:lnTo>
                  <a:pt x="553338" y="337397"/>
                </a:lnTo>
                <a:lnTo>
                  <a:pt x="773012" y="209254"/>
                </a:lnTo>
                <a:lnTo>
                  <a:pt x="762762" y="209254"/>
                </a:lnTo>
                <a:lnTo>
                  <a:pt x="762762" y="204047"/>
                </a:lnTo>
                <a:lnTo>
                  <a:pt x="743585" y="204047"/>
                </a:lnTo>
                <a:lnTo>
                  <a:pt x="687197" y="171154"/>
                </a:lnTo>
                <a:close/>
              </a:path>
              <a:path w="838835" h="342900">
                <a:moveTo>
                  <a:pt x="621882" y="133054"/>
                </a:moveTo>
                <a:lnTo>
                  <a:pt x="0" y="133054"/>
                </a:lnTo>
                <a:lnTo>
                  <a:pt x="0" y="209254"/>
                </a:lnTo>
                <a:lnTo>
                  <a:pt x="621882" y="209254"/>
                </a:lnTo>
                <a:lnTo>
                  <a:pt x="687197" y="171154"/>
                </a:lnTo>
                <a:lnTo>
                  <a:pt x="621882" y="133054"/>
                </a:lnTo>
                <a:close/>
              </a:path>
              <a:path w="838835" h="342900">
                <a:moveTo>
                  <a:pt x="773012" y="133054"/>
                </a:moveTo>
                <a:lnTo>
                  <a:pt x="762762" y="133054"/>
                </a:lnTo>
                <a:lnTo>
                  <a:pt x="762762" y="209254"/>
                </a:lnTo>
                <a:lnTo>
                  <a:pt x="773012" y="209254"/>
                </a:lnTo>
                <a:lnTo>
                  <a:pt x="838326" y="171154"/>
                </a:lnTo>
                <a:lnTo>
                  <a:pt x="773012" y="133054"/>
                </a:lnTo>
                <a:close/>
              </a:path>
              <a:path w="838835" h="342900">
                <a:moveTo>
                  <a:pt x="743585" y="138261"/>
                </a:moveTo>
                <a:lnTo>
                  <a:pt x="687197" y="171154"/>
                </a:lnTo>
                <a:lnTo>
                  <a:pt x="743585" y="204047"/>
                </a:lnTo>
                <a:lnTo>
                  <a:pt x="743585" y="138261"/>
                </a:lnTo>
                <a:close/>
              </a:path>
              <a:path w="838835" h="342900">
                <a:moveTo>
                  <a:pt x="762762" y="138261"/>
                </a:moveTo>
                <a:lnTo>
                  <a:pt x="743585" y="138261"/>
                </a:lnTo>
                <a:lnTo>
                  <a:pt x="743585" y="204047"/>
                </a:lnTo>
                <a:lnTo>
                  <a:pt x="762762" y="204047"/>
                </a:lnTo>
                <a:lnTo>
                  <a:pt x="762762" y="138261"/>
                </a:lnTo>
                <a:close/>
              </a:path>
              <a:path w="838835" h="342900">
                <a:moveTo>
                  <a:pt x="539023" y="0"/>
                </a:moveTo>
                <a:lnTo>
                  <a:pt x="524446" y="958"/>
                </a:lnTo>
                <a:lnTo>
                  <a:pt x="511298" y="7322"/>
                </a:lnTo>
                <a:lnTo>
                  <a:pt x="501269" y="18627"/>
                </a:lnTo>
                <a:lnTo>
                  <a:pt x="496357" y="32942"/>
                </a:lnTo>
                <a:lnTo>
                  <a:pt x="497316" y="47519"/>
                </a:lnTo>
                <a:lnTo>
                  <a:pt x="503680" y="60668"/>
                </a:lnTo>
                <a:lnTo>
                  <a:pt x="514985" y="70697"/>
                </a:lnTo>
                <a:lnTo>
                  <a:pt x="687197" y="171154"/>
                </a:lnTo>
                <a:lnTo>
                  <a:pt x="743585" y="138261"/>
                </a:lnTo>
                <a:lnTo>
                  <a:pt x="762762" y="138261"/>
                </a:lnTo>
                <a:lnTo>
                  <a:pt x="762762" y="133054"/>
                </a:lnTo>
                <a:lnTo>
                  <a:pt x="773012" y="133054"/>
                </a:lnTo>
                <a:lnTo>
                  <a:pt x="553338" y="4911"/>
                </a:lnTo>
                <a:lnTo>
                  <a:pt x="539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396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75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2587751"/>
            <a:ext cx="8005572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51065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75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The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deleted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 left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81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NULL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2741676"/>
            <a:ext cx="800557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409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40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490" y="3380232"/>
            <a:ext cx="800418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20522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40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deleted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39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NULL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490" y="3380232"/>
            <a:ext cx="800418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933690" cy="1870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only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child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(left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right)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Simply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promote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associated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</a:t>
            </a:r>
            <a:endParaRPr sz="1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18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right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child</a:t>
            </a:r>
            <a:endParaRPr sz="21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  <a:tab pos="3379470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18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deleted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</a:t>
            </a:r>
            <a:r>
              <a:rPr sz="1900" dirty="0">
                <a:latin typeface="Arial MT"/>
                <a:cs typeface="Arial MT"/>
              </a:rPr>
              <a:t>	right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5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update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21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310" y="3323832"/>
            <a:ext cx="2828925" cy="23995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2109" y="3400028"/>
            <a:ext cx="2828924" cy="23999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0365"/>
            <a:ext cx="54876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8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left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child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2752344"/>
            <a:ext cx="8010144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84534"/>
            <a:ext cx="752094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8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left</a:t>
            </a:r>
            <a:r>
              <a:rPr sz="2100" spc="-10" dirty="0">
                <a:latin typeface="Arial MT"/>
                <a:cs typeface="Arial MT"/>
              </a:rPr>
              <a:t> child</a:t>
            </a:r>
            <a:endParaRPr sz="2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8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deleted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left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11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updated 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3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05" y="3380232"/>
            <a:ext cx="7720768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2025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99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144796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5628640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99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 of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70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 node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92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Again,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maintained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708" y="3235451"/>
            <a:ext cx="7716734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78689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easily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solved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625" y="2017776"/>
            <a:ext cx="6268033" cy="41090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586980" cy="141859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Suppose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children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deleted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position 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attach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Left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most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node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right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subtree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node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spc="-50" dirty="0">
                <a:latin typeface="Tahoma"/>
                <a:cs typeface="Tahoma"/>
              </a:rPr>
              <a:t>p</a:t>
            </a:r>
            <a:endParaRPr sz="17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Attach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parent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2546730"/>
            <a:ext cx="2778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10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35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862" y="3629914"/>
            <a:ext cx="2641600" cy="2260600"/>
            <a:chOff x="165862" y="3629914"/>
            <a:chExt cx="2641600" cy="2260600"/>
          </a:xfrm>
        </p:grpSpPr>
        <p:sp>
          <p:nvSpPr>
            <p:cNvPr id="8" name="object 8"/>
            <p:cNvSpPr/>
            <p:nvPr/>
          </p:nvSpPr>
          <p:spPr>
            <a:xfrm>
              <a:off x="191262" y="3655314"/>
              <a:ext cx="2057400" cy="2209800"/>
            </a:xfrm>
            <a:custGeom>
              <a:avLst/>
              <a:gdLst/>
              <a:ahLst/>
              <a:cxnLst/>
              <a:rect l="l" t="t" r="r" b="b"/>
              <a:pathLst>
                <a:path w="2057400" h="2209800">
                  <a:moveTo>
                    <a:pt x="838200" y="291084"/>
                  </a:moveTo>
                  <a:lnTo>
                    <a:pt x="841677" y="251581"/>
                  </a:lnTo>
                  <a:lnTo>
                    <a:pt x="851809" y="213695"/>
                  </a:lnTo>
                  <a:lnTo>
                    <a:pt x="868140" y="177772"/>
                  </a:lnTo>
                  <a:lnTo>
                    <a:pt x="890216" y="144159"/>
                  </a:lnTo>
                  <a:lnTo>
                    <a:pt x="917584" y="113202"/>
                  </a:lnTo>
                  <a:lnTo>
                    <a:pt x="949790" y="85248"/>
                  </a:lnTo>
                  <a:lnTo>
                    <a:pt x="986379" y="60644"/>
                  </a:lnTo>
                  <a:lnTo>
                    <a:pt x="1026899" y="39736"/>
                  </a:lnTo>
                  <a:lnTo>
                    <a:pt x="1070895" y="22871"/>
                  </a:lnTo>
                  <a:lnTo>
                    <a:pt x="1117913" y="10396"/>
                  </a:lnTo>
                  <a:lnTo>
                    <a:pt x="1167499" y="2656"/>
                  </a:lnTo>
                  <a:lnTo>
                    <a:pt x="1219200" y="0"/>
                  </a:lnTo>
                  <a:lnTo>
                    <a:pt x="1270903" y="2656"/>
                  </a:lnTo>
                  <a:lnTo>
                    <a:pt x="1320491" y="10396"/>
                  </a:lnTo>
                  <a:lnTo>
                    <a:pt x="1367510" y="22871"/>
                  </a:lnTo>
                  <a:lnTo>
                    <a:pt x="1411506" y="39736"/>
                  </a:lnTo>
                  <a:lnTo>
                    <a:pt x="1452025" y="60644"/>
                  </a:lnTo>
                  <a:lnTo>
                    <a:pt x="1488614" y="85248"/>
                  </a:lnTo>
                  <a:lnTo>
                    <a:pt x="1520819" y="113202"/>
                  </a:lnTo>
                  <a:lnTo>
                    <a:pt x="1548186" y="144159"/>
                  </a:lnTo>
                  <a:lnTo>
                    <a:pt x="1570261" y="177772"/>
                  </a:lnTo>
                  <a:lnTo>
                    <a:pt x="1586591" y="213695"/>
                  </a:lnTo>
                  <a:lnTo>
                    <a:pt x="1596722" y="251581"/>
                  </a:lnTo>
                  <a:lnTo>
                    <a:pt x="1600200" y="291084"/>
                  </a:lnTo>
                  <a:lnTo>
                    <a:pt x="1596722" y="330586"/>
                  </a:lnTo>
                  <a:lnTo>
                    <a:pt x="1586591" y="368472"/>
                  </a:lnTo>
                  <a:lnTo>
                    <a:pt x="1570261" y="404395"/>
                  </a:lnTo>
                  <a:lnTo>
                    <a:pt x="1548186" y="438008"/>
                  </a:lnTo>
                  <a:lnTo>
                    <a:pt x="1520819" y="468965"/>
                  </a:lnTo>
                  <a:lnTo>
                    <a:pt x="1488614" y="496919"/>
                  </a:lnTo>
                  <a:lnTo>
                    <a:pt x="1452025" y="521523"/>
                  </a:lnTo>
                  <a:lnTo>
                    <a:pt x="1411506" y="542431"/>
                  </a:lnTo>
                  <a:lnTo>
                    <a:pt x="1367510" y="559296"/>
                  </a:lnTo>
                  <a:lnTo>
                    <a:pt x="1320491" y="571771"/>
                  </a:lnTo>
                  <a:lnTo>
                    <a:pt x="1270903" y="579511"/>
                  </a:lnTo>
                  <a:lnTo>
                    <a:pt x="1219200" y="582168"/>
                  </a:lnTo>
                  <a:lnTo>
                    <a:pt x="1167499" y="579511"/>
                  </a:lnTo>
                  <a:lnTo>
                    <a:pt x="1117913" y="571771"/>
                  </a:lnTo>
                  <a:lnTo>
                    <a:pt x="1070895" y="559296"/>
                  </a:lnTo>
                  <a:lnTo>
                    <a:pt x="1026899" y="542431"/>
                  </a:lnTo>
                  <a:lnTo>
                    <a:pt x="986379" y="521523"/>
                  </a:lnTo>
                  <a:lnTo>
                    <a:pt x="949790" y="496919"/>
                  </a:lnTo>
                  <a:lnTo>
                    <a:pt x="917584" y="468965"/>
                  </a:lnTo>
                  <a:lnTo>
                    <a:pt x="890216" y="438008"/>
                  </a:lnTo>
                  <a:lnTo>
                    <a:pt x="868140" y="404395"/>
                  </a:lnTo>
                  <a:lnTo>
                    <a:pt x="851809" y="368472"/>
                  </a:lnTo>
                  <a:lnTo>
                    <a:pt x="841677" y="330586"/>
                  </a:lnTo>
                  <a:lnTo>
                    <a:pt x="838200" y="291084"/>
                  </a:lnTo>
                  <a:close/>
                </a:path>
                <a:path w="2057400" h="2209800">
                  <a:moveTo>
                    <a:pt x="304800" y="1080516"/>
                  </a:moveTo>
                  <a:lnTo>
                    <a:pt x="308277" y="1041013"/>
                  </a:lnTo>
                  <a:lnTo>
                    <a:pt x="318409" y="1003127"/>
                  </a:lnTo>
                  <a:lnTo>
                    <a:pt x="334740" y="967204"/>
                  </a:lnTo>
                  <a:lnTo>
                    <a:pt x="356816" y="933591"/>
                  </a:lnTo>
                  <a:lnTo>
                    <a:pt x="384184" y="902634"/>
                  </a:lnTo>
                  <a:lnTo>
                    <a:pt x="416390" y="874680"/>
                  </a:lnTo>
                  <a:lnTo>
                    <a:pt x="452979" y="850076"/>
                  </a:lnTo>
                  <a:lnTo>
                    <a:pt x="493499" y="829168"/>
                  </a:lnTo>
                  <a:lnTo>
                    <a:pt x="537495" y="812303"/>
                  </a:lnTo>
                  <a:lnTo>
                    <a:pt x="584513" y="799828"/>
                  </a:lnTo>
                  <a:lnTo>
                    <a:pt x="634099" y="792088"/>
                  </a:lnTo>
                  <a:lnTo>
                    <a:pt x="685800" y="789432"/>
                  </a:lnTo>
                  <a:lnTo>
                    <a:pt x="737500" y="792088"/>
                  </a:lnTo>
                  <a:lnTo>
                    <a:pt x="787086" y="799828"/>
                  </a:lnTo>
                  <a:lnTo>
                    <a:pt x="834104" y="812303"/>
                  </a:lnTo>
                  <a:lnTo>
                    <a:pt x="878100" y="829168"/>
                  </a:lnTo>
                  <a:lnTo>
                    <a:pt x="918620" y="850076"/>
                  </a:lnTo>
                  <a:lnTo>
                    <a:pt x="955209" y="874680"/>
                  </a:lnTo>
                  <a:lnTo>
                    <a:pt x="987415" y="902634"/>
                  </a:lnTo>
                  <a:lnTo>
                    <a:pt x="1014783" y="933591"/>
                  </a:lnTo>
                  <a:lnTo>
                    <a:pt x="1036859" y="967204"/>
                  </a:lnTo>
                  <a:lnTo>
                    <a:pt x="1053190" y="1003127"/>
                  </a:lnTo>
                  <a:lnTo>
                    <a:pt x="1063322" y="1041013"/>
                  </a:lnTo>
                  <a:lnTo>
                    <a:pt x="1066800" y="1080516"/>
                  </a:lnTo>
                  <a:lnTo>
                    <a:pt x="1063322" y="1120018"/>
                  </a:lnTo>
                  <a:lnTo>
                    <a:pt x="1053190" y="1157904"/>
                  </a:lnTo>
                  <a:lnTo>
                    <a:pt x="1036859" y="1193827"/>
                  </a:lnTo>
                  <a:lnTo>
                    <a:pt x="1014783" y="1227440"/>
                  </a:lnTo>
                  <a:lnTo>
                    <a:pt x="987415" y="1258397"/>
                  </a:lnTo>
                  <a:lnTo>
                    <a:pt x="955209" y="1286351"/>
                  </a:lnTo>
                  <a:lnTo>
                    <a:pt x="918620" y="1310955"/>
                  </a:lnTo>
                  <a:lnTo>
                    <a:pt x="878100" y="1331863"/>
                  </a:lnTo>
                  <a:lnTo>
                    <a:pt x="834104" y="1348728"/>
                  </a:lnTo>
                  <a:lnTo>
                    <a:pt x="787086" y="1361203"/>
                  </a:lnTo>
                  <a:lnTo>
                    <a:pt x="737500" y="1368943"/>
                  </a:lnTo>
                  <a:lnTo>
                    <a:pt x="685800" y="1371600"/>
                  </a:lnTo>
                  <a:lnTo>
                    <a:pt x="634099" y="1368943"/>
                  </a:lnTo>
                  <a:lnTo>
                    <a:pt x="584513" y="1361203"/>
                  </a:lnTo>
                  <a:lnTo>
                    <a:pt x="537495" y="1348728"/>
                  </a:lnTo>
                  <a:lnTo>
                    <a:pt x="493499" y="1331863"/>
                  </a:lnTo>
                  <a:lnTo>
                    <a:pt x="452979" y="1310955"/>
                  </a:lnTo>
                  <a:lnTo>
                    <a:pt x="416390" y="1286351"/>
                  </a:lnTo>
                  <a:lnTo>
                    <a:pt x="384184" y="1258397"/>
                  </a:lnTo>
                  <a:lnTo>
                    <a:pt x="356816" y="1227440"/>
                  </a:lnTo>
                  <a:lnTo>
                    <a:pt x="334740" y="1193827"/>
                  </a:lnTo>
                  <a:lnTo>
                    <a:pt x="318409" y="1157904"/>
                  </a:lnTo>
                  <a:lnTo>
                    <a:pt x="308277" y="1120018"/>
                  </a:lnTo>
                  <a:lnTo>
                    <a:pt x="304800" y="1080516"/>
                  </a:lnTo>
                  <a:close/>
                </a:path>
                <a:path w="2057400" h="2209800">
                  <a:moveTo>
                    <a:pt x="1295400" y="1080516"/>
                  </a:moveTo>
                  <a:lnTo>
                    <a:pt x="1298877" y="1041013"/>
                  </a:lnTo>
                  <a:lnTo>
                    <a:pt x="1309008" y="1003127"/>
                  </a:lnTo>
                  <a:lnTo>
                    <a:pt x="1325338" y="967204"/>
                  </a:lnTo>
                  <a:lnTo>
                    <a:pt x="1347413" y="933591"/>
                  </a:lnTo>
                  <a:lnTo>
                    <a:pt x="1374780" y="902634"/>
                  </a:lnTo>
                  <a:lnTo>
                    <a:pt x="1406985" y="874680"/>
                  </a:lnTo>
                  <a:lnTo>
                    <a:pt x="1443574" y="850076"/>
                  </a:lnTo>
                  <a:lnTo>
                    <a:pt x="1484093" y="829168"/>
                  </a:lnTo>
                  <a:lnTo>
                    <a:pt x="1528089" y="812303"/>
                  </a:lnTo>
                  <a:lnTo>
                    <a:pt x="1575108" y="799828"/>
                  </a:lnTo>
                  <a:lnTo>
                    <a:pt x="1624696" y="792088"/>
                  </a:lnTo>
                  <a:lnTo>
                    <a:pt x="1676400" y="789432"/>
                  </a:lnTo>
                  <a:lnTo>
                    <a:pt x="1728103" y="792088"/>
                  </a:lnTo>
                  <a:lnTo>
                    <a:pt x="1777691" y="799828"/>
                  </a:lnTo>
                  <a:lnTo>
                    <a:pt x="1824710" y="812303"/>
                  </a:lnTo>
                  <a:lnTo>
                    <a:pt x="1868706" y="829168"/>
                  </a:lnTo>
                  <a:lnTo>
                    <a:pt x="1909225" y="850076"/>
                  </a:lnTo>
                  <a:lnTo>
                    <a:pt x="1945814" y="874680"/>
                  </a:lnTo>
                  <a:lnTo>
                    <a:pt x="1978019" y="902634"/>
                  </a:lnTo>
                  <a:lnTo>
                    <a:pt x="2005386" y="933591"/>
                  </a:lnTo>
                  <a:lnTo>
                    <a:pt x="2027461" y="967204"/>
                  </a:lnTo>
                  <a:lnTo>
                    <a:pt x="2043791" y="1003127"/>
                  </a:lnTo>
                  <a:lnTo>
                    <a:pt x="2053922" y="1041013"/>
                  </a:lnTo>
                  <a:lnTo>
                    <a:pt x="2057400" y="1080516"/>
                  </a:lnTo>
                  <a:lnTo>
                    <a:pt x="2053922" y="1120018"/>
                  </a:lnTo>
                  <a:lnTo>
                    <a:pt x="2043791" y="1157904"/>
                  </a:lnTo>
                  <a:lnTo>
                    <a:pt x="2027461" y="1193827"/>
                  </a:lnTo>
                  <a:lnTo>
                    <a:pt x="2005386" y="1227440"/>
                  </a:lnTo>
                  <a:lnTo>
                    <a:pt x="1978019" y="1258397"/>
                  </a:lnTo>
                  <a:lnTo>
                    <a:pt x="1945814" y="1286351"/>
                  </a:lnTo>
                  <a:lnTo>
                    <a:pt x="1909225" y="1310955"/>
                  </a:lnTo>
                  <a:lnTo>
                    <a:pt x="1868706" y="1331863"/>
                  </a:lnTo>
                  <a:lnTo>
                    <a:pt x="1824710" y="1348728"/>
                  </a:lnTo>
                  <a:lnTo>
                    <a:pt x="1777691" y="1361203"/>
                  </a:lnTo>
                  <a:lnTo>
                    <a:pt x="1728103" y="1368943"/>
                  </a:lnTo>
                  <a:lnTo>
                    <a:pt x="1676400" y="1371600"/>
                  </a:lnTo>
                  <a:lnTo>
                    <a:pt x="1624696" y="1368943"/>
                  </a:lnTo>
                  <a:lnTo>
                    <a:pt x="1575108" y="1361203"/>
                  </a:lnTo>
                  <a:lnTo>
                    <a:pt x="1528089" y="1348728"/>
                  </a:lnTo>
                  <a:lnTo>
                    <a:pt x="1484093" y="1331863"/>
                  </a:lnTo>
                  <a:lnTo>
                    <a:pt x="1443574" y="1310955"/>
                  </a:lnTo>
                  <a:lnTo>
                    <a:pt x="1406985" y="1286351"/>
                  </a:lnTo>
                  <a:lnTo>
                    <a:pt x="1374780" y="1258397"/>
                  </a:lnTo>
                  <a:lnTo>
                    <a:pt x="1347413" y="1227440"/>
                  </a:lnTo>
                  <a:lnTo>
                    <a:pt x="1325338" y="1193827"/>
                  </a:lnTo>
                  <a:lnTo>
                    <a:pt x="1309008" y="1157904"/>
                  </a:lnTo>
                  <a:lnTo>
                    <a:pt x="1298877" y="1120018"/>
                  </a:lnTo>
                  <a:lnTo>
                    <a:pt x="1295400" y="1080516"/>
                  </a:lnTo>
                  <a:close/>
                </a:path>
                <a:path w="2057400" h="2209800">
                  <a:moveTo>
                    <a:pt x="0" y="1918716"/>
                  </a:moveTo>
                  <a:lnTo>
                    <a:pt x="3477" y="1879213"/>
                  </a:lnTo>
                  <a:lnTo>
                    <a:pt x="13609" y="1841327"/>
                  </a:lnTo>
                  <a:lnTo>
                    <a:pt x="29940" y="1805404"/>
                  </a:lnTo>
                  <a:lnTo>
                    <a:pt x="52016" y="1771791"/>
                  </a:lnTo>
                  <a:lnTo>
                    <a:pt x="79384" y="1740834"/>
                  </a:lnTo>
                  <a:lnTo>
                    <a:pt x="111590" y="1712880"/>
                  </a:lnTo>
                  <a:lnTo>
                    <a:pt x="148179" y="1688276"/>
                  </a:lnTo>
                  <a:lnTo>
                    <a:pt x="188699" y="1667368"/>
                  </a:lnTo>
                  <a:lnTo>
                    <a:pt x="232695" y="1650503"/>
                  </a:lnTo>
                  <a:lnTo>
                    <a:pt x="279713" y="1638028"/>
                  </a:lnTo>
                  <a:lnTo>
                    <a:pt x="329299" y="1630288"/>
                  </a:lnTo>
                  <a:lnTo>
                    <a:pt x="381000" y="1627632"/>
                  </a:lnTo>
                  <a:lnTo>
                    <a:pt x="432700" y="1630288"/>
                  </a:lnTo>
                  <a:lnTo>
                    <a:pt x="482286" y="1638028"/>
                  </a:lnTo>
                  <a:lnTo>
                    <a:pt x="529304" y="1650503"/>
                  </a:lnTo>
                  <a:lnTo>
                    <a:pt x="573300" y="1667368"/>
                  </a:lnTo>
                  <a:lnTo>
                    <a:pt x="613820" y="1688276"/>
                  </a:lnTo>
                  <a:lnTo>
                    <a:pt x="650409" y="1712880"/>
                  </a:lnTo>
                  <a:lnTo>
                    <a:pt x="682615" y="1740834"/>
                  </a:lnTo>
                  <a:lnTo>
                    <a:pt x="709983" y="1771791"/>
                  </a:lnTo>
                  <a:lnTo>
                    <a:pt x="732059" y="1805404"/>
                  </a:lnTo>
                  <a:lnTo>
                    <a:pt x="748390" y="1841327"/>
                  </a:lnTo>
                  <a:lnTo>
                    <a:pt x="758522" y="1879213"/>
                  </a:lnTo>
                  <a:lnTo>
                    <a:pt x="762000" y="1918716"/>
                  </a:lnTo>
                  <a:lnTo>
                    <a:pt x="758522" y="1958213"/>
                  </a:lnTo>
                  <a:lnTo>
                    <a:pt x="748390" y="1996096"/>
                  </a:lnTo>
                  <a:lnTo>
                    <a:pt x="732059" y="2032017"/>
                  </a:lnTo>
                  <a:lnTo>
                    <a:pt x="709983" y="2065629"/>
                  </a:lnTo>
                  <a:lnTo>
                    <a:pt x="682615" y="2096586"/>
                  </a:lnTo>
                  <a:lnTo>
                    <a:pt x="650409" y="2124541"/>
                  </a:lnTo>
                  <a:lnTo>
                    <a:pt x="613820" y="2149147"/>
                  </a:lnTo>
                  <a:lnTo>
                    <a:pt x="573300" y="2170057"/>
                  </a:lnTo>
                  <a:lnTo>
                    <a:pt x="529304" y="2186924"/>
                  </a:lnTo>
                  <a:lnTo>
                    <a:pt x="482286" y="2199401"/>
                  </a:lnTo>
                  <a:lnTo>
                    <a:pt x="432700" y="2207142"/>
                  </a:lnTo>
                  <a:lnTo>
                    <a:pt x="381000" y="2209800"/>
                  </a:lnTo>
                  <a:lnTo>
                    <a:pt x="329299" y="2207142"/>
                  </a:lnTo>
                  <a:lnTo>
                    <a:pt x="279713" y="2199401"/>
                  </a:lnTo>
                  <a:lnTo>
                    <a:pt x="232695" y="2186924"/>
                  </a:lnTo>
                  <a:lnTo>
                    <a:pt x="188699" y="2170057"/>
                  </a:lnTo>
                  <a:lnTo>
                    <a:pt x="148179" y="2149147"/>
                  </a:lnTo>
                  <a:lnTo>
                    <a:pt x="111590" y="2124541"/>
                  </a:lnTo>
                  <a:lnTo>
                    <a:pt x="79384" y="2096586"/>
                  </a:lnTo>
                  <a:lnTo>
                    <a:pt x="52016" y="2065629"/>
                  </a:lnTo>
                  <a:lnTo>
                    <a:pt x="29940" y="2032017"/>
                  </a:lnTo>
                  <a:lnTo>
                    <a:pt x="13609" y="1996096"/>
                  </a:lnTo>
                  <a:lnTo>
                    <a:pt x="3477" y="1958213"/>
                  </a:lnTo>
                  <a:lnTo>
                    <a:pt x="0" y="1918716"/>
                  </a:lnTo>
                  <a:close/>
                </a:path>
                <a:path w="2057400" h="2209800">
                  <a:moveTo>
                    <a:pt x="914400" y="1918716"/>
                  </a:moveTo>
                  <a:lnTo>
                    <a:pt x="917877" y="1879213"/>
                  </a:lnTo>
                  <a:lnTo>
                    <a:pt x="928008" y="1841327"/>
                  </a:lnTo>
                  <a:lnTo>
                    <a:pt x="944338" y="1805404"/>
                  </a:lnTo>
                  <a:lnTo>
                    <a:pt x="966413" y="1771791"/>
                  </a:lnTo>
                  <a:lnTo>
                    <a:pt x="993780" y="1740834"/>
                  </a:lnTo>
                  <a:lnTo>
                    <a:pt x="1025985" y="1712880"/>
                  </a:lnTo>
                  <a:lnTo>
                    <a:pt x="1062574" y="1688276"/>
                  </a:lnTo>
                  <a:lnTo>
                    <a:pt x="1103093" y="1667368"/>
                  </a:lnTo>
                  <a:lnTo>
                    <a:pt x="1147089" y="1650503"/>
                  </a:lnTo>
                  <a:lnTo>
                    <a:pt x="1194108" y="1638028"/>
                  </a:lnTo>
                  <a:lnTo>
                    <a:pt x="1243696" y="1630288"/>
                  </a:lnTo>
                  <a:lnTo>
                    <a:pt x="1295400" y="1627632"/>
                  </a:lnTo>
                  <a:lnTo>
                    <a:pt x="1347103" y="1630288"/>
                  </a:lnTo>
                  <a:lnTo>
                    <a:pt x="1396691" y="1638028"/>
                  </a:lnTo>
                  <a:lnTo>
                    <a:pt x="1443710" y="1650503"/>
                  </a:lnTo>
                  <a:lnTo>
                    <a:pt x="1487706" y="1667368"/>
                  </a:lnTo>
                  <a:lnTo>
                    <a:pt x="1528225" y="1688276"/>
                  </a:lnTo>
                  <a:lnTo>
                    <a:pt x="1564814" y="1712880"/>
                  </a:lnTo>
                  <a:lnTo>
                    <a:pt x="1597019" y="1740834"/>
                  </a:lnTo>
                  <a:lnTo>
                    <a:pt x="1624386" y="1771791"/>
                  </a:lnTo>
                  <a:lnTo>
                    <a:pt x="1646461" y="1805404"/>
                  </a:lnTo>
                  <a:lnTo>
                    <a:pt x="1662791" y="1841327"/>
                  </a:lnTo>
                  <a:lnTo>
                    <a:pt x="1672922" y="1879213"/>
                  </a:lnTo>
                  <a:lnTo>
                    <a:pt x="1676400" y="1918716"/>
                  </a:lnTo>
                  <a:lnTo>
                    <a:pt x="1672922" y="1958213"/>
                  </a:lnTo>
                  <a:lnTo>
                    <a:pt x="1662791" y="1996096"/>
                  </a:lnTo>
                  <a:lnTo>
                    <a:pt x="1646461" y="2032017"/>
                  </a:lnTo>
                  <a:lnTo>
                    <a:pt x="1624386" y="2065629"/>
                  </a:lnTo>
                  <a:lnTo>
                    <a:pt x="1597019" y="2096586"/>
                  </a:lnTo>
                  <a:lnTo>
                    <a:pt x="1564814" y="2124541"/>
                  </a:lnTo>
                  <a:lnTo>
                    <a:pt x="1528225" y="2149147"/>
                  </a:lnTo>
                  <a:lnTo>
                    <a:pt x="1487706" y="2170057"/>
                  </a:lnTo>
                  <a:lnTo>
                    <a:pt x="1443710" y="2186924"/>
                  </a:lnTo>
                  <a:lnTo>
                    <a:pt x="1396691" y="2199401"/>
                  </a:lnTo>
                  <a:lnTo>
                    <a:pt x="1347103" y="2207142"/>
                  </a:lnTo>
                  <a:lnTo>
                    <a:pt x="1295400" y="2209800"/>
                  </a:lnTo>
                  <a:lnTo>
                    <a:pt x="1243696" y="2207142"/>
                  </a:lnTo>
                  <a:lnTo>
                    <a:pt x="1194108" y="2199401"/>
                  </a:lnTo>
                  <a:lnTo>
                    <a:pt x="1147089" y="2186924"/>
                  </a:lnTo>
                  <a:lnTo>
                    <a:pt x="1103093" y="2170057"/>
                  </a:lnTo>
                  <a:lnTo>
                    <a:pt x="1062574" y="2149147"/>
                  </a:lnTo>
                  <a:lnTo>
                    <a:pt x="1025985" y="2124541"/>
                  </a:lnTo>
                  <a:lnTo>
                    <a:pt x="993780" y="2096586"/>
                  </a:lnTo>
                  <a:lnTo>
                    <a:pt x="966413" y="2065629"/>
                  </a:lnTo>
                  <a:lnTo>
                    <a:pt x="944338" y="2032017"/>
                  </a:lnTo>
                  <a:lnTo>
                    <a:pt x="928008" y="1996096"/>
                  </a:lnTo>
                  <a:lnTo>
                    <a:pt x="917877" y="1958213"/>
                  </a:lnTo>
                  <a:lnTo>
                    <a:pt x="914400" y="191871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2262" y="4236338"/>
              <a:ext cx="1828800" cy="1049020"/>
            </a:xfrm>
            <a:custGeom>
              <a:avLst/>
              <a:gdLst/>
              <a:ahLst/>
              <a:cxnLst/>
              <a:rect l="l" t="t" r="r" b="b"/>
              <a:pathLst>
                <a:path w="1828800" h="1049020">
                  <a:moveTo>
                    <a:pt x="317055" y="805180"/>
                  </a:moveTo>
                  <a:lnTo>
                    <a:pt x="292544" y="775970"/>
                  </a:lnTo>
                  <a:lnTo>
                    <a:pt x="75298" y="958621"/>
                  </a:lnTo>
                  <a:lnTo>
                    <a:pt x="50736" y="929386"/>
                  </a:lnTo>
                  <a:lnTo>
                    <a:pt x="0" y="1046734"/>
                  </a:lnTo>
                  <a:lnTo>
                    <a:pt x="124269" y="1016889"/>
                  </a:lnTo>
                  <a:lnTo>
                    <a:pt x="110070" y="999998"/>
                  </a:lnTo>
                  <a:lnTo>
                    <a:pt x="99771" y="987742"/>
                  </a:lnTo>
                  <a:lnTo>
                    <a:pt x="317055" y="805180"/>
                  </a:lnTo>
                  <a:close/>
                </a:path>
                <a:path w="1828800" h="1049020">
                  <a:moveTo>
                    <a:pt x="1295400" y="208407"/>
                  </a:moveTo>
                  <a:lnTo>
                    <a:pt x="1278940" y="189357"/>
                  </a:lnTo>
                  <a:lnTo>
                    <a:pt x="1211834" y="111633"/>
                  </a:lnTo>
                  <a:lnTo>
                    <a:pt x="1197165" y="146862"/>
                  </a:lnTo>
                  <a:lnTo>
                    <a:pt x="845566" y="381"/>
                  </a:lnTo>
                  <a:lnTo>
                    <a:pt x="838200" y="17907"/>
                  </a:lnTo>
                  <a:lnTo>
                    <a:pt x="831850" y="0"/>
                  </a:lnTo>
                  <a:lnTo>
                    <a:pt x="406019" y="151980"/>
                  </a:lnTo>
                  <a:lnTo>
                    <a:pt x="393217" y="116078"/>
                  </a:lnTo>
                  <a:lnTo>
                    <a:pt x="304800" y="208407"/>
                  </a:lnTo>
                  <a:lnTo>
                    <a:pt x="431660" y="223774"/>
                  </a:lnTo>
                  <a:lnTo>
                    <a:pt x="421132" y="194310"/>
                  </a:lnTo>
                  <a:lnTo>
                    <a:pt x="418846" y="187909"/>
                  </a:lnTo>
                  <a:lnTo>
                    <a:pt x="837653" y="38277"/>
                  </a:lnTo>
                  <a:lnTo>
                    <a:pt x="1182522" y="182016"/>
                  </a:lnTo>
                  <a:lnTo>
                    <a:pt x="1167892" y="217170"/>
                  </a:lnTo>
                  <a:lnTo>
                    <a:pt x="1295400" y="208407"/>
                  </a:lnTo>
                  <a:close/>
                </a:path>
                <a:path w="1828800" h="1049020">
                  <a:moveTo>
                    <a:pt x="1828800" y="1046734"/>
                  </a:moveTo>
                  <a:lnTo>
                    <a:pt x="1810067" y="1022604"/>
                  </a:lnTo>
                  <a:lnTo>
                    <a:pt x="1750441" y="945769"/>
                  </a:lnTo>
                  <a:lnTo>
                    <a:pt x="1733994" y="980059"/>
                  </a:lnTo>
                  <a:lnTo>
                    <a:pt x="1303655" y="773430"/>
                  </a:lnTo>
                  <a:lnTo>
                    <a:pt x="1295400" y="790575"/>
                  </a:lnTo>
                  <a:lnTo>
                    <a:pt x="1284732" y="774827"/>
                  </a:lnTo>
                  <a:lnTo>
                    <a:pt x="998664" y="967143"/>
                  </a:lnTo>
                  <a:lnTo>
                    <a:pt x="977392" y="935482"/>
                  </a:lnTo>
                  <a:lnTo>
                    <a:pt x="914400" y="1046734"/>
                  </a:lnTo>
                  <a:lnTo>
                    <a:pt x="1041146" y="1030351"/>
                  </a:lnTo>
                  <a:lnTo>
                    <a:pt x="1027061" y="1009396"/>
                  </a:lnTo>
                  <a:lnTo>
                    <a:pt x="1019898" y="998753"/>
                  </a:lnTo>
                  <a:lnTo>
                    <a:pt x="1296962" y="812444"/>
                  </a:lnTo>
                  <a:lnTo>
                    <a:pt x="1717535" y="1014374"/>
                  </a:lnTo>
                  <a:lnTo>
                    <a:pt x="1701038" y="1048766"/>
                  </a:lnTo>
                  <a:lnTo>
                    <a:pt x="1828800" y="1046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20062" y="5282946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3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3"/>
                  </a:lnTo>
                  <a:lnTo>
                    <a:pt x="758522" y="330581"/>
                  </a:lnTo>
                  <a:lnTo>
                    <a:pt x="748391" y="368464"/>
                  </a:lnTo>
                  <a:lnTo>
                    <a:pt x="732061" y="404385"/>
                  </a:lnTo>
                  <a:lnTo>
                    <a:pt x="709986" y="437997"/>
                  </a:lnTo>
                  <a:lnTo>
                    <a:pt x="682619" y="468954"/>
                  </a:lnTo>
                  <a:lnTo>
                    <a:pt x="650414" y="496909"/>
                  </a:lnTo>
                  <a:lnTo>
                    <a:pt x="613825" y="521515"/>
                  </a:lnTo>
                  <a:lnTo>
                    <a:pt x="573306" y="542425"/>
                  </a:lnTo>
                  <a:lnTo>
                    <a:pt x="529310" y="559292"/>
                  </a:lnTo>
                  <a:lnTo>
                    <a:pt x="482291" y="571769"/>
                  </a:lnTo>
                  <a:lnTo>
                    <a:pt x="432703" y="579510"/>
                  </a:lnTo>
                  <a:lnTo>
                    <a:pt x="381000" y="582167"/>
                  </a:lnTo>
                  <a:lnTo>
                    <a:pt x="329296" y="579510"/>
                  </a:lnTo>
                  <a:lnTo>
                    <a:pt x="279708" y="571769"/>
                  </a:lnTo>
                  <a:lnTo>
                    <a:pt x="232689" y="559292"/>
                  </a:lnTo>
                  <a:lnTo>
                    <a:pt x="188693" y="542425"/>
                  </a:lnTo>
                  <a:lnTo>
                    <a:pt x="148174" y="521515"/>
                  </a:lnTo>
                  <a:lnTo>
                    <a:pt x="111585" y="496909"/>
                  </a:lnTo>
                  <a:lnTo>
                    <a:pt x="79380" y="468954"/>
                  </a:lnTo>
                  <a:lnTo>
                    <a:pt x="52013" y="437997"/>
                  </a:lnTo>
                  <a:lnTo>
                    <a:pt x="29938" y="404385"/>
                  </a:lnTo>
                  <a:lnTo>
                    <a:pt x="13608" y="368464"/>
                  </a:lnTo>
                  <a:lnTo>
                    <a:pt x="3477" y="330581"/>
                  </a:lnTo>
                  <a:lnTo>
                    <a:pt x="0" y="2910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1984" y="4477004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1564" y="371500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6814" y="447700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28900" y="2514345"/>
            <a:ext cx="3150870" cy="3871595"/>
            <a:chOff x="2628900" y="2514345"/>
            <a:chExt cx="3150870" cy="3871595"/>
          </a:xfrm>
        </p:grpSpPr>
        <p:sp>
          <p:nvSpPr>
            <p:cNvPr id="15" name="object 15"/>
            <p:cNvSpPr/>
            <p:nvPr/>
          </p:nvSpPr>
          <p:spPr>
            <a:xfrm>
              <a:off x="2628900" y="4425229"/>
              <a:ext cx="838835" cy="342900"/>
            </a:xfrm>
            <a:custGeom>
              <a:avLst/>
              <a:gdLst/>
              <a:ahLst/>
              <a:cxnLst/>
              <a:rect l="l" t="t" r="r" b="b"/>
              <a:pathLst>
                <a:path w="838835" h="342900">
                  <a:moveTo>
                    <a:pt x="687197" y="171154"/>
                  </a:moveTo>
                  <a:lnTo>
                    <a:pt x="514985" y="271611"/>
                  </a:lnTo>
                  <a:lnTo>
                    <a:pt x="503680" y="281640"/>
                  </a:lnTo>
                  <a:lnTo>
                    <a:pt x="497316" y="294788"/>
                  </a:lnTo>
                  <a:lnTo>
                    <a:pt x="496357" y="309366"/>
                  </a:lnTo>
                  <a:lnTo>
                    <a:pt x="501269" y="323681"/>
                  </a:lnTo>
                  <a:lnTo>
                    <a:pt x="511298" y="334986"/>
                  </a:lnTo>
                  <a:lnTo>
                    <a:pt x="524446" y="341350"/>
                  </a:lnTo>
                  <a:lnTo>
                    <a:pt x="539023" y="342308"/>
                  </a:lnTo>
                  <a:lnTo>
                    <a:pt x="553338" y="337397"/>
                  </a:lnTo>
                  <a:lnTo>
                    <a:pt x="773012" y="209254"/>
                  </a:lnTo>
                  <a:lnTo>
                    <a:pt x="762762" y="209254"/>
                  </a:lnTo>
                  <a:lnTo>
                    <a:pt x="762762" y="204047"/>
                  </a:lnTo>
                  <a:lnTo>
                    <a:pt x="743585" y="204047"/>
                  </a:lnTo>
                  <a:lnTo>
                    <a:pt x="687197" y="171154"/>
                  </a:lnTo>
                  <a:close/>
                </a:path>
                <a:path w="838835" h="342900">
                  <a:moveTo>
                    <a:pt x="621882" y="133054"/>
                  </a:moveTo>
                  <a:lnTo>
                    <a:pt x="0" y="133054"/>
                  </a:lnTo>
                  <a:lnTo>
                    <a:pt x="0" y="209254"/>
                  </a:lnTo>
                  <a:lnTo>
                    <a:pt x="621882" y="209254"/>
                  </a:lnTo>
                  <a:lnTo>
                    <a:pt x="687196" y="171154"/>
                  </a:lnTo>
                  <a:lnTo>
                    <a:pt x="621882" y="133054"/>
                  </a:lnTo>
                  <a:close/>
                </a:path>
                <a:path w="838835" h="342900">
                  <a:moveTo>
                    <a:pt x="773012" y="133054"/>
                  </a:moveTo>
                  <a:lnTo>
                    <a:pt x="762762" y="133054"/>
                  </a:lnTo>
                  <a:lnTo>
                    <a:pt x="762762" y="209254"/>
                  </a:lnTo>
                  <a:lnTo>
                    <a:pt x="773012" y="209254"/>
                  </a:lnTo>
                  <a:lnTo>
                    <a:pt x="838326" y="171154"/>
                  </a:lnTo>
                  <a:lnTo>
                    <a:pt x="773012" y="133054"/>
                  </a:lnTo>
                  <a:close/>
                </a:path>
                <a:path w="838835" h="342900">
                  <a:moveTo>
                    <a:pt x="743585" y="138261"/>
                  </a:moveTo>
                  <a:lnTo>
                    <a:pt x="687197" y="171154"/>
                  </a:lnTo>
                  <a:lnTo>
                    <a:pt x="743585" y="204047"/>
                  </a:lnTo>
                  <a:lnTo>
                    <a:pt x="743585" y="138261"/>
                  </a:lnTo>
                  <a:close/>
                </a:path>
                <a:path w="838835" h="342900">
                  <a:moveTo>
                    <a:pt x="762762" y="138261"/>
                  </a:moveTo>
                  <a:lnTo>
                    <a:pt x="743585" y="138261"/>
                  </a:lnTo>
                  <a:lnTo>
                    <a:pt x="743585" y="204047"/>
                  </a:lnTo>
                  <a:lnTo>
                    <a:pt x="762762" y="204047"/>
                  </a:lnTo>
                  <a:lnTo>
                    <a:pt x="762762" y="138261"/>
                  </a:lnTo>
                  <a:close/>
                </a:path>
                <a:path w="838835" h="342900">
                  <a:moveTo>
                    <a:pt x="539023" y="0"/>
                  </a:moveTo>
                  <a:lnTo>
                    <a:pt x="524446" y="958"/>
                  </a:lnTo>
                  <a:lnTo>
                    <a:pt x="511298" y="7322"/>
                  </a:lnTo>
                  <a:lnTo>
                    <a:pt x="501269" y="18627"/>
                  </a:lnTo>
                  <a:lnTo>
                    <a:pt x="496357" y="32942"/>
                  </a:lnTo>
                  <a:lnTo>
                    <a:pt x="497316" y="47519"/>
                  </a:lnTo>
                  <a:lnTo>
                    <a:pt x="503680" y="60668"/>
                  </a:lnTo>
                  <a:lnTo>
                    <a:pt x="514985" y="70697"/>
                  </a:lnTo>
                  <a:lnTo>
                    <a:pt x="687197" y="171154"/>
                  </a:lnTo>
                  <a:lnTo>
                    <a:pt x="743585" y="138261"/>
                  </a:lnTo>
                  <a:lnTo>
                    <a:pt x="762762" y="138261"/>
                  </a:lnTo>
                  <a:lnTo>
                    <a:pt x="762762" y="133054"/>
                  </a:lnTo>
                  <a:lnTo>
                    <a:pt x="773012" y="133054"/>
                  </a:lnTo>
                  <a:lnTo>
                    <a:pt x="553338" y="4911"/>
                  </a:lnTo>
                  <a:lnTo>
                    <a:pt x="539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91662" y="2539745"/>
              <a:ext cx="1828800" cy="3820795"/>
            </a:xfrm>
            <a:custGeom>
              <a:avLst/>
              <a:gdLst/>
              <a:ahLst/>
              <a:cxnLst/>
              <a:rect l="l" t="t" r="r" b="b"/>
              <a:pathLst>
                <a:path w="1828800" h="3820795">
                  <a:moveTo>
                    <a:pt x="609600" y="291083"/>
                  </a:moveTo>
                  <a:lnTo>
                    <a:pt x="613077" y="251581"/>
                  </a:lnTo>
                  <a:lnTo>
                    <a:pt x="623208" y="213695"/>
                  </a:lnTo>
                  <a:lnTo>
                    <a:pt x="639538" y="177772"/>
                  </a:lnTo>
                  <a:lnTo>
                    <a:pt x="661613" y="144159"/>
                  </a:lnTo>
                  <a:lnTo>
                    <a:pt x="688980" y="113202"/>
                  </a:lnTo>
                  <a:lnTo>
                    <a:pt x="721185" y="85248"/>
                  </a:lnTo>
                  <a:lnTo>
                    <a:pt x="757774" y="60644"/>
                  </a:lnTo>
                  <a:lnTo>
                    <a:pt x="798293" y="39736"/>
                  </a:lnTo>
                  <a:lnTo>
                    <a:pt x="842289" y="22871"/>
                  </a:lnTo>
                  <a:lnTo>
                    <a:pt x="889308" y="10396"/>
                  </a:lnTo>
                  <a:lnTo>
                    <a:pt x="938896" y="2656"/>
                  </a:lnTo>
                  <a:lnTo>
                    <a:pt x="990600" y="0"/>
                  </a:lnTo>
                  <a:lnTo>
                    <a:pt x="1042303" y="2656"/>
                  </a:lnTo>
                  <a:lnTo>
                    <a:pt x="1091891" y="10396"/>
                  </a:lnTo>
                  <a:lnTo>
                    <a:pt x="1138910" y="22871"/>
                  </a:lnTo>
                  <a:lnTo>
                    <a:pt x="1182906" y="39736"/>
                  </a:lnTo>
                  <a:lnTo>
                    <a:pt x="1223425" y="60644"/>
                  </a:lnTo>
                  <a:lnTo>
                    <a:pt x="1260014" y="85248"/>
                  </a:lnTo>
                  <a:lnTo>
                    <a:pt x="1292219" y="113202"/>
                  </a:lnTo>
                  <a:lnTo>
                    <a:pt x="1319586" y="144159"/>
                  </a:lnTo>
                  <a:lnTo>
                    <a:pt x="1341661" y="177772"/>
                  </a:lnTo>
                  <a:lnTo>
                    <a:pt x="1357991" y="213695"/>
                  </a:lnTo>
                  <a:lnTo>
                    <a:pt x="1368122" y="251581"/>
                  </a:lnTo>
                  <a:lnTo>
                    <a:pt x="1371600" y="291083"/>
                  </a:lnTo>
                  <a:lnTo>
                    <a:pt x="1368122" y="330586"/>
                  </a:lnTo>
                  <a:lnTo>
                    <a:pt x="1357991" y="368472"/>
                  </a:lnTo>
                  <a:lnTo>
                    <a:pt x="1341661" y="404395"/>
                  </a:lnTo>
                  <a:lnTo>
                    <a:pt x="1319586" y="438008"/>
                  </a:lnTo>
                  <a:lnTo>
                    <a:pt x="1292219" y="468965"/>
                  </a:lnTo>
                  <a:lnTo>
                    <a:pt x="1260014" y="496919"/>
                  </a:lnTo>
                  <a:lnTo>
                    <a:pt x="1223425" y="521523"/>
                  </a:lnTo>
                  <a:lnTo>
                    <a:pt x="1182906" y="542431"/>
                  </a:lnTo>
                  <a:lnTo>
                    <a:pt x="1138910" y="559296"/>
                  </a:lnTo>
                  <a:lnTo>
                    <a:pt x="1091891" y="571771"/>
                  </a:lnTo>
                  <a:lnTo>
                    <a:pt x="1042303" y="579511"/>
                  </a:lnTo>
                  <a:lnTo>
                    <a:pt x="990600" y="582167"/>
                  </a:lnTo>
                  <a:lnTo>
                    <a:pt x="938896" y="579511"/>
                  </a:lnTo>
                  <a:lnTo>
                    <a:pt x="889308" y="571771"/>
                  </a:lnTo>
                  <a:lnTo>
                    <a:pt x="842289" y="559296"/>
                  </a:lnTo>
                  <a:lnTo>
                    <a:pt x="798293" y="542431"/>
                  </a:lnTo>
                  <a:lnTo>
                    <a:pt x="757774" y="521523"/>
                  </a:lnTo>
                  <a:lnTo>
                    <a:pt x="721185" y="496919"/>
                  </a:lnTo>
                  <a:lnTo>
                    <a:pt x="688980" y="468965"/>
                  </a:lnTo>
                  <a:lnTo>
                    <a:pt x="661613" y="438008"/>
                  </a:lnTo>
                  <a:lnTo>
                    <a:pt x="639538" y="404395"/>
                  </a:lnTo>
                  <a:lnTo>
                    <a:pt x="623208" y="368472"/>
                  </a:lnTo>
                  <a:lnTo>
                    <a:pt x="613077" y="330586"/>
                  </a:lnTo>
                  <a:lnTo>
                    <a:pt x="609600" y="291083"/>
                  </a:lnTo>
                  <a:close/>
                </a:path>
                <a:path w="1828800" h="3820795">
                  <a:moveTo>
                    <a:pt x="304800" y="2691384"/>
                  </a:moveTo>
                  <a:lnTo>
                    <a:pt x="308277" y="2651881"/>
                  </a:lnTo>
                  <a:lnTo>
                    <a:pt x="318408" y="2613995"/>
                  </a:lnTo>
                  <a:lnTo>
                    <a:pt x="334738" y="2578072"/>
                  </a:lnTo>
                  <a:lnTo>
                    <a:pt x="356813" y="2544459"/>
                  </a:lnTo>
                  <a:lnTo>
                    <a:pt x="384180" y="2513502"/>
                  </a:lnTo>
                  <a:lnTo>
                    <a:pt x="416385" y="2485548"/>
                  </a:lnTo>
                  <a:lnTo>
                    <a:pt x="452974" y="2460944"/>
                  </a:lnTo>
                  <a:lnTo>
                    <a:pt x="493493" y="2440036"/>
                  </a:lnTo>
                  <a:lnTo>
                    <a:pt x="537489" y="2423171"/>
                  </a:lnTo>
                  <a:lnTo>
                    <a:pt x="584508" y="2410696"/>
                  </a:lnTo>
                  <a:lnTo>
                    <a:pt x="634096" y="2402956"/>
                  </a:lnTo>
                  <a:lnTo>
                    <a:pt x="685800" y="2400299"/>
                  </a:lnTo>
                  <a:lnTo>
                    <a:pt x="737503" y="2402956"/>
                  </a:lnTo>
                  <a:lnTo>
                    <a:pt x="787091" y="2410696"/>
                  </a:lnTo>
                  <a:lnTo>
                    <a:pt x="834110" y="2423171"/>
                  </a:lnTo>
                  <a:lnTo>
                    <a:pt x="878106" y="2440036"/>
                  </a:lnTo>
                  <a:lnTo>
                    <a:pt x="918625" y="2460944"/>
                  </a:lnTo>
                  <a:lnTo>
                    <a:pt x="955214" y="2485548"/>
                  </a:lnTo>
                  <a:lnTo>
                    <a:pt x="987419" y="2513502"/>
                  </a:lnTo>
                  <a:lnTo>
                    <a:pt x="1014786" y="2544459"/>
                  </a:lnTo>
                  <a:lnTo>
                    <a:pt x="1036861" y="2578072"/>
                  </a:lnTo>
                  <a:lnTo>
                    <a:pt x="1053191" y="2613995"/>
                  </a:lnTo>
                  <a:lnTo>
                    <a:pt x="1063322" y="2651881"/>
                  </a:lnTo>
                  <a:lnTo>
                    <a:pt x="1066800" y="2691384"/>
                  </a:lnTo>
                  <a:lnTo>
                    <a:pt x="1063322" y="2730886"/>
                  </a:lnTo>
                  <a:lnTo>
                    <a:pt x="1053191" y="2768772"/>
                  </a:lnTo>
                  <a:lnTo>
                    <a:pt x="1036861" y="2804695"/>
                  </a:lnTo>
                  <a:lnTo>
                    <a:pt x="1014786" y="2838308"/>
                  </a:lnTo>
                  <a:lnTo>
                    <a:pt x="987419" y="2869265"/>
                  </a:lnTo>
                  <a:lnTo>
                    <a:pt x="955214" y="2897219"/>
                  </a:lnTo>
                  <a:lnTo>
                    <a:pt x="918625" y="2921823"/>
                  </a:lnTo>
                  <a:lnTo>
                    <a:pt x="878106" y="2942731"/>
                  </a:lnTo>
                  <a:lnTo>
                    <a:pt x="834110" y="2959596"/>
                  </a:lnTo>
                  <a:lnTo>
                    <a:pt x="787091" y="2972071"/>
                  </a:lnTo>
                  <a:lnTo>
                    <a:pt x="737503" y="2979811"/>
                  </a:lnTo>
                  <a:lnTo>
                    <a:pt x="685800" y="2982467"/>
                  </a:lnTo>
                  <a:lnTo>
                    <a:pt x="634096" y="2979811"/>
                  </a:lnTo>
                  <a:lnTo>
                    <a:pt x="584508" y="2972071"/>
                  </a:lnTo>
                  <a:lnTo>
                    <a:pt x="537489" y="2959596"/>
                  </a:lnTo>
                  <a:lnTo>
                    <a:pt x="493493" y="2942731"/>
                  </a:lnTo>
                  <a:lnTo>
                    <a:pt x="452974" y="2921823"/>
                  </a:lnTo>
                  <a:lnTo>
                    <a:pt x="416385" y="2897219"/>
                  </a:lnTo>
                  <a:lnTo>
                    <a:pt x="384180" y="2869265"/>
                  </a:lnTo>
                  <a:lnTo>
                    <a:pt x="356813" y="2838308"/>
                  </a:lnTo>
                  <a:lnTo>
                    <a:pt x="334738" y="2804695"/>
                  </a:lnTo>
                  <a:lnTo>
                    <a:pt x="318408" y="2768772"/>
                  </a:lnTo>
                  <a:lnTo>
                    <a:pt x="308277" y="2730886"/>
                  </a:lnTo>
                  <a:lnTo>
                    <a:pt x="304800" y="2691384"/>
                  </a:lnTo>
                  <a:close/>
                </a:path>
                <a:path w="1828800" h="3820795">
                  <a:moveTo>
                    <a:pt x="1066800" y="1082039"/>
                  </a:moveTo>
                  <a:lnTo>
                    <a:pt x="1070277" y="1042537"/>
                  </a:lnTo>
                  <a:lnTo>
                    <a:pt x="1080408" y="1004651"/>
                  </a:lnTo>
                  <a:lnTo>
                    <a:pt x="1096738" y="968728"/>
                  </a:lnTo>
                  <a:lnTo>
                    <a:pt x="1118813" y="935115"/>
                  </a:lnTo>
                  <a:lnTo>
                    <a:pt x="1146180" y="904158"/>
                  </a:lnTo>
                  <a:lnTo>
                    <a:pt x="1178385" y="876204"/>
                  </a:lnTo>
                  <a:lnTo>
                    <a:pt x="1214974" y="851600"/>
                  </a:lnTo>
                  <a:lnTo>
                    <a:pt x="1255493" y="830692"/>
                  </a:lnTo>
                  <a:lnTo>
                    <a:pt x="1299489" y="813827"/>
                  </a:lnTo>
                  <a:lnTo>
                    <a:pt x="1346508" y="801352"/>
                  </a:lnTo>
                  <a:lnTo>
                    <a:pt x="1396096" y="793612"/>
                  </a:lnTo>
                  <a:lnTo>
                    <a:pt x="1447800" y="790955"/>
                  </a:lnTo>
                  <a:lnTo>
                    <a:pt x="1499503" y="793612"/>
                  </a:lnTo>
                  <a:lnTo>
                    <a:pt x="1549091" y="801352"/>
                  </a:lnTo>
                  <a:lnTo>
                    <a:pt x="1596110" y="813827"/>
                  </a:lnTo>
                  <a:lnTo>
                    <a:pt x="1640106" y="830692"/>
                  </a:lnTo>
                  <a:lnTo>
                    <a:pt x="1680625" y="851600"/>
                  </a:lnTo>
                  <a:lnTo>
                    <a:pt x="1717214" y="876204"/>
                  </a:lnTo>
                  <a:lnTo>
                    <a:pt x="1749419" y="904158"/>
                  </a:lnTo>
                  <a:lnTo>
                    <a:pt x="1776786" y="935115"/>
                  </a:lnTo>
                  <a:lnTo>
                    <a:pt x="1798861" y="968728"/>
                  </a:lnTo>
                  <a:lnTo>
                    <a:pt x="1815191" y="1004651"/>
                  </a:lnTo>
                  <a:lnTo>
                    <a:pt x="1825322" y="1042537"/>
                  </a:lnTo>
                  <a:lnTo>
                    <a:pt x="1828800" y="1082039"/>
                  </a:lnTo>
                  <a:lnTo>
                    <a:pt x="1825322" y="1121542"/>
                  </a:lnTo>
                  <a:lnTo>
                    <a:pt x="1815191" y="1159428"/>
                  </a:lnTo>
                  <a:lnTo>
                    <a:pt x="1798861" y="1195351"/>
                  </a:lnTo>
                  <a:lnTo>
                    <a:pt x="1776786" y="1228964"/>
                  </a:lnTo>
                  <a:lnTo>
                    <a:pt x="1749419" y="1259921"/>
                  </a:lnTo>
                  <a:lnTo>
                    <a:pt x="1717214" y="1287875"/>
                  </a:lnTo>
                  <a:lnTo>
                    <a:pt x="1680625" y="1312479"/>
                  </a:lnTo>
                  <a:lnTo>
                    <a:pt x="1640106" y="1333387"/>
                  </a:lnTo>
                  <a:lnTo>
                    <a:pt x="1596110" y="1350252"/>
                  </a:lnTo>
                  <a:lnTo>
                    <a:pt x="1549091" y="1362727"/>
                  </a:lnTo>
                  <a:lnTo>
                    <a:pt x="1499503" y="1370467"/>
                  </a:lnTo>
                  <a:lnTo>
                    <a:pt x="1447800" y="1373123"/>
                  </a:lnTo>
                  <a:lnTo>
                    <a:pt x="1396096" y="1370467"/>
                  </a:lnTo>
                  <a:lnTo>
                    <a:pt x="1346508" y="1362727"/>
                  </a:lnTo>
                  <a:lnTo>
                    <a:pt x="1299489" y="1350252"/>
                  </a:lnTo>
                  <a:lnTo>
                    <a:pt x="1255493" y="1333387"/>
                  </a:lnTo>
                  <a:lnTo>
                    <a:pt x="1214974" y="1312479"/>
                  </a:lnTo>
                  <a:lnTo>
                    <a:pt x="1178385" y="1287875"/>
                  </a:lnTo>
                  <a:lnTo>
                    <a:pt x="1146180" y="1259921"/>
                  </a:lnTo>
                  <a:lnTo>
                    <a:pt x="1118813" y="1228964"/>
                  </a:lnTo>
                  <a:lnTo>
                    <a:pt x="1096738" y="1195351"/>
                  </a:lnTo>
                  <a:lnTo>
                    <a:pt x="1080408" y="1159428"/>
                  </a:lnTo>
                  <a:lnTo>
                    <a:pt x="1070277" y="1121542"/>
                  </a:lnTo>
                  <a:lnTo>
                    <a:pt x="1066800" y="1082039"/>
                  </a:lnTo>
                  <a:close/>
                </a:path>
                <a:path w="1828800" h="3820795">
                  <a:moveTo>
                    <a:pt x="0" y="3529583"/>
                  </a:moveTo>
                  <a:lnTo>
                    <a:pt x="3477" y="3490086"/>
                  </a:lnTo>
                  <a:lnTo>
                    <a:pt x="13608" y="3452203"/>
                  </a:lnTo>
                  <a:lnTo>
                    <a:pt x="29938" y="3416282"/>
                  </a:lnTo>
                  <a:lnTo>
                    <a:pt x="52013" y="3382670"/>
                  </a:lnTo>
                  <a:lnTo>
                    <a:pt x="79380" y="3351713"/>
                  </a:lnTo>
                  <a:lnTo>
                    <a:pt x="111585" y="3323758"/>
                  </a:lnTo>
                  <a:lnTo>
                    <a:pt x="148174" y="3299152"/>
                  </a:lnTo>
                  <a:lnTo>
                    <a:pt x="188693" y="3278242"/>
                  </a:lnTo>
                  <a:lnTo>
                    <a:pt x="232689" y="3261375"/>
                  </a:lnTo>
                  <a:lnTo>
                    <a:pt x="279708" y="3248898"/>
                  </a:lnTo>
                  <a:lnTo>
                    <a:pt x="329296" y="3241157"/>
                  </a:lnTo>
                  <a:lnTo>
                    <a:pt x="381000" y="3238500"/>
                  </a:lnTo>
                  <a:lnTo>
                    <a:pt x="432703" y="3241157"/>
                  </a:lnTo>
                  <a:lnTo>
                    <a:pt x="482291" y="3248898"/>
                  </a:lnTo>
                  <a:lnTo>
                    <a:pt x="529310" y="3261375"/>
                  </a:lnTo>
                  <a:lnTo>
                    <a:pt x="573306" y="3278242"/>
                  </a:lnTo>
                  <a:lnTo>
                    <a:pt x="613825" y="3299152"/>
                  </a:lnTo>
                  <a:lnTo>
                    <a:pt x="650414" y="3323758"/>
                  </a:lnTo>
                  <a:lnTo>
                    <a:pt x="682619" y="3351713"/>
                  </a:lnTo>
                  <a:lnTo>
                    <a:pt x="709986" y="3382670"/>
                  </a:lnTo>
                  <a:lnTo>
                    <a:pt x="732061" y="3416282"/>
                  </a:lnTo>
                  <a:lnTo>
                    <a:pt x="748391" y="3452203"/>
                  </a:lnTo>
                  <a:lnTo>
                    <a:pt x="758522" y="3490086"/>
                  </a:lnTo>
                  <a:lnTo>
                    <a:pt x="762000" y="3529583"/>
                  </a:lnTo>
                  <a:lnTo>
                    <a:pt x="758522" y="3569081"/>
                  </a:lnTo>
                  <a:lnTo>
                    <a:pt x="748391" y="3606964"/>
                  </a:lnTo>
                  <a:lnTo>
                    <a:pt x="732061" y="3642885"/>
                  </a:lnTo>
                  <a:lnTo>
                    <a:pt x="709986" y="3676497"/>
                  </a:lnTo>
                  <a:lnTo>
                    <a:pt x="682619" y="3707454"/>
                  </a:lnTo>
                  <a:lnTo>
                    <a:pt x="650414" y="3735409"/>
                  </a:lnTo>
                  <a:lnTo>
                    <a:pt x="613825" y="3760015"/>
                  </a:lnTo>
                  <a:lnTo>
                    <a:pt x="573306" y="3780925"/>
                  </a:lnTo>
                  <a:lnTo>
                    <a:pt x="529310" y="3797792"/>
                  </a:lnTo>
                  <a:lnTo>
                    <a:pt x="482291" y="3810269"/>
                  </a:lnTo>
                  <a:lnTo>
                    <a:pt x="432703" y="3818010"/>
                  </a:lnTo>
                  <a:lnTo>
                    <a:pt x="381000" y="3820667"/>
                  </a:lnTo>
                  <a:lnTo>
                    <a:pt x="329296" y="3818010"/>
                  </a:lnTo>
                  <a:lnTo>
                    <a:pt x="279708" y="3810269"/>
                  </a:lnTo>
                  <a:lnTo>
                    <a:pt x="232689" y="3797792"/>
                  </a:lnTo>
                  <a:lnTo>
                    <a:pt x="188693" y="3780925"/>
                  </a:lnTo>
                  <a:lnTo>
                    <a:pt x="148174" y="3760015"/>
                  </a:lnTo>
                  <a:lnTo>
                    <a:pt x="111585" y="3735409"/>
                  </a:lnTo>
                  <a:lnTo>
                    <a:pt x="79380" y="3707454"/>
                  </a:lnTo>
                  <a:lnTo>
                    <a:pt x="52013" y="3676497"/>
                  </a:lnTo>
                  <a:lnTo>
                    <a:pt x="29938" y="3642885"/>
                  </a:lnTo>
                  <a:lnTo>
                    <a:pt x="13608" y="3606964"/>
                  </a:lnTo>
                  <a:lnTo>
                    <a:pt x="3477" y="3569081"/>
                  </a:lnTo>
                  <a:lnTo>
                    <a:pt x="0" y="3529583"/>
                  </a:lnTo>
                  <a:close/>
                </a:path>
                <a:path w="1828800" h="3820795">
                  <a:moveTo>
                    <a:pt x="685800" y="1920239"/>
                  </a:moveTo>
                  <a:lnTo>
                    <a:pt x="689277" y="1880737"/>
                  </a:lnTo>
                  <a:lnTo>
                    <a:pt x="699408" y="1842851"/>
                  </a:lnTo>
                  <a:lnTo>
                    <a:pt x="715738" y="1806928"/>
                  </a:lnTo>
                  <a:lnTo>
                    <a:pt x="737813" y="1773315"/>
                  </a:lnTo>
                  <a:lnTo>
                    <a:pt x="765180" y="1742358"/>
                  </a:lnTo>
                  <a:lnTo>
                    <a:pt x="797385" y="1714404"/>
                  </a:lnTo>
                  <a:lnTo>
                    <a:pt x="833974" y="1689800"/>
                  </a:lnTo>
                  <a:lnTo>
                    <a:pt x="874493" y="1668892"/>
                  </a:lnTo>
                  <a:lnTo>
                    <a:pt x="918489" y="1652027"/>
                  </a:lnTo>
                  <a:lnTo>
                    <a:pt x="965508" y="1639552"/>
                  </a:lnTo>
                  <a:lnTo>
                    <a:pt x="1015096" y="1631812"/>
                  </a:lnTo>
                  <a:lnTo>
                    <a:pt x="1066800" y="1629155"/>
                  </a:lnTo>
                  <a:lnTo>
                    <a:pt x="1118503" y="1631812"/>
                  </a:lnTo>
                  <a:lnTo>
                    <a:pt x="1168091" y="1639552"/>
                  </a:lnTo>
                  <a:lnTo>
                    <a:pt x="1215110" y="1652027"/>
                  </a:lnTo>
                  <a:lnTo>
                    <a:pt x="1259106" y="1668892"/>
                  </a:lnTo>
                  <a:lnTo>
                    <a:pt x="1299625" y="1689800"/>
                  </a:lnTo>
                  <a:lnTo>
                    <a:pt x="1336214" y="1714404"/>
                  </a:lnTo>
                  <a:lnTo>
                    <a:pt x="1368419" y="1742358"/>
                  </a:lnTo>
                  <a:lnTo>
                    <a:pt x="1395786" y="1773315"/>
                  </a:lnTo>
                  <a:lnTo>
                    <a:pt x="1417861" y="1806928"/>
                  </a:lnTo>
                  <a:lnTo>
                    <a:pt x="1434191" y="1842851"/>
                  </a:lnTo>
                  <a:lnTo>
                    <a:pt x="1444322" y="1880737"/>
                  </a:lnTo>
                  <a:lnTo>
                    <a:pt x="1447800" y="1920239"/>
                  </a:lnTo>
                  <a:lnTo>
                    <a:pt x="1444322" y="1959742"/>
                  </a:lnTo>
                  <a:lnTo>
                    <a:pt x="1434191" y="1997628"/>
                  </a:lnTo>
                  <a:lnTo>
                    <a:pt x="1417861" y="2033551"/>
                  </a:lnTo>
                  <a:lnTo>
                    <a:pt x="1395786" y="2067164"/>
                  </a:lnTo>
                  <a:lnTo>
                    <a:pt x="1368419" y="2098121"/>
                  </a:lnTo>
                  <a:lnTo>
                    <a:pt x="1336214" y="2126075"/>
                  </a:lnTo>
                  <a:lnTo>
                    <a:pt x="1299625" y="2150679"/>
                  </a:lnTo>
                  <a:lnTo>
                    <a:pt x="1259106" y="2171587"/>
                  </a:lnTo>
                  <a:lnTo>
                    <a:pt x="1215110" y="2188452"/>
                  </a:lnTo>
                  <a:lnTo>
                    <a:pt x="1168091" y="2200927"/>
                  </a:lnTo>
                  <a:lnTo>
                    <a:pt x="1118503" y="2208667"/>
                  </a:lnTo>
                  <a:lnTo>
                    <a:pt x="1066800" y="2211323"/>
                  </a:lnTo>
                  <a:lnTo>
                    <a:pt x="1015096" y="2208667"/>
                  </a:lnTo>
                  <a:lnTo>
                    <a:pt x="965508" y="2200927"/>
                  </a:lnTo>
                  <a:lnTo>
                    <a:pt x="918489" y="2188452"/>
                  </a:lnTo>
                  <a:lnTo>
                    <a:pt x="874493" y="2171587"/>
                  </a:lnTo>
                  <a:lnTo>
                    <a:pt x="833974" y="2150679"/>
                  </a:lnTo>
                  <a:lnTo>
                    <a:pt x="797385" y="2126075"/>
                  </a:lnTo>
                  <a:lnTo>
                    <a:pt x="765180" y="2098121"/>
                  </a:lnTo>
                  <a:lnTo>
                    <a:pt x="737813" y="2067164"/>
                  </a:lnTo>
                  <a:lnTo>
                    <a:pt x="715738" y="2033551"/>
                  </a:lnTo>
                  <a:lnTo>
                    <a:pt x="699408" y="1997628"/>
                  </a:lnTo>
                  <a:lnTo>
                    <a:pt x="689277" y="1959742"/>
                  </a:lnTo>
                  <a:lnTo>
                    <a:pt x="685800" y="192023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72662" y="3104641"/>
              <a:ext cx="1600200" cy="2673985"/>
            </a:xfrm>
            <a:custGeom>
              <a:avLst/>
              <a:gdLst/>
              <a:ahLst/>
              <a:cxnLst/>
              <a:rect l="l" t="t" r="r" b="b"/>
              <a:pathLst>
                <a:path w="1600200" h="2673985">
                  <a:moveTo>
                    <a:pt x="317119" y="2432177"/>
                  </a:moveTo>
                  <a:lnTo>
                    <a:pt x="292481" y="2402967"/>
                  </a:lnTo>
                  <a:lnTo>
                    <a:pt x="75234" y="2585631"/>
                  </a:lnTo>
                  <a:lnTo>
                    <a:pt x="50673" y="2556433"/>
                  </a:lnTo>
                  <a:lnTo>
                    <a:pt x="0" y="2673718"/>
                  </a:lnTo>
                  <a:lnTo>
                    <a:pt x="124333" y="2643936"/>
                  </a:lnTo>
                  <a:lnTo>
                    <a:pt x="110083" y="2627020"/>
                  </a:lnTo>
                  <a:lnTo>
                    <a:pt x="99783" y="2614790"/>
                  </a:lnTo>
                  <a:lnTo>
                    <a:pt x="317119" y="2432177"/>
                  </a:lnTo>
                  <a:close/>
                </a:path>
                <a:path w="1600200" h="2673985">
                  <a:moveTo>
                    <a:pt x="1066800" y="225806"/>
                  </a:moveTo>
                  <a:lnTo>
                    <a:pt x="1048854" y="203581"/>
                  </a:lnTo>
                  <a:lnTo>
                    <a:pt x="986536" y="126365"/>
                  </a:lnTo>
                  <a:lnTo>
                    <a:pt x="970711" y="161010"/>
                  </a:lnTo>
                  <a:lnTo>
                    <a:pt x="617474" y="0"/>
                  </a:lnTo>
                  <a:lnTo>
                    <a:pt x="609600" y="17272"/>
                  </a:lnTo>
                  <a:lnTo>
                    <a:pt x="590804" y="14097"/>
                  </a:lnTo>
                  <a:lnTo>
                    <a:pt x="304888" y="1719668"/>
                  </a:lnTo>
                  <a:lnTo>
                    <a:pt x="267335" y="1713357"/>
                  </a:lnTo>
                  <a:lnTo>
                    <a:pt x="304800" y="1835531"/>
                  </a:lnTo>
                  <a:lnTo>
                    <a:pt x="371030" y="1744726"/>
                  </a:lnTo>
                  <a:lnTo>
                    <a:pt x="380111" y="1732280"/>
                  </a:lnTo>
                  <a:lnTo>
                    <a:pt x="342480" y="1725968"/>
                  </a:lnTo>
                  <a:lnTo>
                    <a:pt x="624293" y="44856"/>
                  </a:lnTo>
                  <a:lnTo>
                    <a:pt x="954874" y="195694"/>
                  </a:lnTo>
                  <a:lnTo>
                    <a:pt x="939038" y="230378"/>
                  </a:lnTo>
                  <a:lnTo>
                    <a:pt x="1066800" y="225806"/>
                  </a:lnTo>
                  <a:close/>
                </a:path>
                <a:path w="1600200" h="2673985">
                  <a:moveTo>
                    <a:pt x="1600200" y="1064387"/>
                  </a:moveTo>
                  <a:lnTo>
                    <a:pt x="1581467" y="1040257"/>
                  </a:lnTo>
                  <a:lnTo>
                    <a:pt x="1521841" y="963422"/>
                  </a:lnTo>
                  <a:lnTo>
                    <a:pt x="1505394" y="997712"/>
                  </a:lnTo>
                  <a:lnTo>
                    <a:pt x="1075055" y="791083"/>
                  </a:lnTo>
                  <a:lnTo>
                    <a:pt x="1066800" y="808228"/>
                  </a:lnTo>
                  <a:lnTo>
                    <a:pt x="1056132" y="792480"/>
                  </a:lnTo>
                  <a:lnTo>
                    <a:pt x="770064" y="984796"/>
                  </a:lnTo>
                  <a:lnTo>
                    <a:pt x="748792" y="953135"/>
                  </a:lnTo>
                  <a:lnTo>
                    <a:pt x="685800" y="1064387"/>
                  </a:lnTo>
                  <a:lnTo>
                    <a:pt x="812546" y="1048004"/>
                  </a:lnTo>
                  <a:lnTo>
                    <a:pt x="798461" y="1027049"/>
                  </a:lnTo>
                  <a:lnTo>
                    <a:pt x="791298" y="1016406"/>
                  </a:lnTo>
                  <a:lnTo>
                    <a:pt x="1068362" y="830097"/>
                  </a:lnTo>
                  <a:lnTo>
                    <a:pt x="1488935" y="1032027"/>
                  </a:lnTo>
                  <a:lnTo>
                    <a:pt x="1472438" y="1066419"/>
                  </a:lnTo>
                  <a:lnTo>
                    <a:pt x="1600200" y="1064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1861" y="4168901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4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4"/>
                  </a:lnTo>
                  <a:lnTo>
                    <a:pt x="758522" y="330586"/>
                  </a:lnTo>
                  <a:lnTo>
                    <a:pt x="748391" y="368472"/>
                  </a:lnTo>
                  <a:lnTo>
                    <a:pt x="732061" y="404395"/>
                  </a:lnTo>
                  <a:lnTo>
                    <a:pt x="709986" y="438008"/>
                  </a:lnTo>
                  <a:lnTo>
                    <a:pt x="682619" y="468965"/>
                  </a:lnTo>
                  <a:lnTo>
                    <a:pt x="650414" y="496919"/>
                  </a:lnTo>
                  <a:lnTo>
                    <a:pt x="613825" y="521523"/>
                  </a:lnTo>
                  <a:lnTo>
                    <a:pt x="573306" y="542431"/>
                  </a:lnTo>
                  <a:lnTo>
                    <a:pt x="529310" y="559296"/>
                  </a:lnTo>
                  <a:lnTo>
                    <a:pt x="482291" y="571771"/>
                  </a:lnTo>
                  <a:lnTo>
                    <a:pt x="432703" y="579511"/>
                  </a:lnTo>
                  <a:lnTo>
                    <a:pt x="381000" y="582168"/>
                  </a:lnTo>
                  <a:lnTo>
                    <a:pt x="329296" y="579511"/>
                  </a:lnTo>
                  <a:lnTo>
                    <a:pt x="279708" y="571771"/>
                  </a:lnTo>
                  <a:lnTo>
                    <a:pt x="232689" y="559296"/>
                  </a:lnTo>
                  <a:lnTo>
                    <a:pt x="188693" y="542431"/>
                  </a:lnTo>
                  <a:lnTo>
                    <a:pt x="148174" y="521523"/>
                  </a:lnTo>
                  <a:lnTo>
                    <a:pt x="111585" y="496919"/>
                  </a:lnTo>
                  <a:lnTo>
                    <a:pt x="79380" y="468965"/>
                  </a:lnTo>
                  <a:lnTo>
                    <a:pt x="52013" y="438008"/>
                  </a:lnTo>
                  <a:lnTo>
                    <a:pt x="29938" y="404395"/>
                  </a:lnTo>
                  <a:lnTo>
                    <a:pt x="13608" y="368472"/>
                  </a:lnTo>
                  <a:lnTo>
                    <a:pt x="3477" y="330586"/>
                  </a:lnTo>
                  <a:lnTo>
                    <a:pt x="0" y="291084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42715" y="4972558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3695" y="260032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8995" y="3362020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37915" y="5887008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7995" y="4277105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149" y="4743958"/>
            <a:ext cx="4422140" cy="1917700"/>
            <a:chOff x="53149" y="4743958"/>
            <a:chExt cx="4422140" cy="1917700"/>
          </a:xfrm>
        </p:grpSpPr>
        <p:sp>
          <p:nvSpPr>
            <p:cNvPr id="25" name="object 25"/>
            <p:cNvSpPr/>
            <p:nvPr/>
          </p:nvSpPr>
          <p:spPr>
            <a:xfrm>
              <a:off x="4335779" y="4743958"/>
              <a:ext cx="139700" cy="281940"/>
            </a:xfrm>
            <a:custGeom>
              <a:avLst/>
              <a:gdLst/>
              <a:ahLst/>
              <a:cxnLst/>
              <a:rect l="l" t="t" r="r" b="b"/>
              <a:pathLst>
                <a:path w="139700" h="281939">
                  <a:moveTo>
                    <a:pt x="0" y="154432"/>
                  </a:moveTo>
                  <a:lnTo>
                    <a:pt x="9906" y="281813"/>
                  </a:lnTo>
                  <a:lnTo>
                    <a:pt x="102158" y="200787"/>
                  </a:lnTo>
                  <a:lnTo>
                    <a:pt x="63373" y="200787"/>
                  </a:lnTo>
                  <a:lnTo>
                    <a:pt x="28067" y="186436"/>
                  </a:lnTo>
                  <a:lnTo>
                    <a:pt x="35254" y="168762"/>
                  </a:lnTo>
                  <a:lnTo>
                    <a:pt x="0" y="154432"/>
                  </a:lnTo>
                  <a:close/>
                </a:path>
                <a:path w="139700" h="281939">
                  <a:moveTo>
                    <a:pt x="35254" y="168762"/>
                  </a:moveTo>
                  <a:lnTo>
                    <a:pt x="28067" y="186436"/>
                  </a:lnTo>
                  <a:lnTo>
                    <a:pt x="63373" y="200787"/>
                  </a:lnTo>
                  <a:lnTo>
                    <a:pt x="70556" y="183111"/>
                  </a:lnTo>
                  <a:lnTo>
                    <a:pt x="35254" y="168762"/>
                  </a:lnTo>
                  <a:close/>
                </a:path>
                <a:path w="139700" h="281939">
                  <a:moveTo>
                    <a:pt x="70556" y="183111"/>
                  </a:moveTo>
                  <a:lnTo>
                    <a:pt x="63373" y="200787"/>
                  </a:lnTo>
                  <a:lnTo>
                    <a:pt x="102158" y="200787"/>
                  </a:lnTo>
                  <a:lnTo>
                    <a:pt x="105918" y="197485"/>
                  </a:lnTo>
                  <a:lnTo>
                    <a:pt x="70556" y="183111"/>
                  </a:lnTo>
                  <a:close/>
                </a:path>
                <a:path w="139700" h="281939">
                  <a:moveTo>
                    <a:pt x="103886" y="0"/>
                  </a:moveTo>
                  <a:lnTo>
                    <a:pt x="35254" y="168762"/>
                  </a:lnTo>
                  <a:lnTo>
                    <a:pt x="70556" y="183111"/>
                  </a:lnTo>
                  <a:lnTo>
                    <a:pt x="139192" y="14224"/>
                  </a:lnTo>
                  <a:lnTo>
                    <a:pt x="103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1" y="6010656"/>
              <a:ext cx="2626360" cy="646430"/>
            </a:xfrm>
            <a:custGeom>
              <a:avLst/>
              <a:gdLst/>
              <a:ahLst/>
              <a:cxnLst/>
              <a:rect l="l" t="t" r="r" b="b"/>
              <a:pathLst>
                <a:path w="2626360" h="646429">
                  <a:moveTo>
                    <a:pt x="0" y="646176"/>
                  </a:moveTo>
                  <a:lnTo>
                    <a:pt x="2625852" y="646176"/>
                  </a:lnTo>
                  <a:lnTo>
                    <a:pt x="2625852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7294" y="5391708"/>
            <a:ext cx="236918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  <a:tabLst>
                <a:tab pos="1070610" algn="l"/>
                <a:tab pos="2023110" algn="l"/>
              </a:tabLst>
            </a:pPr>
            <a:r>
              <a:rPr sz="2400" spc="-50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  <a:p>
            <a:pPr marL="182880" marR="126364" indent="-170815">
              <a:lnSpc>
                <a:spcPct val="100000"/>
              </a:lnSpc>
              <a:spcBef>
                <a:spcPts val="2245"/>
              </a:spcBef>
            </a:pPr>
            <a:r>
              <a:rPr sz="1800" dirty="0">
                <a:latin typeface="Tahoma"/>
                <a:cs typeface="Tahoma"/>
              </a:rPr>
              <a:t>Find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left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most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right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10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48200" y="4968240"/>
            <a:ext cx="1524000" cy="1201420"/>
          </a:xfrm>
          <a:custGeom>
            <a:avLst/>
            <a:gdLst/>
            <a:ahLst/>
            <a:cxnLst/>
            <a:rect l="l" t="t" r="r" b="b"/>
            <a:pathLst>
              <a:path w="1524000" h="1201420">
                <a:moveTo>
                  <a:pt x="0" y="1200912"/>
                </a:moveTo>
                <a:lnTo>
                  <a:pt x="1524000" y="1200912"/>
                </a:lnTo>
                <a:lnTo>
                  <a:pt x="15240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144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726940" y="5000320"/>
            <a:ext cx="1354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226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Attach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left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10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node,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i.e.,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25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34100" y="3047745"/>
            <a:ext cx="2846070" cy="3082290"/>
            <a:chOff x="6134100" y="3047745"/>
            <a:chExt cx="2846070" cy="3082290"/>
          </a:xfrm>
        </p:grpSpPr>
        <p:sp>
          <p:nvSpPr>
            <p:cNvPr id="31" name="object 31"/>
            <p:cNvSpPr/>
            <p:nvPr/>
          </p:nvSpPr>
          <p:spPr>
            <a:xfrm>
              <a:off x="6134100" y="4272829"/>
              <a:ext cx="838835" cy="342900"/>
            </a:xfrm>
            <a:custGeom>
              <a:avLst/>
              <a:gdLst/>
              <a:ahLst/>
              <a:cxnLst/>
              <a:rect l="l" t="t" r="r" b="b"/>
              <a:pathLst>
                <a:path w="838834" h="342900">
                  <a:moveTo>
                    <a:pt x="687197" y="171154"/>
                  </a:moveTo>
                  <a:lnTo>
                    <a:pt x="514984" y="271611"/>
                  </a:lnTo>
                  <a:lnTo>
                    <a:pt x="503680" y="281640"/>
                  </a:lnTo>
                  <a:lnTo>
                    <a:pt x="497316" y="294788"/>
                  </a:lnTo>
                  <a:lnTo>
                    <a:pt x="496357" y="309366"/>
                  </a:lnTo>
                  <a:lnTo>
                    <a:pt x="501269" y="323681"/>
                  </a:lnTo>
                  <a:lnTo>
                    <a:pt x="511298" y="334986"/>
                  </a:lnTo>
                  <a:lnTo>
                    <a:pt x="524446" y="341350"/>
                  </a:lnTo>
                  <a:lnTo>
                    <a:pt x="539023" y="342308"/>
                  </a:lnTo>
                  <a:lnTo>
                    <a:pt x="553339" y="337397"/>
                  </a:lnTo>
                  <a:lnTo>
                    <a:pt x="773012" y="209254"/>
                  </a:lnTo>
                  <a:lnTo>
                    <a:pt x="762761" y="209254"/>
                  </a:lnTo>
                  <a:lnTo>
                    <a:pt x="762761" y="204047"/>
                  </a:lnTo>
                  <a:lnTo>
                    <a:pt x="743584" y="204047"/>
                  </a:lnTo>
                  <a:lnTo>
                    <a:pt x="687197" y="171154"/>
                  </a:lnTo>
                  <a:close/>
                </a:path>
                <a:path w="838834" h="342900">
                  <a:moveTo>
                    <a:pt x="621882" y="133054"/>
                  </a:moveTo>
                  <a:lnTo>
                    <a:pt x="0" y="133054"/>
                  </a:lnTo>
                  <a:lnTo>
                    <a:pt x="0" y="209254"/>
                  </a:lnTo>
                  <a:lnTo>
                    <a:pt x="621882" y="209254"/>
                  </a:lnTo>
                  <a:lnTo>
                    <a:pt x="687197" y="171154"/>
                  </a:lnTo>
                  <a:lnTo>
                    <a:pt x="621882" y="133054"/>
                  </a:lnTo>
                  <a:close/>
                </a:path>
                <a:path w="838834" h="342900">
                  <a:moveTo>
                    <a:pt x="773012" y="133054"/>
                  </a:moveTo>
                  <a:lnTo>
                    <a:pt x="762761" y="133054"/>
                  </a:lnTo>
                  <a:lnTo>
                    <a:pt x="762761" y="209254"/>
                  </a:lnTo>
                  <a:lnTo>
                    <a:pt x="773012" y="209254"/>
                  </a:lnTo>
                  <a:lnTo>
                    <a:pt x="838326" y="171154"/>
                  </a:lnTo>
                  <a:lnTo>
                    <a:pt x="773012" y="133054"/>
                  </a:lnTo>
                  <a:close/>
                </a:path>
                <a:path w="838834" h="342900">
                  <a:moveTo>
                    <a:pt x="743584" y="138261"/>
                  </a:moveTo>
                  <a:lnTo>
                    <a:pt x="687197" y="171154"/>
                  </a:lnTo>
                  <a:lnTo>
                    <a:pt x="743584" y="204047"/>
                  </a:lnTo>
                  <a:lnTo>
                    <a:pt x="743584" y="138261"/>
                  </a:lnTo>
                  <a:close/>
                </a:path>
                <a:path w="838834" h="342900">
                  <a:moveTo>
                    <a:pt x="762761" y="138261"/>
                  </a:moveTo>
                  <a:lnTo>
                    <a:pt x="743584" y="138261"/>
                  </a:lnTo>
                  <a:lnTo>
                    <a:pt x="743584" y="204047"/>
                  </a:lnTo>
                  <a:lnTo>
                    <a:pt x="762761" y="204047"/>
                  </a:lnTo>
                  <a:lnTo>
                    <a:pt x="762761" y="138261"/>
                  </a:lnTo>
                  <a:close/>
                </a:path>
                <a:path w="838834" h="342900">
                  <a:moveTo>
                    <a:pt x="539023" y="0"/>
                  </a:moveTo>
                  <a:lnTo>
                    <a:pt x="524446" y="958"/>
                  </a:lnTo>
                  <a:lnTo>
                    <a:pt x="511298" y="7322"/>
                  </a:lnTo>
                  <a:lnTo>
                    <a:pt x="501269" y="18627"/>
                  </a:lnTo>
                  <a:lnTo>
                    <a:pt x="496357" y="32942"/>
                  </a:lnTo>
                  <a:lnTo>
                    <a:pt x="497316" y="47519"/>
                  </a:lnTo>
                  <a:lnTo>
                    <a:pt x="503680" y="60668"/>
                  </a:lnTo>
                  <a:lnTo>
                    <a:pt x="514984" y="70697"/>
                  </a:lnTo>
                  <a:lnTo>
                    <a:pt x="687197" y="171154"/>
                  </a:lnTo>
                  <a:lnTo>
                    <a:pt x="743584" y="138261"/>
                  </a:lnTo>
                  <a:lnTo>
                    <a:pt x="762761" y="138261"/>
                  </a:lnTo>
                  <a:lnTo>
                    <a:pt x="762761" y="133054"/>
                  </a:lnTo>
                  <a:lnTo>
                    <a:pt x="773012" y="133054"/>
                  </a:lnTo>
                  <a:lnTo>
                    <a:pt x="553339" y="4911"/>
                  </a:lnTo>
                  <a:lnTo>
                    <a:pt x="539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92062" y="3073145"/>
              <a:ext cx="1828800" cy="3031490"/>
            </a:xfrm>
            <a:custGeom>
              <a:avLst/>
              <a:gdLst/>
              <a:ahLst/>
              <a:cxnLst/>
              <a:rect l="l" t="t" r="r" b="b"/>
              <a:pathLst>
                <a:path w="1828800" h="3031490">
                  <a:moveTo>
                    <a:pt x="304800" y="1901952"/>
                  </a:moveTo>
                  <a:lnTo>
                    <a:pt x="308277" y="1862449"/>
                  </a:lnTo>
                  <a:lnTo>
                    <a:pt x="318408" y="1824563"/>
                  </a:lnTo>
                  <a:lnTo>
                    <a:pt x="334738" y="1788640"/>
                  </a:lnTo>
                  <a:lnTo>
                    <a:pt x="356813" y="1755027"/>
                  </a:lnTo>
                  <a:lnTo>
                    <a:pt x="384180" y="1724070"/>
                  </a:lnTo>
                  <a:lnTo>
                    <a:pt x="416385" y="1696116"/>
                  </a:lnTo>
                  <a:lnTo>
                    <a:pt x="452974" y="1671512"/>
                  </a:lnTo>
                  <a:lnTo>
                    <a:pt x="493493" y="1650604"/>
                  </a:lnTo>
                  <a:lnTo>
                    <a:pt x="537489" y="1633739"/>
                  </a:lnTo>
                  <a:lnTo>
                    <a:pt x="584508" y="1621264"/>
                  </a:lnTo>
                  <a:lnTo>
                    <a:pt x="634096" y="1613524"/>
                  </a:lnTo>
                  <a:lnTo>
                    <a:pt x="685800" y="1610867"/>
                  </a:lnTo>
                  <a:lnTo>
                    <a:pt x="737503" y="1613524"/>
                  </a:lnTo>
                  <a:lnTo>
                    <a:pt x="787091" y="1621264"/>
                  </a:lnTo>
                  <a:lnTo>
                    <a:pt x="834110" y="1633739"/>
                  </a:lnTo>
                  <a:lnTo>
                    <a:pt x="878106" y="1650604"/>
                  </a:lnTo>
                  <a:lnTo>
                    <a:pt x="918625" y="1671512"/>
                  </a:lnTo>
                  <a:lnTo>
                    <a:pt x="955214" y="1696116"/>
                  </a:lnTo>
                  <a:lnTo>
                    <a:pt x="987419" y="1724070"/>
                  </a:lnTo>
                  <a:lnTo>
                    <a:pt x="1014786" y="1755027"/>
                  </a:lnTo>
                  <a:lnTo>
                    <a:pt x="1036861" y="1788640"/>
                  </a:lnTo>
                  <a:lnTo>
                    <a:pt x="1053191" y="1824563"/>
                  </a:lnTo>
                  <a:lnTo>
                    <a:pt x="1063322" y="1862449"/>
                  </a:lnTo>
                  <a:lnTo>
                    <a:pt x="1066800" y="1901952"/>
                  </a:lnTo>
                  <a:lnTo>
                    <a:pt x="1063322" y="1941454"/>
                  </a:lnTo>
                  <a:lnTo>
                    <a:pt x="1053191" y="1979340"/>
                  </a:lnTo>
                  <a:lnTo>
                    <a:pt x="1036861" y="2015263"/>
                  </a:lnTo>
                  <a:lnTo>
                    <a:pt x="1014786" y="2048876"/>
                  </a:lnTo>
                  <a:lnTo>
                    <a:pt x="987419" y="2079833"/>
                  </a:lnTo>
                  <a:lnTo>
                    <a:pt x="955214" y="2107787"/>
                  </a:lnTo>
                  <a:lnTo>
                    <a:pt x="918625" y="2132391"/>
                  </a:lnTo>
                  <a:lnTo>
                    <a:pt x="878106" y="2153299"/>
                  </a:lnTo>
                  <a:lnTo>
                    <a:pt x="834110" y="2170164"/>
                  </a:lnTo>
                  <a:lnTo>
                    <a:pt x="787091" y="2182639"/>
                  </a:lnTo>
                  <a:lnTo>
                    <a:pt x="737503" y="2190379"/>
                  </a:lnTo>
                  <a:lnTo>
                    <a:pt x="685800" y="2193035"/>
                  </a:lnTo>
                  <a:lnTo>
                    <a:pt x="634096" y="2190379"/>
                  </a:lnTo>
                  <a:lnTo>
                    <a:pt x="584508" y="2182639"/>
                  </a:lnTo>
                  <a:lnTo>
                    <a:pt x="537489" y="2170164"/>
                  </a:lnTo>
                  <a:lnTo>
                    <a:pt x="493493" y="2153299"/>
                  </a:lnTo>
                  <a:lnTo>
                    <a:pt x="452974" y="2132391"/>
                  </a:lnTo>
                  <a:lnTo>
                    <a:pt x="416385" y="2107787"/>
                  </a:lnTo>
                  <a:lnTo>
                    <a:pt x="384180" y="2079833"/>
                  </a:lnTo>
                  <a:lnTo>
                    <a:pt x="356813" y="2048876"/>
                  </a:lnTo>
                  <a:lnTo>
                    <a:pt x="334738" y="2015263"/>
                  </a:lnTo>
                  <a:lnTo>
                    <a:pt x="318408" y="1979340"/>
                  </a:lnTo>
                  <a:lnTo>
                    <a:pt x="308277" y="1941454"/>
                  </a:lnTo>
                  <a:lnTo>
                    <a:pt x="304800" y="1901952"/>
                  </a:lnTo>
                  <a:close/>
                </a:path>
                <a:path w="1828800" h="3031490">
                  <a:moveTo>
                    <a:pt x="1066800" y="291083"/>
                  </a:moveTo>
                  <a:lnTo>
                    <a:pt x="1070277" y="251581"/>
                  </a:lnTo>
                  <a:lnTo>
                    <a:pt x="1080408" y="213695"/>
                  </a:lnTo>
                  <a:lnTo>
                    <a:pt x="1096738" y="177772"/>
                  </a:lnTo>
                  <a:lnTo>
                    <a:pt x="1118813" y="144159"/>
                  </a:lnTo>
                  <a:lnTo>
                    <a:pt x="1146180" y="113202"/>
                  </a:lnTo>
                  <a:lnTo>
                    <a:pt x="1178385" y="85248"/>
                  </a:lnTo>
                  <a:lnTo>
                    <a:pt x="1214974" y="60644"/>
                  </a:lnTo>
                  <a:lnTo>
                    <a:pt x="1255493" y="39736"/>
                  </a:lnTo>
                  <a:lnTo>
                    <a:pt x="1299489" y="22871"/>
                  </a:lnTo>
                  <a:lnTo>
                    <a:pt x="1346508" y="10396"/>
                  </a:lnTo>
                  <a:lnTo>
                    <a:pt x="1396096" y="2656"/>
                  </a:lnTo>
                  <a:lnTo>
                    <a:pt x="1447800" y="0"/>
                  </a:lnTo>
                  <a:lnTo>
                    <a:pt x="1499503" y="2656"/>
                  </a:lnTo>
                  <a:lnTo>
                    <a:pt x="1549091" y="10396"/>
                  </a:lnTo>
                  <a:lnTo>
                    <a:pt x="1596110" y="22871"/>
                  </a:lnTo>
                  <a:lnTo>
                    <a:pt x="1640106" y="39736"/>
                  </a:lnTo>
                  <a:lnTo>
                    <a:pt x="1680625" y="60644"/>
                  </a:lnTo>
                  <a:lnTo>
                    <a:pt x="1717214" y="85248"/>
                  </a:lnTo>
                  <a:lnTo>
                    <a:pt x="1749419" y="113202"/>
                  </a:lnTo>
                  <a:lnTo>
                    <a:pt x="1776786" y="144159"/>
                  </a:lnTo>
                  <a:lnTo>
                    <a:pt x="1798861" y="177772"/>
                  </a:lnTo>
                  <a:lnTo>
                    <a:pt x="1815191" y="213695"/>
                  </a:lnTo>
                  <a:lnTo>
                    <a:pt x="1825322" y="251581"/>
                  </a:lnTo>
                  <a:lnTo>
                    <a:pt x="1828800" y="291083"/>
                  </a:lnTo>
                  <a:lnTo>
                    <a:pt x="1825322" y="330586"/>
                  </a:lnTo>
                  <a:lnTo>
                    <a:pt x="1815191" y="368472"/>
                  </a:lnTo>
                  <a:lnTo>
                    <a:pt x="1798861" y="404395"/>
                  </a:lnTo>
                  <a:lnTo>
                    <a:pt x="1776786" y="438008"/>
                  </a:lnTo>
                  <a:lnTo>
                    <a:pt x="1749419" y="468965"/>
                  </a:lnTo>
                  <a:lnTo>
                    <a:pt x="1717214" y="496919"/>
                  </a:lnTo>
                  <a:lnTo>
                    <a:pt x="1680625" y="521523"/>
                  </a:lnTo>
                  <a:lnTo>
                    <a:pt x="1640106" y="542431"/>
                  </a:lnTo>
                  <a:lnTo>
                    <a:pt x="1596110" y="559296"/>
                  </a:lnTo>
                  <a:lnTo>
                    <a:pt x="1549091" y="571771"/>
                  </a:lnTo>
                  <a:lnTo>
                    <a:pt x="1499503" y="579511"/>
                  </a:lnTo>
                  <a:lnTo>
                    <a:pt x="1447800" y="582167"/>
                  </a:lnTo>
                  <a:lnTo>
                    <a:pt x="1396096" y="579511"/>
                  </a:lnTo>
                  <a:lnTo>
                    <a:pt x="1346508" y="571771"/>
                  </a:lnTo>
                  <a:lnTo>
                    <a:pt x="1299489" y="559296"/>
                  </a:lnTo>
                  <a:lnTo>
                    <a:pt x="1255493" y="542431"/>
                  </a:lnTo>
                  <a:lnTo>
                    <a:pt x="1214974" y="521523"/>
                  </a:lnTo>
                  <a:lnTo>
                    <a:pt x="1178385" y="496919"/>
                  </a:lnTo>
                  <a:lnTo>
                    <a:pt x="1146180" y="468965"/>
                  </a:lnTo>
                  <a:lnTo>
                    <a:pt x="1118813" y="438008"/>
                  </a:lnTo>
                  <a:lnTo>
                    <a:pt x="1096738" y="404395"/>
                  </a:lnTo>
                  <a:lnTo>
                    <a:pt x="1080408" y="368472"/>
                  </a:lnTo>
                  <a:lnTo>
                    <a:pt x="1070277" y="330586"/>
                  </a:lnTo>
                  <a:lnTo>
                    <a:pt x="1066800" y="291083"/>
                  </a:lnTo>
                  <a:close/>
                </a:path>
                <a:path w="1828800" h="3031490">
                  <a:moveTo>
                    <a:pt x="0" y="2740152"/>
                  </a:moveTo>
                  <a:lnTo>
                    <a:pt x="3477" y="2700654"/>
                  </a:lnTo>
                  <a:lnTo>
                    <a:pt x="13608" y="2662771"/>
                  </a:lnTo>
                  <a:lnTo>
                    <a:pt x="29938" y="2626850"/>
                  </a:lnTo>
                  <a:lnTo>
                    <a:pt x="52013" y="2593238"/>
                  </a:lnTo>
                  <a:lnTo>
                    <a:pt x="79380" y="2562281"/>
                  </a:lnTo>
                  <a:lnTo>
                    <a:pt x="111585" y="2534326"/>
                  </a:lnTo>
                  <a:lnTo>
                    <a:pt x="148174" y="2509720"/>
                  </a:lnTo>
                  <a:lnTo>
                    <a:pt x="188693" y="2488810"/>
                  </a:lnTo>
                  <a:lnTo>
                    <a:pt x="232689" y="2471943"/>
                  </a:lnTo>
                  <a:lnTo>
                    <a:pt x="279708" y="2459466"/>
                  </a:lnTo>
                  <a:lnTo>
                    <a:pt x="329296" y="2451725"/>
                  </a:lnTo>
                  <a:lnTo>
                    <a:pt x="381000" y="2449067"/>
                  </a:lnTo>
                  <a:lnTo>
                    <a:pt x="432703" y="2451725"/>
                  </a:lnTo>
                  <a:lnTo>
                    <a:pt x="482291" y="2459466"/>
                  </a:lnTo>
                  <a:lnTo>
                    <a:pt x="529310" y="2471943"/>
                  </a:lnTo>
                  <a:lnTo>
                    <a:pt x="573306" y="2488810"/>
                  </a:lnTo>
                  <a:lnTo>
                    <a:pt x="613825" y="2509720"/>
                  </a:lnTo>
                  <a:lnTo>
                    <a:pt x="650414" y="2534326"/>
                  </a:lnTo>
                  <a:lnTo>
                    <a:pt x="682619" y="2562281"/>
                  </a:lnTo>
                  <a:lnTo>
                    <a:pt x="709986" y="2593238"/>
                  </a:lnTo>
                  <a:lnTo>
                    <a:pt x="732061" y="2626850"/>
                  </a:lnTo>
                  <a:lnTo>
                    <a:pt x="748391" y="2662771"/>
                  </a:lnTo>
                  <a:lnTo>
                    <a:pt x="758522" y="2700654"/>
                  </a:lnTo>
                  <a:lnTo>
                    <a:pt x="762000" y="2740152"/>
                  </a:lnTo>
                  <a:lnTo>
                    <a:pt x="758522" y="2779649"/>
                  </a:lnTo>
                  <a:lnTo>
                    <a:pt x="748391" y="2817532"/>
                  </a:lnTo>
                  <a:lnTo>
                    <a:pt x="732061" y="2853453"/>
                  </a:lnTo>
                  <a:lnTo>
                    <a:pt x="709986" y="2887065"/>
                  </a:lnTo>
                  <a:lnTo>
                    <a:pt x="682619" y="2918022"/>
                  </a:lnTo>
                  <a:lnTo>
                    <a:pt x="650414" y="2945977"/>
                  </a:lnTo>
                  <a:lnTo>
                    <a:pt x="613825" y="2970583"/>
                  </a:lnTo>
                  <a:lnTo>
                    <a:pt x="573306" y="2991493"/>
                  </a:lnTo>
                  <a:lnTo>
                    <a:pt x="529310" y="3008360"/>
                  </a:lnTo>
                  <a:lnTo>
                    <a:pt x="482291" y="3020837"/>
                  </a:lnTo>
                  <a:lnTo>
                    <a:pt x="432703" y="3028578"/>
                  </a:lnTo>
                  <a:lnTo>
                    <a:pt x="381000" y="3031235"/>
                  </a:lnTo>
                  <a:lnTo>
                    <a:pt x="329296" y="3028578"/>
                  </a:lnTo>
                  <a:lnTo>
                    <a:pt x="279708" y="3020837"/>
                  </a:lnTo>
                  <a:lnTo>
                    <a:pt x="232689" y="3008360"/>
                  </a:lnTo>
                  <a:lnTo>
                    <a:pt x="188693" y="2991493"/>
                  </a:lnTo>
                  <a:lnTo>
                    <a:pt x="148174" y="2970583"/>
                  </a:lnTo>
                  <a:lnTo>
                    <a:pt x="111585" y="2945977"/>
                  </a:lnTo>
                  <a:lnTo>
                    <a:pt x="79380" y="2918022"/>
                  </a:lnTo>
                  <a:lnTo>
                    <a:pt x="52013" y="2887065"/>
                  </a:lnTo>
                  <a:lnTo>
                    <a:pt x="29938" y="2853453"/>
                  </a:lnTo>
                  <a:lnTo>
                    <a:pt x="13608" y="2817532"/>
                  </a:lnTo>
                  <a:lnTo>
                    <a:pt x="3477" y="2779649"/>
                  </a:lnTo>
                  <a:lnTo>
                    <a:pt x="0" y="2740152"/>
                  </a:lnTo>
                  <a:close/>
                </a:path>
                <a:path w="1828800" h="3031490">
                  <a:moveTo>
                    <a:pt x="685800" y="1129283"/>
                  </a:moveTo>
                  <a:lnTo>
                    <a:pt x="689277" y="1089781"/>
                  </a:lnTo>
                  <a:lnTo>
                    <a:pt x="699408" y="1051895"/>
                  </a:lnTo>
                  <a:lnTo>
                    <a:pt x="715738" y="1015972"/>
                  </a:lnTo>
                  <a:lnTo>
                    <a:pt x="737813" y="982359"/>
                  </a:lnTo>
                  <a:lnTo>
                    <a:pt x="765180" y="951402"/>
                  </a:lnTo>
                  <a:lnTo>
                    <a:pt x="797385" y="923448"/>
                  </a:lnTo>
                  <a:lnTo>
                    <a:pt x="833974" y="898844"/>
                  </a:lnTo>
                  <a:lnTo>
                    <a:pt x="874493" y="877936"/>
                  </a:lnTo>
                  <a:lnTo>
                    <a:pt x="918489" y="861071"/>
                  </a:lnTo>
                  <a:lnTo>
                    <a:pt x="965508" y="848596"/>
                  </a:lnTo>
                  <a:lnTo>
                    <a:pt x="1015096" y="840856"/>
                  </a:lnTo>
                  <a:lnTo>
                    <a:pt x="1066800" y="838199"/>
                  </a:lnTo>
                  <a:lnTo>
                    <a:pt x="1118503" y="840856"/>
                  </a:lnTo>
                  <a:lnTo>
                    <a:pt x="1168091" y="848596"/>
                  </a:lnTo>
                  <a:lnTo>
                    <a:pt x="1215110" y="861071"/>
                  </a:lnTo>
                  <a:lnTo>
                    <a:pt x="1259106" y="877936"/>
                  </a:lnTo>
                  <a:lnTo>
                    <a:pt x="1299625" y="898844"/>
                  </a:lnTo>
                  <a:lnTo>
                    <a:pt x="1336214" y="923448"/>
                  </a:lnTo>
                  <a:lnTo>
                    <a:pt x="1368419" y="951402"/>
                  </a:lnTo>
                  <a:lnTo>
                    <a:pt x="1395786" y="982359"/>
                  </a:lnTo>
                  <a:lnTo>
                    <a:pt x="1417861" y="1015972"/>
                  </a:lnTo>
                  <a:lnTo>
                    <a:pt x="1434191" y="1051895"/>
                  </a:lnTo>
                  <a:lnTo>
                    <a:pt x="1444322" y="1089781"/>
                  </a:lnTo>
                  <a:lnTo>
                    <a:pt x="1447800" y="1129283"/>
                  </a:lnTo>
                  <a:lnTo>
                    <a:pt x="1444322" y="1168786"/>
                  </a:lnTo>
                  <a:lnTo>
                    <a:pt x="1434191" y="1206672"/>
                  </a:lnTo>
                  <a:lnTo>
                    <a:pt x="1417861" y="1242595"/>
                  </a:lnTo>
                  <a:lnTo>
                    <a:pt x="1395786" y="1276208"/>
                  </a:lnTo>
                  <a:lnTo>
                    <a:pt x="1368419" y="1307165"/>
                  </a:lnTo>
                  <a:lnTo>
                    <a:pt x="1336214" y="1335119"/>
                  </a:lnTo>
                  <a:lnTo>
                    <a:pt x="1299625" y="1359723"/>
                  </a:lnTo>
                  <a:lnTo>
                    <a:pt x="1259106" y="1380631"/>
                  </a:lnTo>
                  <a:lnTo>
                    <a:pt x="1215110" y="1397496"/>
                  </a:lnTo>
                  <a:lnTo>
                    <a:pt x="1168091" y="1409971"/>
                  </a:lnTo>
                  <a:lnTo>
                    <a:pt x="1118503" y="1417711"/>
                  </a:lnTo>
                  <a:lnTo>
                    <a:pt x="1066800" y="1420367"/>
                  </a:lnTo>
                  <a:lnTo>
                    <a:pt x="1015096" y="1417711"/>
                  </a:lnTo>
                  <a:lnTo>
                    <a:pt x="965508" y="1409971"/>
                  </a:lnTo>
                  <a:lnTo>
                    <a:pt x="918489" y="1397496"/>
                  </a:lnTo>
                  <a:lnTo>
                    <a:pt x="874493" y="1380631"/>
                  </a:lnTo>
                  <a:lnTo>
                    <a:pt x="833974" y="1359723"/>
                  </a:lnTo>
                  <a:lnTo>
                    <a:pt x="797385" y="1335119"/>
                  </a:lnTo>
                  <a:lnTo>
                    <a:pt x="765180" y="1307165"/>
                  </a:lnTo>
                  <a:lnTo>
                    <a:pt x="737813" y="1276208"/>
                  </a:lnTo>
                  <a:lnTo>
                    <a:pt x="715738" y="1242595"/>
                  </a:lnTo>
                  <a:lnTo>
                    <a:pt x="699408" y="1206672"/>
                  </a:lnTo>
                  <a:lnTo>
                    <a:pt x="689277" y="1168786"/>
                  </a:lnTo>
                  <a:lnTo>
                    <a:pt x="685800" y="11292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73062" y="3638168"/>
              <a:ext cx="1600200" cy="1884680"/>
            </a:xfrm>
            <a:custGeom>
              <a:avLst/>
              <a:gdLst/>
              <a:ahLst/>
              <a:cxnLst/>
              <a:rect l="l" t="t" r="r" b="b"/>
              <a:pathLst>
                <a:path w="1600200" h="1884679">
                  <a:moveTo>
                    <a:pt x="317119" y="1642618"/>
                  </a:moveTo>
                  <a:lnTo>
                    <a:pt x="292481" y="1613408"/>
                  </a:lnTo>
                  <a:lnTo>
                    <a:pt x="75298" y="1796084"/>
                  </a:lnTo>
                  <a:lnTo>
                    <a:pt x="50673" y="1766824"/>
                  </a:lnTo>
                  <a:lnTo>
                    <a:pt x="0" y="1884172"/>
                  </a:lnTo>
                  <a:lnTo>
                    <a:pt x="124333" y="1854327"/>
                  </a:lnTo>
                  <a:lnTo>
                    <a:pt x="110109" y="1837436"/>
                  </a:lnTo>
                  <a:lnTo>
                    <a:pt x="99796" y="1825193"/>
                  </a:lnTo>
                  <a:lnTo>
                    <a:pt x="317119" y="1642618"/>
                  </a:lnTo>
                  <a:close/>
                </a:path>
                <a:path w="1600200" h="1884679">
                  <a:moveTo>
                    <a:pt x="1600200" y="273304"/>
                  </a:moveTo>
                  <a:lnTo>
                    <a:pt x="1581467" y="249174"/>
                  </a:lnTo>
                  <a:lnTo>
                    <a:pt x="1521841" y="172339"/>
                  </a:lnTo>
                  <a:lnTo>
                    <a:pt x="1505394" y="206629"/>
                  </a:lnTo>
                  <a:lnTo>
                    <a:pt x="1075055" y="0"/>
                  </a:lnTo>
                  <a:lnTo>
                    <a:pt x="1066800" y="17145"/>
                  </a:lnTo>
                  <a:lnTo>
                    <a:pt x="1056132" y="1397"/>
                  </a:lnTo>
                  <a:lnTo>
                    <a:pt x="770064" y="193713"/>
                  </a:lnTo>
                  <a:lnTo>
                    <a:pt x="748792" y="162052"/>
                  </a:lnTo>
                  <a:lnTo>
                    <a:pt x="685800" y="273304"/>
                  </a:lnTo>
                  <a:lnTo>
                    <a:pt x="812546" y="256921"/>
                  </a:lnTo>
                  <a:lnTo>
                    <a:pt x="798461" y="235966"/>
                  </a:lnTo>
                  <a:lnTo>
                    <a:pt x="791298" y="225323"/>
                  </a:lnTo>
                  <a:lnTo>
                    <a:pt x="1068362" y="39014"/>
                  </a:lnTo>
                  <a:lnTo>
                    <a:pt x="1488935" y="240944"/>
                  </a:lnTo>
                  <a:lnTo>
                    <a:pt x="1472438" y="275336"/>
                  </a:lnTo>
                  <a:lnTo>
                    <a:pt x="1600200" y="2733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92261" y="3911345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3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3"/>
                  </a:lnTo>
                  <a:lnTo>
                    <a:pt x="758522" y="330586"/>
                  </a:lnTo>
                  <a:lnTo>
                    <a:pt x="748391" y="368472"/>
                  </a:lnTo>
                  <a:lnTo>
                    <a:pt x="732061" y="404395"/>
                  </a:lnTo>
                  <a:lnTo>
                    <a:pt x="709986" y="438008"/>
                  </a:lnTo>
                  <a:lnTo>
                    <a:pt x="682619" y="468965"/>
                  </a:lnTo>
                  <a:lnTo>
                    <a:pt x="650414" y="496919"/>
                  </a:lnTo>
                  <a:lnTo>
                    <a:pt x="613825" y="521523"/>
                  </a:lnTo>
                  <a:lnTo>
                    <a:pt x="573306" y="542431"/>
                  </a:lnTo>
                  <a:lnTo>
                    <a:pt x="529310" y="559296"/>
                  </a:lnTo>
                  <a:lnTo>
                    <a:pt x="482291" y="571771"/>
                  </a:lnTo>
                  <a:lnTo>
                    <a:pt x="432703" y="579511"/>
                  </a:lnTo>
                  <a:lnTo>
                    <a:pt x="381000" y="582167"/>
                  </a:lnTo>
                  <a:lnTo>
                    <a:pt x="329296" y="579511"/>
                  </a:lnTo>
                  <a:lnTo>
                    <a:pt x="279708" y="571771"/>
                  </a:lnTo>
                  <a:lnTo>
                    <a:pt x="232689" y="559296"/>
                  </a:lnTo>
                  <a:lnTo>
                    <a:pt x="188693" y="542431"/>
                  </a:lnTo>
                  <a:lnTo>
                    <a:pt x="148174" y="521523"/>
                  </a:lnTo>
                  <a:lnTo>
                    <a:pt x="111585" y="496919"/>
                  </a:lnTo>
                  <a:lnTo>
                    <a:pt x="79380" y="468965"/>
                  </a:lnTo>
                  <a:lnTo>
                    <a:pt x="52013" y="438008"/>
                  </a:lnTo>
                  <a:lnTo>
                    <a:pt x="29938" y="404395"/>
                  </a:lnTo>
                  <a:lnTo>
                    <a:pt x="13608" y="368472"/>
                  </a:lnTo>
                  <a:lnTo>
                    <a:pt x="3477" y="330586"/>
                  </a:lnTo>
                  <a:lnTo>
                    <a:pt x="0" y="2910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43750" y="471538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60030" y="3104845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38950" y="562975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79030" y="4019804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4565" algn="l"/>
              </a:tabLst>
            </a:pP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36180" y="4486402"/>
            <a:ext cx="1571625" cy="1884045"/>
            <a:chOff x="7536180" y="4486402"/>
            <a:chExt cx="1571625" cy="1884045"/>
          </a:xfrm>
        </p:grpSpPr>
        <p:sp>
          <p:nvSpPr>
            <p:cNvPr id="40" name="object 40"/>
            <p:cNvSpPr/>
            <p:nvPr/>
          </p:nvSpPr>
          <p:spPr>
            <a:xfrm>
              <a:off x="7536180" y="4486402"/>
              <a:ext cx="139700" cy="281940"/>
            </a:xfrm>
            <a:custGeom>
              <a:avLst/>
              <a:gdLst/>
              <a:ahLst/>
              <a:cxnLst/>
              <a:rect l="l" t="t" r="r" b="b"/>
              <a:pathLst>
                <a:path w="139700" h="281939">
                  <a:moveTo>
                    <a:pt x="0" y="154431"/>
                  </a:moveTo>
                  <a:lnTo>
                    <a:pt x="9905" y="281813"/>
                  </a:lnTo>
                  <a:lnTo>
                    <a:pt x="102158" y="200787"/>
                  </a:lnTo>
                  <a:lnTo>
                    <a:pt x="63373" y="200787"/>
                  </a:lnTo>
                  <a:lnTo>
                    <a:pt x="28067" y="186436"/>
                  </a:lnTo>
                  <a:lnTo>
                    <a:pt x="35254" y="168762"/>
                  </a:lnTo>
                  <a:lnTo>
                    <a:pt x="0" y="154431"/>
                  </a:lnTo>
                  <a:close/>
                </a:path>
                <a:path w="139700" h="281939">
                  <a:moveTo>
                    <a:pt x="35254" y="168762"/>
                  </a:moveTo>
                  <a:lnTo>
                    <a:pt x="28067" y="186436"/>
                  </a:lnTo>
                  <a:lnTo>
                    <a:pt x="63373" y="200787"/>
                  </a:lnTo>
                  <a:lnTo>
                    <a:pt x="70556" y="183111"/>
                  </a:lnTo>
                  <a:lnTo>
                    <a:pt x="35254" y="168762"/>
                  </a:lnTo>
                  <a:close/>
                </a:path>
                <a:path w="139700" h="281939">
                  <a:moveTo>
                    <a:pt x="70556" y="183111"/>
                  </a:moveTo>
                  <a:lnTo>
                    <a:pt x="63373" y="200787"/>
                  </a:lnTo>
                  <a:lnTo>
                    <a:pt x="102158" y="200787"/>
                  </a:lnTo>
                  <a:lnTo>
                    <a:pt x="105918" y="197485"/>
                  </a:lnTo>
                  <a:lnTo>
                    <a:pt x="70556" y="183111"/>
                  </a:lnTo>
                  <a:close/>
                </a:path>
                <a:path w="139700" h="281939">
                  <a:moveTo>
                    <a:pt x="103886" y="0"/>
                  </a:moveTo>
                  <a:lnTo>
                    <a:pt x="35254" y="168762"/>
                  </a:lnTo>
                  <a:lnTo>
                    <a:pt x="70556" y="183111"/>
                  </a:lnTo>
                  <a:lnTo>
                    <a:pt x="139192" y="14224"/>
                  </a:lnTo>
                  <a:lnTo>
                    <a:pt x="103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78852" y="5164836"/>
              <a:ext cx="1524000" cy="1201420"/>
            </a:xfrm>
            <a:custGeom>
              <a:avLst/>
              <a:gdLst/>
              <a:ahLst/>
              <a:cxnLst/>
              <a:rect l="l" t="t" r="r" b="b"/>
              <a:pathLst>
                <a:path w="1524000" h="1201420">
                  <a:moveTo>
                    <a:pt x="0" y="1200912"/>
                  </a:moveTo>
                  <a:lnTo>
                    <a:pt x="1524000" y="1200912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658227" y="5197602"/>
            <a:ext cx="11988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Attach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right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10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its </a:t>
            </a:r>
            <a:r>
              <a:rPr sz="1800" spc="-10" dirty="0">
                <a:latin typeface="Tahoma"/>
                <a:cs typeface="Tahoma"/>
              </a:rPr>
              <a:t>parent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Pointers</a:t>
            </a:r>
            <a:r>
              <a:rPr spc="-13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815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versus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reference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Pointer?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495" y="1857755"/>
            <a:ext cx="3601720" cy="427799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1440" marR="1167130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 marR="15005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3690" marR="16700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pInt)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pInt=&amp;g_One;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0035" y="1872995"/>
            <a:ext cx="3589020" cy="42799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2075" marR="931544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func(int*&amp;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 marR="14878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4325" marR="15430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func(int*&amp;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rpInt)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rpInt=&amp;g_One;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 dirty="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deleteNode(int,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TreeNode</a:t>
            </a:r>
            <a:r>
              <a:rPr sz="1600" b="1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254" y="2952114"/>
            <a:ext cx="38055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displayInOrder(TreeNode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displayPreOrder(TreeNode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displayPostOrder(TreeNode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3870" y="5147309"/>
            <a:ext cx="302958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{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num,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root)}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4490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displayInOrder(root);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displayPreOrder(root);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 dirty="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remove(int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num);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showNodesInOrder()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showNodesPreOrder()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showNodesPostOrder()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displayPostOrder(root);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9700" y="3038855"/>
            <a:ext cx="3385185" cy="92392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710" marR="161290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argument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spc="-10" dirty="0">
                <a:latin typeface="Consolas"/>
                <a:cs typeface="Consolas"/>
              </a:rPr>
              <a:t>remove</a:t>
            </a:r>
            <a:r>
              <a:rPr sz="1800" spc="-409" dirty="0"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function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</a:t>
            </a:r>
            <a:r>
              <a:rPr sz="1800" spc="-25" dirty="0">
                <a:latin typeface="Tahoma"/>
                <a:cs typeface="Tahoma"/>
              </a:rPr>
              <a:t> of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10" dirty="0">
                <a:latin typeface="Tahoma"/>
                <a:cs typeface="Tahoma"/>
              </a:rPr>
              <a:t> deleted.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54350" y="3501390"/>
            <a:ext cx="2166620" cy="1738630"/>
          </a:xfrm>
          <a:custGeom>
            <a:avLst/>
            <a:gdLst/>
            <a:ahLst/>
            <a:cxnLst/>
            <a:rect l="l" t="t" r="r" b="b"/>
            <a:pathLst>
              <a:path w="2166620" h="1738629">
                <a:moveTo>
                  <a:pt x="2097333" y="38444"/>
                </a:moveTo>
                <a:lnTo>
                  <a:pt x="0" y="1718056"/>
                </a:lnTo>
                <a:lnTo>
                  <a:pt x="16256" y="1738249"/>
                </a:lnTo>
                <a:lnTo>
                  <a:pt x="2113563" y="58658"/>
                </a:lnTo>
                <a:lnTo>
                  <a:pt x="2097333" y="38444"/>
                </a:lnTo>
                <a:close/>
              </a:path>
              <a:path w="2166620" h="1738629">
                <a:moveTo>
                  <a:pt x="2152133" y="30352"/>
                </a:moveTo>
                <a:lnTo>
                  <a:pt x="2107438" y="30352"/>
                </a:lnTo>
                <a:lnTo>
                  <a:pt x="2123694" y="50546"/>
                </a:lnTo>
                <a:lnTo>
                  <a:pt x="2113563" y="58658"/>
                </a:lnTo>
                <a:lnTo>
                  <a:pt x="2129790" y="78867"/>
                </a:lnTo>
                <a:lnTo>
                  <a:pt x="2152133" y="30352"/>
                </a:lnTo>
                <a:close/>
              </a:path>
              <a:path w="2166620" h="1738629">
                <a:moveTo>
                  <a:pt x="2107438" y="30352"/>
                </a:moveTo>
                <a:lnTo>
                  <a:pt x="2097333" y="38444"/>
                </a:lnTo>
                <a:lnTo>
                  <a:pt x="2113563" y="58658"/>
                </a:lnTo>
                <a:lnTo>
                  <a:pt x="2123694" y="50546"/>
                </a:lnTo>
                <a:lnTo>
                  <a:pt x="2107438" y="30352"/>
                </a:lnTo>
                <a:close/>
              </a:path>
              <a:path w="2166620" h="1738629">
                <a:moveTo>
                  <a:pt x="2166112" y="0"/>
                </a:moveTo>
                <a:lnTo>
                  <a:pt x="2081149" y="18287"/>
                </a:lnTo>
                <a:lnTo>
                  <a:pt x="2097333" y="38444"/>
                </a:lnTo>
                <a:lnTo>
                  <a:pt x="2107438" y="30352"/>
                </a:lnTo>
                <a:lnTo>
                  <a:pt x="2152133" y="30352"/>
                </a:lnTo>
                <a:lnTo>
                  <a:pt x="216611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44270"/>
            <a:ext cx="8173084" cy="509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8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IntBinaryTree::deleteNode(int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num,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TreeNode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*&amp;nodePtr)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(nodePtr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NULL)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does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exist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tree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&lt;&lt;“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not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found.\n";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 if </a:t>
            </a:r>
            <a:r>
              <a:rPr sz="1800" dirty="0">
                <a:latin typeface="Consolas"/>
                <a:cs typeface="Consolas"/>
              </a:rPr>
              <a:t>(num &lt;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512445" marR="129539" indent="502284">
              <a:lnSpc>
                <a:spcPct val="120000"/>
              </a:lnSpc>
              <a:tabLst>
                <a:tab pos="5151755" algn="l"/>
              </a:tabLst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nodePtr-&gt;left);</a:t>
            </a:r>
            <a:r>
              <a:rPr sz="1800" dirty="0">
                <a:latin typeface="Consolas"/>
                <a:cs typeface="Consolas"/>
              </a:rPr>
              <a:t>	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subtree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 </a:t>
            </a:r>
            <a:r>
              <a:rPr sz="1800" dirty="0">
                <a:latin typeface="Consolas"/>
                <a:cs typeface="Consolas"/>
              </a:rPr>
              <a:t>(num &gt;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</a:t>
            </a:r>
            <a:r>
              <a:rPr sz="1800" dirty="0">
                <a:latin typeface="Consolas"/>
                <a:cs typeface="Consolas"/>
              </a:rPr>
              <a:t>&gt;right);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800" dirty="0">
              <a:latin typeface="Consolas"/>
              <a:cs typeface="Consolas"/>
            </a:endParaRPr>
          </a:p>
          <a:p>
            <a:pPr marL="1015365" marR="130810" indent="-5029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num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==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nodePtr-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&gt;value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i.e.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 </a:t>
            </a:r>
            <a:r>
              <a:rPr sz="1800" dirty="0">
                <a:latin typeface="Consolas"/>
                <a:cs typeface="Consolas"/>
              </a:rPr>
              <a:t>makeDeletion(nodePtr);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actually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deletes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from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b="1" spc="-10" dirty="0">
                <a:solidFill>
                  <a:srgbClr val="006FC0"/>
                </a:solidFill>
                <a:latin typeface="Tahoma"/>
                <a:cs typeface="Tahoma"/>
              </a:rPr>
              <a:t>Note: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The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declaration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parameter: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20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nsolas"/>
                <a:cs typeface="Consolas"/>
              </a:rPr>
              <a:t>*&amp;nodePtr;</a:t>
            </a:r>
            <a:endParaRPr sz="2000" dirty="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Char char="•"/>
              <a:tabLst>
                <a:tab pos="354965" algn="l"/>
                <a:tab pos="2962910" algn="l"/>
              </a:tabLst>
            </a:pP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reference</a:t>
            </a:r>
            <a:r>
              <a:rPr sz="1800" dirty="0">
                <a:latin typeface="Tahoma"/>
                <a:cs typeface="Tahoma"/>
              </a:rPr>
              <a:t>	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pointer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1800" spc="-39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Tahoma"/>
                <a:cs typeface="Tahoma"/>
              </a:rPr>
              <a:t>structure</a:t>
            </a:r>
            <a:endParaRPr sz="1800" dirty="0">
              <a:latin typeface="Tahoma"/>
              <a:cs typeface="Tahoma"/>
            </a:endParaRPr>
          </a:p>
          <a:p>
            <a:pPr marL="756285" marR="13335" indent="-287020">
              <a:lnSpc>
                <a:spcPct val="100000"/>
              </a:lnSpc>
              <a:spcBef>
                <a:spcPts val="440"/>
              </a:spcBef>
              <a:tabLst>
                <a:tab pos="756285" algn="l"/>
              </a:tabLst>
            </a:pPr>
            <a:r>
              <a:rPr sz="1800" spc="-50" dirty="0">
                <a:latin typeface="Tahoma"/>
                <a:cs typeface="Tahoma"/>
              </a:rPr>
              <a:t>–</a:t>
            </a:r>
            <a:r>
              <a:rPr sz="1800" dirty="0">
                <a:latin typeface="Tahoma"/>
                <a:cs typeface="Tahoma"/>
              </a:rPr>
              <a:t>	Any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1800" spc="-409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actually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argument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2742" y="6679480"/>
            <a:ext cx="13398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60"/>
              </a:lnSpc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7586345" cy="323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55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IntBinaryTree::makeDeletion(TreeNode</a:t>
            </a:r>
            <a:r>
              <a:rPr sz="1550" spc="-4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*&amp;nodePtr)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50" dirty="0">
                <a:latin typeface="Consolas"/>
                <a:cs typeface="Consolas"/>
              </a:rPr>
              <a:t>{</a:t>
            </a:r>
            <a:endParaRPr sz="1550" dirty="0">
              <a:latin typeface="Consolas"/>
              <a:cs typeface="Consolas"/>
            </a:endParaRPr>
          </a:p>
          <a:p>
            <a:pPr marL="337185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TreeNode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*tempNodePtr;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Temperary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 pointer</a:t>
            </a:r>
            <a:endParaRPr sz="1550" dirty="0">
              <a:latin typeface="Consolas"/>
              <a:cs typeface="Consolas"/>
            </a:endParaRPr>
          </a:p>
          <a:p>
            <a:pPr marL="337185">
              <a:lnSpc>
                <a:spcPct val="100000"/>
              </a:lnSpc>
              <a:spcBef>
                <a:spcPts val="375"/>
              </a:spcBef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(nodePtr-</a:t>
            </a:r>
            <a:r>
              <a:rPr sz="1550" dirty="0">
                <a:latin typeface="Consolas"/>
                <a:cs typeface="Consolas"/>
              </a:rPr>
              <a:t>&gt;right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==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NULL)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{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case for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leaf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and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one (left)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child</a:t>
            </a:r>
            <a:endParaRPr sz="1550" dirty="0">
              <a:latin typeface="Consolas"/>
              <a:cs typeface="Consolas"/>
            </a:endParaRPr>
          </a:p>
          <a:p>
            <a:pPr marL="661670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tempNodePtr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nodePtr;</a:t>
            </a:r>
            <a:endParaRPr sz="1550" dirty="0">
              <a:latin typeface="Consolas"/>
              <a:cs typeface="Consolas"/>
            </a:endParaRPr>
          </a:p>
          <a:p>
            <a:pPr marL="661670" marR="1409700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nodePtr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nodePtr-</a:t>
            </a:r>
            <a:r>
              <a:rPr sz="1550" dirty="0">
                <a:latin typeface="Consolas"/>
                <a:cs typeface="Consolas"/>
              </a:rPr>
              <a:t>&gt;left;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Reattach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the left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child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delete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tempNodePtr;</a:t>
            </a:r>
            <a:endParaRPr sz="1550" dirty="0">
              <a:latin typeface="Consolas"/>
              <a:cs typeface="Consolas"/>
            </a:endParaRPr>
          </a:p>
          <a:p>
            <a:pPr marL="337185">
              <a:lnSpc>
                <a:spcPct val="100000"/>
              </a:lnSpc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 dirty="0">
              <a:latin typeface="Consolas"/>
              <a:cs typeface="Consolas"/>
            </a:endParaRPr>
          </a:p>
          <a:p>
            <a:pPr marL="661670" marR="437515" indent="-325120">
              <a:lnSpc>
                <a:spcPct val="100000"/>
              </a:lnSpc>
              <a:spcBef>
                <a:spcPts val="375"/>
              </a:spcBef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50" spc="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(nodePtr-</a:t>
            </a:r>
            <a:r>
              <a:rPr sz="1550" dirty="0">
                <a:latin typeface="Consolas"/>
                <a:cs typeface="Consolas"/>
              </a:rPr>
              <a:t>&gt;left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==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NULL)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{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 case for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one (right)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child </a:t>
            </a:r>
            <a:r>
              <a:rPr sz="1550" dirty="0">
                <a:latin typeface="Consolas"/>
                <a:cs typeface="Consolas"/>
              </a:rPr>
              <a:t>tempNodePtr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10" dirty="0">
                <a:latin typeface="Consolas"/>
                <a:cs typeface="Consolas"/>
              </a:rPr>
              <a:t> nodePtr;</a:t>
            </a:r>
            <a:endParaRPr sz="1550" dirty="0">
              <a:latin typeface="Consolas"/>
              <a:cs typeface="Consolas"/>
            </a:endParaRPr>
          </a:p>
          <a:p>
            <a:pPr marL="661670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nodePtr</a:t>
            </a:r>
            <a:r>
              <a:rPr sz="1550" spc="-3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nodePtr-</a:t>
            </a:r>
            <a:r>
              <a:rPr sz="1550" dirty="0">
                <a:latin typeface="Consolas"/>
                <a:cs typeface="Consolas"/>
              </a:rPr>
              <a:t>&gt;right;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Reattach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child</a:t>
            </a:r>
            <a:endParaRPr sz="1550" dirty="0">
              <a:latin typeface="Consolas"/>
              <a:cs typeface="Consolas"/>
            </a:endParaRPr>
          </a:p>
          <a:p>
            <a:pPr marL="661670">
              <a:lnSpc>
                <a:spcPct val="100000"/>
              </a:lnSpc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delete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tempNodePtr;</a:t>
            </a:r>
            <a:endParaRPr sz="1550" dirty="0">
              <a:latin typeface="Consolas"/>
              <a:cs typeface="Consolas"/>
            </a:endParaRPr>
          </a:p>
          <a:p>
            <a:pPr marL="337185">
              <a:lnSpc>
                <a:spcPct val="100000"/>
              </a:lnSpc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 dirty="0">
              <a:latin typeface="Consolas"/>
              <a:cs typeface="Consolas"/>
            </a:endParaRPr>
          </a:p>
          <a:p>
            <a:pPr marL="337185">
              <a:lnSpc>
                <a:spcPct val="100000"/>
              </a:lnSpc>
              <a:spcBef>
                <a:spcPts val="370"/>
              </a:spcBef>
              <a:tabLst>
                <a:tab pos="1200785" algn="l"/>
              </a:tabLst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50" dirty="0">
                <a:latin typeface="Consolas"/>
                <a:cs typeface="Consolas"/>
              </a:rPr>
              <a:t>{</a:t>
            </a:r>
            <a:r>
              <a:rPr sz="1550" dirty="0">
                <a:latin typeface="Consolas"/>
                <a:cs typeface="Consolas"/>
              </a:rPr>
              <a:t>	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case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for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two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children.</a:t>
            </a:r>
            <a:endParaRPr sz="155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966" y="4360545"/>
            <a:ext cx="6829425" cy="229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7515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Consolas"/>
                <a:cs typeface="Consolas"/>
              </a:rPr>
              <a:t>tempNodePtr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 </a:t>
            </a:r>
            <a:r>
              <a:rPr sz="1550" spc="-10" dirty="0">
                <a:latin typeface="Consolas"/>
                <a:cs typeface="Consolas"/>
              </a:rPr>
              <a:t>nodePtr-</a:t>
            </a:r>
            <a:r>
              <a:rPr sz="1550" dirty="0">
                <a:latin typeface="Consolas"/>
                <a:cs typeface="Consolas"/>
              </a:rPr>
              <a:t>&gt;right;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Move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one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550" spc="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right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550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(tempNodePtr-</a:t>
            </a:r>
            <a:r>
              <a:rPr sz="1550" dirty="0">
                <a:latin typeface="Consolas"/>
                <a:cs typeface="Consolas"/>
              </a:rPr>
              <a:t>&gt;left)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{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Go</a:t>
            </a:r>
            <a:r>
              <a:rPr sz="1550" spc="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the extreme left</a:t>
            </a:r>
            <a:r>
              <a:rPr sz="1550" spc="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2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endParaRPr sz="1550" dirty="0">
              <a:latin typeface="Consolas"/>
              <a:cs typeface="Consolas"/>
            </a:endParaRPr>
          </a:p>
          <a:p>
            <a:pPr marL="335280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tempNodePtr</a:t>
            </a:r>
            <a:r>
              <a:rPr sz="1550" spc="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2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tempNodePtr-&gt;left;</a:t>
            </a:r>
            <a:endParaRPr sz="15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375"/>
              </a:spcBef>
            </a:pPr>
            <a:r>
              <a:rPr sz="1550" spc="-10" dirty="0">
                <a:latin typeface="Consolas"/>
                <a:cs typeface="Consolas"/>
              </a:rPr>
              <a:t>tempNodePtr-</a:t>
            </a:r>
            <a:r>
              <a:rPr sz="1550" dirty="0">
                <a:latin typeface="Consolas"/>
                <a:cs typeface="Consolas"/>
              </a:rPr>
              <a:t>&gt;left =</a:t>
            </a:r>
            <a:r>
              <a:rPr sz="1550" spc="15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nodePtr-</a:t>
            </a:r>
            <a:r>
              <a:rPr sz="1550" dirty="0">
                <a:latin typeface="Consolas"/>
                <a:cs typeface="Consolas"/>
              </a:rPr>
              <a:t>&gt;left;</a:t>
            </a:r>
            <a:r>
              <a:rPr sz="1550" spc="1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Reattach</a:t>
            </a:r>
            <a:r>
              <a:rPr sz="1550" spc="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550" spc="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550" spc="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subtree </a:t>
            </a:r>
            <a:r>
              <a:rPr sz="1550" dirty="0">
                <a:latin typeface="Consolas"/>
                <a:cs typeface="Consolas"/>
              </a:rPr>
              <a:t>tempNodePtr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10" dirty="0">
                <a:latin typeface="Consolas"/>
                <a:cs typeface="Consolas"/>
              </a:rPr>
              <a:t> nodePtr;</a:t>
            </a:r>
            <a:endParaRPr sz="1550" dirty="0">
              <a:latin typeface="Consolas"/>
              <a:cs typeface="Consolas"/>
            </a:endParaRPr>
          </a:p>
          <a:p>
            <a:pPr marL="12700" marR="868680">
              <a:lnSpc>
                <a:spcPct val="100000"/>
              </a:lnSpc>
            </a:pPr>
            <a:r>
              <a:rPr sz="1550" dirty="0">
                <a:latin typeface="Consolas"/>
                <a:cs typeface="Consolas"/>
              </a:rPr>
              <a:t>nodePtr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 </a:t>
            </a:r>
            <a:r>
              <a:rPr sz="1550" spc="-10" dirty="0">
                <a:latin typeface="Consolas"/>
                <a:cs typeface="Consolas"/>
              </a:rPr>
              <a:t>nodePtr-</a:t>
            </a:r>
            <a:r>
              <a:rPr sz="1550" dirty="0">
                <a:latin typeface="Consolas"/>
                <a:cs typeface="Consolas"/>
              </a:rPr>
              <a:t>&gt;right;</a:t>
            </a:r>
            <a:r>
              <a:rPr sz="1550" spc="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Reattach the</a:t>
            </a:r>
            <a:r>
              <a:rPr sz="155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550" spc="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AF50"/>
                </a:solidFill>
                <a:latin typeface="Consolas"/>
                <a:cs typeface="Consolas"/>
              </a:rPr>
              <a:t>subtree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delete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tempNodePtr;</a:t>
            </a:r>
            <a:endParaRPr sz="1550" dirty="0">
              <a:latin typeface="Consolas"/>
              <a:cs typeface="Consolas"/>
            </a:endParaRPr>
          </a:p>
          <a:p>
            <a:pPr marL="216535" algn="ctr">
              <a:lnSpc>
                <a:spcPct val="100000"/>
              </a:lnSpc>
              <a:spcBef>
                <a:spcPts val="55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354" y="6392062"/>
            <a:ext cx="13398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39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6200-9BB9-4F9C-5516-A306F031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30887"/>
          </a:xfrm>
        </p:spPr>
        <p:txBody>
          <a:bodyPr/>
          <a:lstStyle/>
          <a:p>
            <a:r>
              <a:rPr lang="en-US" dirty="0"/>
              <a:t>Deleting</a:t>
            </a:r>
            <a:r>
              <a:rPr lang="en-US" spc="-45" dirty="0"/>
              <a:t> </a:t>
            </a:r>
            <a:r>
              <a:rPr lang="en-US" dirty="0"/>
              <a:t>a</a:t>
            </a:r>
            <a:r>
              <a:rPr lang="en-US" spc="-45" dirty="0"/>
              <a:t> </a:t>
            </a:r>
            <a:r>
              <a:rPr lang="en-US" dirty="0"/>
              <a:t>Node</a:t>
            </a:r>
            <a:r>
              <a:rPr lang="en-US" spc="-30" dirty="0"/>
              <a:t> </a:t>
            </a:r>
            <a:r>
              <a:rPr lang="en-US" dirty="0"/>
              <a:t>–</a:t>
            </a:r>
            <a:r>
              <a:rPr lang="en-US" spc="-55" dirty="0"/>
              <a:t> Recursive </a:t>
            </a:r>
            <a:r>
              <a:rPr lang="en-US" spc="-10" dirty="0"/>
              <a:t>Implementation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342C-7AF7-B451-2027-FEB9F1194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729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63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Problem: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increases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3395553"/>
            <a:ext cx="7280275" cy="11074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better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Solution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Replace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 object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0" dirty="0">
                <a:latin typeface="Tahoma"/>
                <a:cs typeface="Tahoma"/>
              </a:rPr>
              <a:t> subtree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Delete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from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1700783"/>
            <a:ext cx="1808988" cy="15511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5488" y="1412747"/>
            <a:ext cx="1801367" cy="2004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844" y="4652771"/>
            <a:ext cx="1877568" cy="16088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4528" y="4544567"/>
            <a:ext cx="2508504" cy="164440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4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622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846" y="3308585"/>
            <a:ext cx="7713366" cy="1850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775" y="3380232"/>
            <a:ext cx="7710705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42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/>
              <a:t>Consider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problem</a:t>
            </a:r>
            <a:r>
              <a:rPr spc="-3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 full</a:t>
            </a:r>
            <a:r>
              <a:rPr spc="-30" dirty="0"/>
              <a:t> </a:t>
            </a:r>
            <a:r>
              <a:rPr dirty="0"/>
              <a:t>node,</a:t>
            </a:r>
            <a:r>
              <a:rPr spc="-25" dirty="0"/>
              <a:t> </a:t>
            </a:r>
            <a:r>
              <a:rPr dirty="0"/>
              <a:t>e.g.,</a:t>
            </a:r>
            <a:r>
              <a:rPr spc="-15" dirty="0"/>
              <a:t> </a:t>
            </a:r>
            <a:r>
              <a:rPr spc="-25" dirty="0"/>
              <a:t>42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42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Delete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775" y="3479291"/>
            <a:ext cx="7710705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622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416" y="3465576"/>
            <a:ext cx="7712173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51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/>
              <a:t>Consider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problem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full</a:t>
            </a:r>
            <a:r>
              <a:rPr spc="-25" dirty="0"/>
              <a:t> </a:t>
            </a:r>
            <a:r>
              <a:rPr dirty="0"/>
              <a:t>node,</a:t>
            </a:r>
            <a:r>
              <a:rPr spc="-25" dirty="0"/>
              <a:t> </a:t>
            </a:r>
            <a:r>
              <a:rPr dirty="0"/>
              <a:t>e.g.,</a:t>
            </a:r>
            <a:r>
              <a:rPr spc="-15" dirty="0"/>
              <a:t> </a:t>
            </a:r>
            <a:r>
              <a:rPr spc="-25" dirty="0"/>
              <a:t>47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51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Assign 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left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subtree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70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point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59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22" y="3380232"/>
            <a:ext cx="7712024" cy="15316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2EFC-93CE-021F-50D2-E0D7481E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8589163" cy="861774"/>
          </a:xfrm>
        </p:spPr>
        <p:txBody>
          <a:bodyPr/>
          <a:lstStyle/>
          <a:p>
            <a:r>
              <a:rPr lang="en-US" dirty="0"/>
              <a:t>Deleting</a:t>
            </a:r>
            <a:r>
              <a:rPr lang="en-US" spc="-60" dirty="0"/>
              <a:t> </a:t>
            </a:r>
            <a:r>
              <a:rPr lang="en-US" dirty="0"/>
              <a:t>a</a:t>
            </a:r>
            <a:r>
              <a:rPr lang="en-US" spc="-65" dirty="0"/>
              <a:t> </a:t>
            </a:r>
            <a:r>
              <a:rPr lang="en-US" dirty="0"/>
              <a:t>Node</a:t>
            </a:r>
            <a:r>
              <a:rPr lang="en-US" spc="-60" dirty="0"/>
              <a:t> </a:t>
            </a:r>
            <a:r>
              <a:rPr lang="en-US" dirty="0"/>
              <a:t>Two</a:t>
            </a:r>
            <a:r>
              <a:rPr lang="en-US" spc="-65" dirty="0"/>
              <a:t> </a:t>
            </a:r>
            <a:r>
              <a:rPr lang="en-US" dirty="0"/>
              <a:t>Children</a:t>
            </a:r>
            <a:r>
              <a:rPr lang="en-US" spc="-30" dirty="0"/>
              <a:t> </a:t>
            </a:r>
            <a:r>
              <a:rPr lang="en-US" dirty="0"/>
              <a:t>–</a:t>
            </a:r>
            <a:r>
              <a:rPr lang="en-US" spc="-65" dirty="0"/>
              <a:t> </a:t>
            </a:r>
            <a:r>
              <a:rPr lang="en-US" dirty="0"/>
              <a:t>Better</a:t>
            </a:r>
            <a:r>
              <a:rPr lang="en-US" spc="-50" dirty="0"/>
              <a:t> </a:t>
            </a:r>
            <a:r>
              <a:rPr lang="en-US" spc="-10" dirty="0"/>
              <a:t>Solution -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0B830-C637-5721-76A9-7A7169A1E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6622415" cy="369332"/>
          </a:xfrm>
        </p:spPr>
        <p:txBody>
          <a:bodyPr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83711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3620" y="1360677"/>
            <a:ext cx="12058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two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of</a:t>
            </a:r>
            <a:r>
              <a:rPr sz="1400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them.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360677"/>
            <a:ext cx="43554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DeleteNode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function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used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to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remove </a:t>
            </a: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main(void)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2854579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348352"/>
            <a:ext cx="4456430" cy="198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"Here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values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in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tree:\n"; tree.showNodesInOrder();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8...\n";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nsolas"/>
                <a:cs typeface="Consolas"/>
              </a:rPr>
              <a:t>tree.remove(8);</a:t>
            </a:r>
            <a:endParaRPr sz="1400">
              <a:latin typeface="Consolas"/>
              <a:cs typeface="Consolas"/>
            </a:endParaRPr>
          </a:p>
          <a:p>
            <a:pPr marL="12700" marR="1777364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12...\n"; tree.remove(12);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2700" marR="79248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"Now,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here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0" dirty="0">
                <a:latin typeface="Consolas"/>
                <a:cs typeface="Consolas"/>
              </a:rPr>
              <a:t> nodes:\n"; tree.showNodesInOrder();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89676" y="1790700"/>
            <a:ext cx="2604770" cy="2868295"/>
            <a:chOff x="5789676" y="1790700"/>
            <a:chExt cx="2604770" cy="2868295"/>
          </a:xfrm>
        </p:grpSpPr>
        <p:sp>
          <p:nvSpPr>
            <p:cNvPr id="10" name="object 10"/>
            <p:cNvSpPr/>
            <p:nvPr/>
          </p:nvSpPr>
          <p:spPr>
            <a:xfrm>
              <a:off x="7956042" y="42207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432053" y="0"/>
                  </a:moveTo>
                  <a:lnTo>
                    <a:pt x="86359" y="86359"/>
                  </a:lnTo>
                  <a:lnTo>
                    <a:pt x="0" y="432053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5772" y="1796795"/>
              <a:ext cx="2592705" cy="2856230"/>
            </a:xfrm>
            <a:custGeom>
              <a:avLst/>
              <a:gdLst/>
              <a:ahLst/>
              <a:cxnLst/>
              <a:rect l="l" t="t" r="r" b="b"/>
              <a:pathLst>
                <a:path w="2592704" h="2856229">
                  <a:moveTo>
                    <a:pt x="2160270" y="2855976"/>
                  </a:moveTo>
                  <a:lnTo>
                    <a:pt x="2246629" y="2510281"/>
                  </a:lnTo>
                  <a:lnTo>
                    <a:pt x="2592324" y="2423922"/>
                  </a:lnTo>
                  <a:lnTo>
                    <a:pt x="2160270" y="2855976"/>
                  </a:lnTo>
                  <a:lnTo>
                    <a:pt x="0" y="2855976"/>
                  </a:lnTo>
                  <a:lnTo>
                    <a:pt x="0" y="0"/>
                  </a:lnTo>
                  <a:lnTo>
                    <a:pt x="2592324" y="0"/>
                  </a:lnTo>
                  <a:lnTo>
                    <a:pt x="2592324" y="2423922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875782" y="1829561"/>
            <a:ext cx="224472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Here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tree: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742" y="6357478"/>
            <a:ext cx="1238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3620" y="1360677"/>
            <a:ext cx="12058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two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of</a:t>
            </a:r>
            <a:r>
              <a:rPr sz="1400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them.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360677"/>
            <a:ext cx="43554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DeleteNode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function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used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to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remove </a:t>
            </a: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main(void)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2854579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348352"/>
            <a:ext cx="4456430" cy="134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"Here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values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in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tree:\n"; tree.showNodesInOrder();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8...\n";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nsolas"/>
                <a:cs typeface="Consolas"/>
              </a:rPr>
              <a:t>tree.remove(8);</a:t>
            </a:r>
            <a:endParaRPr sz="1400">
              <a:latin typeface="Consolas"/>
              <a:cs typeface="Consolas"/>
            </a:endParaRPr>
          </a:p>
          <a:p>
            <a:pPr marL="12700" marR="1777364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12...\n"; tree.remove(12);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874" y="5884875"/>
            <a:ext cx="36690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"Now,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here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0" dirty="0">
                <a:latin typeface="Consolas"/>
                <a:cs typeface="Consolas"/>
              </a:rPr>
              <a:t> nodes:\n"; tree.showNodesInOrder();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89676" y="1790700"/>
            <a:ext cx="2604770" cy="4453255"/>
            <a:chOff x="5789676" y="1790700"/>
            <a:chExt cx="2604770" cy="4453255"/>
          </a:xfrm>
        </p:grpSpPr>
        <p:sp>
          <p:nvSpPr>
            <p:cNvPr id="11" name="object 11"/>
            <p:cNvSpPr/>
            <p:nvPr/>
          </p:nvSpPr>
          <p:spPr>
            <a:xfrm>
              <a:off x="7956042" y="580566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432053" y="0"/>
                  </a:moveTo>
                  <a:lnTo>
                    <a:pt x="86359" y="86423"/>
                  </a:lnTo>
                  <a:lnTo>
                    <a:pt x="0" y="432066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95772" y="1796795"/>
              <a:ext cx="2592705" cy="4441190"/>
            </a:xfrm>
            <a:custGeom>
              <a:avLst/>
              <a:gdLst/>
              <a:ahLst/>
              <a:cxnLst/>
              <a:rect l="l" t="t" r="r" b="b"/>
              <a:pathLst>
                <a:path w="2592704" h="4441190">
                  <a:moveTo>
                    <a:pt x="2160270" y="4440935"/>
                  </a:moveTo>
                  <a:lnTo>
                    <a:pt x="2246629" y="4095292"/>
                  </a:lnTo>
                  <a:lnTo>
                    <a:pt x="2592324" y="4008869"/>
                  </a:lnTo>
                  <a:lnTo>
                    <a:pt x="2160270" y="4440935"/>
                  </a:lnTo>
                  <a:lnTo>
                    <a:pt x="0" y="4440935"/>
                  </a:lnTo>
                  <a:lnTo>
                    <a:pt x="0" y="0"/>
                  </a:lnTo>
                  <a:lnTo>
                    <a:pt x="2592324" y="0"/>
                  </a:lnTo>
                  <a:lnTo>
                    <a:pt x="2592324" y="4008869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75782" y="1798141"/>
            <a:ext cx="224472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Here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tree: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Deleting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8...</a:t>
            </a:r>
            <a:endParaRPr sz="1800">
              <a:latin typeface="Tahoma"/>
              <a:cs typeface="Tahoma"/>
            </a:endParaRPr>
          </a:p>
          <a:p>
            <a:pPr marL="12700" marR="40513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Deleting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12... </a:t>
            </a:r>
            <a:r>
              <a:rPr sz="1800" dirty="0">
                <a:latin typeface="Tahoma"/>
                <a:cs typeface="Tahoma"/>
              </a:rPr>
              <a:t>Now,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here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spc="-10" dirty="0">
                <a:latin typeface="Tahoma"/>
                <a:cs typeface="Tahoma"/>
              </a:rPr>
              <a:t>nodes: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742" y="6357478"/>
            <a:ext cx="1238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Traversing</a:t>
            </a:r>
            <a:r>
              <a:rPr spc="-6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Search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deleteNode(int,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254" y="2952114"/>
            <a:ext cx="38055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displayInOrder(TreeNode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6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displayPreOrder(TreeNode</a:t>
            </a:r>
            <a:r>
              <a:rPr sz="1600" b="1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8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displayPostOrder(TreeNode</a:t>
            </a:r>
            <a:r>
              <a:rPr sz="1600" b="1" spc="-8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remove(int);</a:t>
            </a:r>
            <a:endParaRPr sz="160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showNodesInOrder()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showNodesPreOrder()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showNodesPostOrder()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3870" y="5391099"/>
            <a:ext cx="30295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04490" algn="l"/>
              </a:tabLst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displayInOrder(root);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	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displayPreOrder(root);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	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displayPostOrder(root);</a:t>
            </a:r>
            <a:r>
              <a:rPr sz="1600" b="1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3473" y="2789935"/>
            <a:ext cx="3037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Recursive</a:t>
            </a:r>
            <a:r>
              <a:rPr sz="1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implementation</a:t>
            </a:r>
            <a:r>
              <a:rPr sz="1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discussed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slides of</a:t>
            </a: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Tahoma"/>
                <a:cs typeface="Tahoma"/>
              </a:rPr>
              <a:t>Tree 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Traversal</a:t>
            </a:r>
            <a:r>
              <a:rPr sz="1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chapter.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7947" y="3163823"/>
            <a:ext cx="431800" cy="143510"/>
          </a:xfrm>
          <a:custGeom>
            <a:avLst/>
            <a:gdLst/>
            <a:ahLst/>
            <a:cxnLst/>
            <a:rect l="l" t="t" r="r" b="b"/>
            <a:pathLst>
              <a:path w="431800" h="143510">
                <a:moveTo>
                  <a:pt x="359663" y="0"/>
                </a:moveTo>
                <a:lnTo>
                  <a:pt x="359663" y="35813"/>
                </a:lnTo>
                <a:lnTo>
                  <a:pt x="0" y="35813"/>
                </a:lnTo>
                <a:lnTo>
                  <a:pt x="0" y="107441"/>
                </a:lnTo>
                <a:lnTo>
                  <a:pt x="359663" y="107441"/>
                </a:lnTo>
                <a:lnTo>
                  <a:pt x="359663" y="143255"/>
                </a:lnTo>
                <a:lnTo>
                  <a:pt x="431291" y="71627"/>
                </a:lnTo>
                <a:lnTo>
                  <a:pt x="359663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1619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1360677"/>
            <a:ext cx="7507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nodes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are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displayed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inorder,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preorder,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and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algorithms.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574038"/>
            <a:ext cx="25838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main(void)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306705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3067938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647057"/>
            <a:ext cx="34734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"Inorder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onsolas"/>
                <a:cs typeface="Consolas"/>
              </a:rPr>
              <a:t>tree.showNodesInOrder();</a:t>
            </a:r>
            <a:endParaRPr sz="1400">
              <a:latin typeface="Consolas"/>
              <a:cs typeface="Consolas"/>
            </a:endParaRPr>
          </a:p>
          <a:p>
            <a:pPr marL="12700" marR="10541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"\nPreorder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 tree.showNodesPreOrder();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"\nPostorder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 tree.showNodesPostOrder();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742" y="5927547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52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95059" y="182879"/>
            <a:ext cx="2603500" cy="6468110"/>
            <a:chOff x="6195059" y="182879"/>
            <a:chExt cx="2603500" cy="6468110"/>
          </a:xfrm>
        </p:grpSpPr>
        <p:sp>
          <p:nvSpPr>
            <p:cNvPr id="13" name="object 13"/>
            <p:cNvSpPr/>
            <p:nvPr/>
          </p:nvSpPr>
          <p:spPr>
            <a:xfrm>
              <a:off x="6201155" y="188975"/>
              <a:ext cx="2590800" cy="6456045"/>
            </a:xfrm>
            <a:custGeom>
              <a:avLst/>
              <a:gdLst/>
              <a:ahLst/>
              <a:cxnLst/>
              <a:rect l="l" t="t" r="r" b="b"/>
              <a:pathLst>
                <a:path w="2590800" h="6456045">
                  <a:moveTo>
                    <a:pt x="2590800" y="0"/>
                  </a:moveTo>
                  <a:lnTo>
                    <a:pt x="0" y="0"/>
                  </a:lnTo>
                  <a:lnTo>
                    <a:pt x="0" y="6455664"/>
                  </a:lnTo>
                  <a:lnTo>
                    <a:pt x="2159000" y="6455664"/>
                  </a:lnTo>
                  <a:lnTo>
                    <a:pt x="2590800" y="6023851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60155" y="6212827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431800" y="0"/>
                  </a:moveTo>
                  <a:lnTo>
                    <a:pt x="86360" y="86359"/>
                  </a:lnTo>
                  <a:lnTo>
                    <a:pt x="0" y="431812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1155" y="188975"/>
              <a:ext cx="2590800" cy="6456045"/>
            </a:xfrm>
            <a:custGeom>
              <a:avLst/>
              <a:gdLst/>
              <a:ahLst/>
              <a:cxnLst/>
              <a:rect l="l" t="t" r="r" b="b"/>
              <a:pathLst>
                <a:path w="2590800" h="6456045">
                  <a:moveTo>
                    <a:pt x="2159000" y="6455664"/>
                  </a:moveTo>
                  <a:lnTo>
                    <a:pt x="2245360" y="6110211"/>
                  </a:lnTo>
                  <a:lnTo>
                    <a:pt x="2590800" y="6023851"/>
                  </a:lnTo>
                  <a:lnTo>
                    <a:pt x="2159000" y="6455664"/>
                  </a:lnTo>
                  <a:lnTo>
                    <a:pt x="0" y="6455664"/>
                  </a:lnTo>
                  <a:lnTo>
                    <a:pt x="0" y="0"/>
                  </a:lnTo>
                  <a:lnTo>
                    <a:pt x="2590800" y="0"/>
                  </a:lnTo>
                  <a:lnTo>
                    <a:pt x="2590800" y="6023851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80150" y="169290"/>
            <a:ext cx="192976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 marR="14605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 </a:t>
            </a:r>
            <a:r>
              <a:rPr sz="1800" dirty="0">
                <a:latin typeface="Tahoma"/>
                <a:cs typeface="Tahoma"/>
              </a:rPr>
              <a:t>Inorder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0150" y="1266825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0150" y="1541145"/>
            <a:ext cx="2755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0150" y="2638120"/>
            <a:ext cx="190500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Preorder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0150" y="4696459"/>
            <a:ext cx="1998980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Postorder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Any</a:t>
            </a:r>
            <a:r>
              <a:rPr spc="-70" dirty="0"/>
              <a:t> </a:t>
            </a:r>
            <a:r>
              <a:rPr dirty="0"/>
              <a:t>Question</a:t>
            </a:r>
            <a:r>
              <a:rPr spc="-55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spc="-20" dirty="0"/>
              <a:t>Far?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53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0" y="1412843"/>
            <a:ext cx="3641010" cy="4680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3733</Words>
  <Application>Microsoft Office PowerPoint</Application>
  <PresentationFormat>On-screen Show (4:3)</PresentationFormat>
  <Paragraphs>680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Arial MT</vt:lpstr>
      <vt:lpstr>Consolas</vt:lpstr>
      <vt:lpstr>Tahoma</vt:lpstr>
      <vt:lpstr>Wingdings</vt:lpstr>
      <vt:lpstr>Office Theme</vt:lpstr>
      <vt:lpstr>Data Structures</vt:lpstr>
      <vt:lpstr>Binary Search Tree (BST)</vt:lpstr>
      <vt:lpstr>Binary Search Tree (BST) – Example (1)</vt:lpstr>
      <vt:lpstr>Binary Search Tree (BST) – Example (2)</vt:lpstr>
      <vt:lpstr>Applications of Binary Trees</vt:lpstr>
      <vt:lpstr>BST Operations</vt:lpstr>
      <vt:lpstr>Creating BST</vt:lpstr>
      <vt:lpstr>Creating BST – Class Definition</vt:lpstr>
      <vt:lpstr>Finding a Node in BST</vt:lpstr>
      <vt:lpstr>Finding a Node in BST</vt:lpstr>
      <vt:lpstr>Finding a Node in BST</vt:lpstr>
      <vt:lpstr>Finding a Node in BST</vt:lpstr>
      <vt:lpstr>Finding a Node in BST – Implementation</vt:lpstr>
      <vt:lpstr>Finding a Node in BST – Recursive Implementation</vt:lpstr>
      <vt:lpstr>Inserting a Node in BST</vt:lpstr>
      <vt:lpstr>Inserting a Node in BST</vt:lpstr>
      <vt:lpstr>Inserting a Node in BST</vt:lpstr>
      <vt:lpstr>Inserting a Node in BST – Algorithm</vt:lpstr>
      <vt:lpstr>Inserting a Node in BST – Example</vt:lpstr>
      <vt:lpstr>Inserting a Node in BST – Implementation</vt:lpstr>
      <vt:lpstr>Inserting a Node in BST – Recursive Implementation</vt:lpstr>
      <vt:lpstr>Inserting a Node in BST – Observation (1)</vt:lpstr>
      <vt:lpstr>Inserting a Node in BST – Observation (2)</vt:lpstr>
      <vt:lpstr>Inserting a Node in BST – Observation (3)</vt:lpstr>
      <vt:lpstr>Using BST (1)</vt:lpstr>
      <vt:lpstr>Using BST (2)</vt:lpstr>
      <vt:lpstr>Deleting a Node</vt:lpstr>
      <vt:lpstr>Deleting a Node – Leaf Node</vt:lpstr>
      <vt:lpstr>Deleting a Node – Leaf Node</vt:lpstr>
      <vt:lpstr>Deleting a Node – Leaf Node</vt:lpstr>
      <vt:lpstr>Deleting a Node – Leaf Node</vt:lpstr>
      <vt:lpstr>Deleting a Node – Leaf Node</vt:lpstr>
      <vt:lpstr>Deleting a Node – Node With Child</vt:lpstr>
      <vt:lpstr>Deleting a Node – Node With Child</vt:lpstr>
      <vt:lpstr>Deleting a Node – Node With Child</vt:lpstr>
      <vt:lpstr>Deleting a Node – Node With Child</vt:lpstr>
      <vt:lpstr>Deleting a Node – Node With Child</vt:lpstr>
      <vt:lpstr>Deleting a Node – Node With Two Children</vt:lpstr>
      <vt:lpstr>Deleting a Node – Node With Two Children</vt:lpstr>
      <vt:lpstr>Pointers Review</vt:lpstr>
      <vt:lpstr>Deleting a Node – Implementation</vt:lpstr>
      <vt:lpstr>Deleting a Node – Implementation</vt:lpstr>
      <vt:lpstr>Deleting a Node – Implementation</vt:lpstr>
      <vt:lpstr>Deleting a Node – Recursive Implementation</vt:lpstr>
      <vt:lpstr>Deleting a Node – Node With Two Children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 - Code</vt:lpstr>
      <vt:lpstr>Using BST</vt:lpstr>
      <vt:lpstr>Using BST</vt:lpstr>
      <vt:lpstr>Traversing a Binary Search Tree</vt:lpstr>
      <vt:lpstr>Using BST</vt:lpstr>
      <vt:lpstr>Any Question So Far?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user</cp:lastModifiedBy>
  <cp:revision>12</cp:revision>
  <dcterms:created xsi:type="dcterms:W3CDTF">2025-05-17T08:04:01Z</dcterms:created>
  <dcterms:modified xsi:type="dcterms:W3CDTF">2025-05-17T09:11:16Z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2025-05-17T00:00:00Z</vt:filetime>
  </property>
  <property fmtid="{D5CDD505-2E9C-101B-9397-08002B2CF9AE}" pid="5" name="Producer">
    <vt:lpwstr>Microsoft® PowerPoint® 2016</vt:lpwstr>
  </property>
</Properties>
</file>