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82" r:id="rId10"/>
    <p:sldId id="285" r:id="rId11"/>
    <p:sldId id="287" r:id="rId12"/>
    <p:sldId id="283" r:id="rId13"/>
    <p:sldId id="306" r:id="rId14"/>
    <p:sldId id="284" r:id="rId15"/>
    <p:sldId id="286" r:id="rId16"/>
    <p:sldId id="298" r:id="rId17"/>
    <p:sldId id="295" r:id="rId18"/>
    <p:sldId id="307" r:id="rId19"/>
    <p:sldId id="280" r:id="rId20"/>
    <p:sldId id="299" r:id="rId21"/>
    <p:sldId id="301" r:id="rId22"/>
    <p:sldId id="303" r:id="rId23"/>
    <p:sldId id="305" r:id="rId24"/>
    <p:sldId id="308" r:id="rId25"/>
    <p:sldId id="309" r:id="rId26"/>
    <p:sldId id="310" r:id="rId27"/>
    <p:sldId id="31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59" autoAdjust="0"/>
    <p:restoredTop sz="95194" autoAdjust="0"/>
  </p:normalViewPr>
  <p:slideViewPr>
    <p:cSldViewPr snapToGrid="0">
      <p:cViewPr varScale="1">
        <p:scale>
          <a:sx n="86" d="100"/>
          <a:sy n="86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807E56-031F-4D5F-888D-7B45BDAD260A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94DC9-5E9D-4BAF-B60D-4282B73B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06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0 1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47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98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CCC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47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BBB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70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DDD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60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DDD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96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10 20 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26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</a:t>
            </a:r>
            <a:r>
              <a:rPr lang="it-IT" dirty="0"/>
              <a:t>10 -&gt; 20 -&gt; 30 -&gt; 40 -&gt; NULL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00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5 4 9</a:t>
            </a:r>
          </a:p>
          <a:p>
            <a:r>
              <a:rPr lang="en-US" dirty="0"/>
              <a:t>//reverses the links in a singly linked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467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Reverses the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68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35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2ziuq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76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51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33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987654321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79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97531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163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4484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</a:t>
            </a:r>
          </a:p>
          <a:p>
            <a:r>
              <a:rPr lang="en-US" dirty="0"/>
              <a:t>3</a:t>
            </a:r>
          </a:p>
          <a:p>
            <a:r>
              <a:rPr lang="en-US" dirty="0"/>
              <a:t>1,3</a:t>
            </a:r>
          </a:p>
          <a:p>
            <a:r>
              <a:rPr lang="en-US" dirty="0"/>
              <a:t>7,1,3</a:t>
            </a:r>
          </a:p>
          <a:p>
            <a:r>
              <a:rPr lang="en-US" dirty="0"/>
              <a:t>2,7,1,3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94DC9-5E9D-4BAF-B60D-4282B73B49F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61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2F55A-9C7F-533E-1E2F-D3FFF816B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FF4B9-F7AE-2244-D80A-BFE978850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E752C-DEC4-A4F1-8BA5-BC2F11F50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CD95A-6AD7-AD1A-CAC6-06762A63D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7B5D8-F29F-962E-37C3-7B9B78A6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68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011D-690B-53E5-0658-77D25ABB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72056-0CE3-E330-FB4F-85163F618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CB32D-04BE-9E35-7DE2-B9614C9D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8DAA5-DCE3-5E5D-7DEE-9B20858C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93329-9525-B89E-21BA-2B9D29F2B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0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A099-521B-880E-75ED-247D036C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BA36E-5BBA-E71A-959D-2B2BAC811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17BFA-3B5B-9F20-31E2-6E8CCF605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F5879-5A9C-37C7-4E56-3DB55F324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7E2D5-08F3-B2C9-87B0-0915D0772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9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DDCD-E607-8241-7D30-958C6D2F8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CEC62-2159-78BB-CFFD-BFC3A4BBF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AB8A5-836C-1F04-BAE3-5BAB54DD1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7589D-BB1E-14D7-8D20-6C0B13B3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5FD51-E539-C3B6-10D6-934360BC3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1E50C-CD05-37AC-6286-A2F941400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45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D731-CAA8-CADF-F60C-1D3F25D96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4AFEB-2CB2-B6D7-0E94-4D921B625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49AD9-5C58-7111-1373-7AA229C9E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FBFB7-DF9D-FC54-8C82-FDFBC6B5EF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638293-9769-F64E-8500-ADDA61E9DD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68460B-7191-022E-274C-0090075F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143EE9-E81B-C8D8-A7DC-D68C30264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214294-7307-F2E9-44CC-2E1DB8FB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6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95195-AB68-35A3-D3DF-08E4C359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5CFEC-97E2-2605-5464-07196B5D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0E115-C74B-06E0-38C5-A99EAEDE2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1E86E-A39C-E166-6AC3-D6AC3F09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2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DBD3FE-B228-156B-CC5F-77C84E3D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84EE74-037C-457D-EAA9-83757B20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BC729-443A-873A-C90D-6FB28CE84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57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E275-D0D3-D064-40C0-20B4E3080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6571C-778C-C175-33C8-5835B450B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BA9F9-DAEB-26C8-0DC5-CD5428ED6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63589-7DAD-2C1C-8653-E76168DA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73A45-EC5C-4DFC-238A-92A25E2F4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60179-4760-1F7D-BC26-0602A8ED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7D4E-B432-6BBC-EECE-93EA1AACE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7D1C75-DC4C-D84F-456C-F06802804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20530-3209-722F-50D5-9506FBD93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E36EF-94E0-D544-CD98-F8923A7BF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ECE1F-AEEF-54AF-EC32-22E7798D7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CB13A-9D52-D22C-D97A-4CD136B2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6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06E2-8829-34CD-396A-8C95BBED8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AB2CC-2E1F-6325-7DDC-C91A7EFCF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34583-CF9E-5EE4-9761-E70365FB7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CE89B-1D05-85C5-3039-AA0E28ED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B87E6-41D8-EC71-CD27-1F1824F3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28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3AEE14-186B-2E54-2B5E-833BC943A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8876F-D66F-76D7-E6FB-AF0D61237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DB0C1-EB10-DA74-E030-19711044E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05D85-0FAE-FAC4-CCE3-AD62CB2DC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822E2-37FC-06FD-1821-C442801F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48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8DE1E9-29B9-22F6-D11B-49AE8034C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2C226-7EAB-FE95-F424-90180BED4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1AAE1-FFD8-B2E6-E734-40701A39D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3F037-75D3-FD3C-03C4-A198485AF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62A08-E8B5-3203-093F-88EBE5B56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2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FFC2-9E19-3B0E-A250-2E8B5DCF93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&amp; Algorithms (CSC-214)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EA3E1-6477-EADA-49D3-94F5F4665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</p:spTree>
    <p:extLst>
      <p:ext uri="{BB962C8B-B14F-4D97-AF65-F5344CB8AC3E}">
        <p14:creationId xmlns:p14="http://schemas.microsoft.com/office/powerpoint/2010/main" val="3739631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D847-6982-A720-580D-033791485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E35AA-9C53-B452-A00B-00480AF3D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FDEF88-8CCC-BE9D-13CF-27EE10B5E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9112"/>
            <a:ext cx="5648586" cy="438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89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6B64-6F8F-9F90-05C5-8DA80744A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41786-EDCB-2CE9-038F-DEE6094F3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41C61E-F32E-F1ED-9703-71E2C13DA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5648586" cy="438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00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2D587-4E74-3F71-E7E5-F7F03F10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2F656-1A2A-F832-84BF-0319E68AD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E4BE9D-6E2B-0CE4-B4DB-340FF3DB0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4123801" cy="343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38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48E0-A761-F699-0C84-5718724E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Singly 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C3823-3CAF-2558-B873-EE9BF48A7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895983-4FAB-A0CE-C889-693654500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99431"/>
            <a:ext cx="5309634" cy="440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59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0F2FA-8374-EFBE-A070-E9A9EE2FF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Singly 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C3C8E-2EF3-EF5B-5F3C-D34EC3A48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27F6D6-EAFD-AE88-9B77-F6F9A2696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00200"/>
            <a:ext cx="4457700" cy="501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696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3195D-077A-7AFB-1EE7-0751E59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Singly 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B6E9A-E411-5BC7-8854-134D0E186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A23E56-C30D-32FD-5959-D0D08ADB8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95437"/>
            <a:ext cx="5332887" cy="526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503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4423D-27E1-31AB-15D6-4C6D0E0F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Singly 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B0180-E4F8-E60B-6F17-3820366B1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388DC1-36BC-2855-C6EF-0F96E375A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968" y="1825625"/>
            <a:ext cx="5221032" cy="417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928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F4D2-B068-49AC-C255-9B443B80B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Singly 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0B280-BB25-6C3C-7591-B8201415A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82116" cy="4351338"/>
          </a:xfrm>
        </p:spPr>
        <p:txBody>
          <a:bodyPr/>
          <a:lstStyle/>
          <a:p>
            <a:r>
              <a:rPr lang="en-US" dirty="0"/>
              <a:t>Dry run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844F3F-3049-F572-2EDA-BB3CE3347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780" y="2282600"/>
            <a:ext cx="6131220" cy="457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232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E1D1-2C92-A3B3-21B8-8191396D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Singly 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BD4C4-C94D-2DF2-E431-D5EE200E7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2200275" cy="20193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0B5425-BD06-7E92-E317-5D5C57A71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499840"/>
            <a:ext cx="4419600" cy="62198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AD4451-56C0-70D3-7A97-8E1C5F1F59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548188"/>
            <a:ext cx="4000500" cy="16287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35691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9714B-1046-E779-0C7F-EBBBBF8FC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Singly 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DEAB52-A8B6-0619-5077-C4BC36105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388" y="1285875"/>
            <a:ext cx="5295900" cy="55721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FF1462-057F-10D7-6BB2-8A95808B2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778199"/>
            <a:ext cx="3733800" cy="17907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9613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4442-4AAD-05FE-306F-21FBD698F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Singly 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FC91E-BDBD-61E4-A7E0-CAA77C581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purpose of the following code?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8B6D97-19B4-61E5-B74F-81BA8BEE6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345" y="2763138"/>
            <a:ext cx="4995309" cy="341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256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8C33-65CB-7368-63B2-CB1C7122F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Doubly Linked List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2E2FA-54FB-7488-5173-A129AA591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57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A91A6-F288-FD75-E765-6FF861AC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Doubly 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7FC43-D01B-856C-8403-DF2A64D20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Dry run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B29CF-B1FE-76C8-40AC-1F3C0F545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1027906"/>
            <a:ext cx="6210300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980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0CD80-B0F7-6726-B2B8-3C3F56129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Doubly 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55ACF9-7EDA-08B9-8086-89DE9FB94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2276475" cy="2209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85FA17-CA26-9A1A-7E65-112BB85F6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652462"/>
            <a:ext cx="5772150" cy="55530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10B613-88A0-20BA-5E3E-C4F8F7D716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768038"/>
            <a:ext cx="5457825" cy="20002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99530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CA552-87B2-3936-D305-7B9D63799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Doubly 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08C68-E1C7-B7C8-0534-69AAD874D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BE63AA-28A0-8276-CEA6-8E167536C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638" y="1249219"/>
            <a:ext cx="3967162" cy="492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866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87C1A-AAE3-E6AC-F6C5-33C9FBDE4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Doubly 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CA155-D09B-4846-9EA3-634C1F875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27E629-3891-CD9A-35A3-B7398A84B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0"/>
            <a:ext cx="6705600" cy="652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043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A73FA-BC75-C96A-899A-CAE326263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150B3-5A43-336D-090C-BC5B0F51B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71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Determine output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501" y="1290792"/>
            <a:ext cx="4010025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485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Determine </a:t>
            </a:r>
            <a:br>
              <a:rPr lang="en-US" dirty="0"/>
            </a:br>
            <a:r>
              <a:rPr lang="en-US" dirty="0"/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1" y="533401"/>
            <a:ext cx="3476625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879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Determine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6" y="14378"/>
            <a:ext cx="3876674" cy="684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904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075" y="1362076"/>
            <a:ext cx="8705850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467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746915"/>
          </a:xfrm>
        </p:spPr>
        <p:txBody>
          <a:bodyPr/>
          <a:lstStyle/>
          <a:p>
            <a:pPr lvl="0"/>
            <a:r>
              <a:rPr lang="en-US" b="1" dirty="0"/>
              <a:t>Draw the list created after each insert call in the space below (4 figures required)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686" y="404038"/>
            <a:ext cx="3541114" cy="6231743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CC6403-F84A-B6C9-E8E2-A741CDEDD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75090"/>
              </p:ext>
            </p:extLst>
          </p:nvPr>
        </p:nvGraphicFramePr>
        <p:xfrm>
          <a:off x="1777376" y="3800745"/>
          <a:ext cx="3303248" cy="18723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5812">
                  <a:extLst>
                    <a:ext uri="{9D8B030D-6E8A-4147-A177-3AD203B41FA5}">
                      <a16:colId xmlns:a16="http://schemas.microsoft.com/office/drawing/2014/main" val="3610992684"/>
                    </a:ext>
                  </a:extLst>
                </a:gridCol>
                <a:gridCol w="825812">
                  <a:extLst>
                    <a:ext uri="{9D8B030D-6E8A-4147-A177-3AD203B41FA5}">
                      <a16:colId xmlns:a16="http://schemas.microsoft.com/office/drawing/2014/main" val="147073804"/>
                    </a:ext>
                  </a:extLst>
                </a:gridCol>
                <a:gridCol w="825812">
                  <a:extLst>
                    <a:ext uri="{9D8B030D-6E8A-4147-A177-3AD203B41FA5}">
                      <a16:colId xmlns:a16="http://schemas.microsoft.com/office/drawing/2014/main" val="1788764810"/>
                    </a:ext>
                  </a:extLst>
                </a:gridCol>
                <a:gridCol w="825812">
                  <a:extLst>
                    <a:ext uri="{9D8B030D-6E8A-4147-A177-3AD203B41FA5}">
                      <a16:colId xmlns:a16="http://schemas.microsoft.com/office/drawing/2014/main" val="3734568413"/>
                    </a:ext>
                  </a:extLst>
                </a:gridCol>
              </a:tblGrid>
              <a:tr h="374470">
                <a:tc>
                  <a:txBody>
                    <a:bodyPr/>
                    <a:lstStyle/>
                    <a:p>
                      <a:r>
                        <a:rPr lang="en-US" dirty="0"/>
                        <a:t>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95036"/>
                  </a:ext>
                </a:extLst>
              </a:tr>
              <a:tr h="3744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31501"/>
                  </a:ext>
                </a:extLst>
              </a:tr>
              <a:tr h="3744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193735"/>
                  </a:ext>
                </a:extLst>
              </a:tr>
              <a:tr h="3744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694423"/>
                  </a:ext>
                </a:extLst>
              </a:tr>
              <a:tr h="3744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737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756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48F29-9F70-5F78-B7D9-F6A1C9F4E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35505-3E10-97F9-A76C-26080FE69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746915"/>
          </a:xfrm>
        </p:spPr>
        <p:txBody>
          <a:bodyPr/>
          <a:lstStyle/>
          <a:p>
            <a:pPr lvl="0"/>
            <a:r>
              <a:rPr lang="en-US" b="1" dirty="0"/>
              <a:t>Draw the list created after each insert call in the space below (4 figures required)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BCCE7C-2FE6-5C8E-2A15-D608F4772EE0}"/>
              </a:ext>
            </a:extLst>
          </p:cNvPr>
          <p:cNvGraphicFramePr>
            <a:graphicFrameLocks noGrp="1"/>
          </p:cNvGraphicFramePr>
          <p:nvPr/>
        </p:nvGraphicFramePr>
        <p:xfrm>
          <a:off x="538658" y="4207145"/>
          <a:ext cx="5780684" cy="22468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5812">
                  <a:extLst>
                    <a:ext uri="{9D8B030D-6E8A-4147-A177-3AD203B41FA5}">
                      <a16:colId xmlns:a16="http://schemas.microsoft.com/office/drawing/2014/main" val="3610992684"/>
                    </a:ext>
                  </a:extLst>
                </a:gridCol>
                <a:gridCol w="825812">
                  <a:extLst>
                    <a:ext uri="{9D8B030D-6E8A-4147-A177-3AD203B41FA5}">
                      <a16:colId xmlns:a16="http://schemas.microsoft.com/office/drawing/2014/main" val="147073804"/>
                    </a:ext>
                  </a:extLst>
                </a:gridCol>
                <a:gridCol w="825812">
                  <a:extLst>
                    <a:ext uri="{9D8B030D-6E8A-4147-A177-3AD203B41FA5}">
                      <a16:colId xmlns:a16="http://schemas.microsoft.com/office/drawing/2014/main" val="1788764810"/>
                    </a:ext>
                  </a:extLst>
                </a:gridCol>
                <a:gridCol w="825812">
                  <a:extLst>
                    <a:ext uri="{9D8B030D-6E8A-4147-A177-3AD203B41FA5}">
                      <a16:colId xmlns:a16="http://schemas.microsoft.com/office/drawing/2014/main" val="3734568413"/>
                    </a:ext>
                  </a:extLst>
                </a:gridCol>
                <a:gridCol w="825812">
                  <a:extLst>
                    <a:ext uri="{9D8B030D-6E8A-4147-A177-3AD203B41FA5}">
                      <a16:colId xmlns:a16="http://schemas.microsoft.com/office/drawing/2014/main" val="3089115266"/>
                    </a:ext>
                  </a:extLst>
                </a:gridCol>
                <a:gridCol w="825812">
                  <a:extLst>
                    <a:ext uri="{9D8B030D-6E8A-4147-A177-3AD203B41FA5}">
                      <a16:colId xmlns:a16="http://schemas.microsoft.com/office/drawing/2014/main" val="513316766"/>
                    </a:ext>
                  </a:extLst>
                </a:gridCol>
                <a:gridCol w="825812">
                  <a:extLst>
                    <a:ext uri="{9D8B030D-6E8A-4147-A177-3AD203B41FA5}">
                      <a16:colId xmlns:a16="http://schemas.microsoft.com/office/drawing/2014/main" val="1975337449"/>
                    </a:ext>
                  </a:extLst>
                </a:gridCol>
              </a:tblGrid>
              <a:tr h="3744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95036"/>
                  </a:ext>
                </a:extLst>
              </a:tr>
              <a:tr h="3744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31501"/>
                  </a:ext>
                </a:extLst>
              </a:tr>
              <a:tr h="3744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193735"/>
                  </a:ext>
                </a:extLst>
              </a:tr>
              <a:tr h="3744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694423"/>
                  </a:ext>
                </a:extLst>
              </a:tr>
              <a:tr h="3744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737779"/>
                  </a:ext>
                </a:extLst>
              </a:tr>
              <a:tr h="3744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43771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4A7B535-FDC8-7369-6CF8-99BCCDF57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737" y="190361"/>
            <a:ext cx="3548063" cy="647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77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FE5D7-1558-74EB-2C97-86BA0049A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CAE27-6329-C3E2-305C-A99969B46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80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659E4-0F62-B521-6FC4-C9A95D1AF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F354A-051F-2641-ED67-4C1F285EB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372350" cy="1714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DCF879-63C3-8390-EDF6-6F4E7A5A2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154" y="1825626"/>
            <a:ext cx="2470042" cy="171449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E502FB-3E53-C391-FA7D-43E6DF02A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40125"/>
            <a:ext cx="5526965" cy="14333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4BCCEE-BE3C-8A82-C139-D84853C92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176838"/>
            <a:ext cx="3914775" cy="10001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003AD1-E12F-0E67-B665-DF04DB6420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6125" y="3540125"/>
            <a:ext cx="425767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680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312B-0A62-CA32-FCAD-343B499C9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285C8-A99B-C784-AABD-11210983B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the given code</a:t>
            </a:r>
          </a:p>
          <a:p>
            <a:r>
              <a:rPr lang="en-US" dirty="0"/>
              <a:t>Write codes (look up the provided complete codes for singly and doubly </a:t>
            </a:r>
            <a:r>
              <a:rPr lang="en-US"/>
              <a:t>linked lists)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873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14247</TotalTime>
  <Words>251</Words>
  <Application>Microsoft Office PowerPoint</Application>
  <PresentationFormat>Widescreen</PresentationFormat>
  <Paragraphs>75</Paragraphs>
  <Slides>27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Data Structures &amp; Algorithms (CSC-214)</vt:lpstr>
      <vt:lpstr>Q: Pointers</vt:lpstr>
      <vt:lpstr>Q: Pointers</vt:lpstr>
      <vt:lpstr>Q: Pointers</vt:lpstr>
      <vt:lpstr>Q: Singly LL</vt:lpstr>
      <vt:lpstr>Q: Singly LL</vt:lpstr>
      <vt:lpstr>Q: Singly LL</vt:lpstr>
      <vt:lpstr>Q: Singly LL</vt:lpstr>
      <vt:lpstr>Q: Singly LL</vt:lpstr>
      <vt:lpstr>Q: Singly LL</vt:lpstr>
      <vt:lpstr>Q: Singly LL</vt:lpstr>
      <vt:lpstr>Q: Singly LL</vt:lpstr>
      <vt:lpstr>Doubly Linked List Questions</vt:lpstr>
      <vt:lpstr>Q: Doubly LL</vt:lpstr>
      <vt:lpstr>Q: Doubly LL</vt:lpstr>
      <vt:lpstr>Q: Doubly LL</vt:lpstr>
      <vt:lpstr>Q: Doubly LL</vt:lpstr>
      <vt:lpstr>Variations</vt:lpstr>
      <vt:lpstr>Determine output</vt:lpstr>
      <vt:lpstr>Determine  output</vt:lpstr>
      <vt:lpstr>Determine output</vt:lpstr>
      <vt:lpstr>Determine output</vt:lpstr>
      <vt:lpstr>PowerPoint Presentation</vt:lpstr>
      <vt:lpstr>PowerPoint Presentation</vt:lpstr>
      <vt:lpstr>Quiz practice</vt:lpstr>
      <vt:lpstr>Question 1</vt:lpstr>
      <vt:lpstr>Question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297</cp:revision>
  <dcterms:created xsi:type="dcterms:W3CDTF">2025-02-25T11:33:29Z</dcterms:created>
  <dcterms:modified xsi:type="dcterms:W3CDTF">2025-03-25T06:34:42Z</dcterms:modified>
</cp:coreProperties>
</file>