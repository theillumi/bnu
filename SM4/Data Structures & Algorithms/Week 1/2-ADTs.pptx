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82" r:id="rId2"/>
    <p:sldId id="389" r:id="rId3"/>
    <p:sldId id="390" r:id="rId4"/>
    <p:sldId id="392" r:id="rId5"/>
    <p:sldId id="395" r:id="rId6"/>
    <p:sldId id="393" r:id="rId7"/>
    <p:sldId id="394" r:id="rId8"/>
    <p:sldId id="396" r:id="rId9"/>
    <p:sldId id="401" r:id="rId10"/>
    <p:sldId id="397" r:id="rId11"/>
    <p:sldId id="398" r:id="rId12"/>
    <p:sldId id="403" r:id="rId13"/>
    <p:sldId id="399" r:id="rId14"/>
    <p:sldId id="400" r:id="rId15"/>
    <p:sldId id="402" r:id="rId16"/>
    <p:sldId id="406" r:id="rId17"/>
    <p:sldId id="407" r:id="rId18"/>
    <p:sldId id="4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0074" autoAdjust="0"/>
  </p:normalViewPr>
  <p:slideViewPr>
    <p:cSldViewPr snapToGrid="0">
      <p:cViewPr varScale="1">
        <p:scale>
          <a:sx n="81" d="100"/>
          <a:sy n="81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8A4AD-4B01-4A43-B922-375CCC7703E8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EE5C-102B-48FD-BE9A-CEFBA2C00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3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FEE5C-102B-48FD-BE9A-CEFBA2C000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24A5-2FD1-9B5D-4C45-9E38DF4B9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CF4E6-4BE8-BAB4-1634-46A9DD083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31BA-928A-3706-4B40-69D0A05F6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EB63-821A-F9BC-A664-47DDE4E9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C9C5B-640A-DF71-44B4-A6B4C0CC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9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2C34-B07E-0119-6623-49002B4E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3929-6E19-0877-69CB-C9DC87DC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41E4-D248-7F13-85EC-5B1D0716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1175-575A-E841-158C-FBFB88E8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92D1-FA35-2646-B84D-AD2ED07A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57A4-C779-CCA6-48CB-1007A81C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B82D-FA27-E77D-3A59-85C6DF980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9F61-94B5-FA23-9143-46CEAA64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87CE-4102-DD72-6EB1-AA428539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8EAF-C5B8-E9CA-7C98-99866B1B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B27B-0D07-4782-C09A-5E945182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6D8F-33F7-B5D6-CF68-BBF602C5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EDC37-EF40-E7DF-0145-65FBE5A1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BBAD-5976-F0B3-0919-6506E185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CA9B-9694-36FE-A0BC-ACC40CA9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8F1BE-2BBF-B167-28A1-E7F1E2CB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7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4902-F6B2-7E7D-3AD6-D249BA3D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0F8D-85C3-8616-153A-A1522815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2ADB8-30DC-F60C-F96C-25AC8E212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4F454-8D93-68B1-9665-0DE16BD01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8DBAD-EC3B-D56D-10EB-0204D4C24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8F4AC-4BFE-9746-AF0A-2504F265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CFBB0-5D53-899D-83E8-8A4279A8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C00E5-FF90-1301-F9E2-B2554FF3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4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7DB6-C76B-4C02-5CDD-F579F14C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4639-83A4-9C59-831A-F9AA5CD8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B1149-30F9-F851-34D7-157EAA14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014B-3D2A-0A50-FA9A-563D4A5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2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8C76F-DE00-9A32-B211-D3E53295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EB291-4628-A391-1071-61B3BC2E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5E2CD-B6B2-2184-C07D-AEB70F0C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6628-8DBD-FDCB-2494-B7DCAFF2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727EE-AA2E-71A9-FCAD-E07FDCB32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EEFBB-3B64-2031-F69D-091EF94D6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56B0-825B-A958-FDB8-D07EE9EE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56D6-DD4A-6180-DADC-65E8D096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1094F-FDE6-0E0D-EDD3-F4683B77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E3C0-3836-5838-A60F-C669298E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CAF9-11D1-D45E-A471-7E9421E59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115E0-B6F4-8B95-EDCE-FFFF616D2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7C348-530F-4323-21B2-851D62D8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13476-EB43-6E8F-25A0-AF47FFBF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9CF2-8520-7C56-47AA-F8C98418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7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59-EB9A-4071-4FE9-17B03E4A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5C4E6-84B2-5930-4F55-3D5D1BE8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A7C3-D499-9FFB-C62C-0608C97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F230-A3D5-D147-ED67-6EBF7A2E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7FD4-7C17-1DF7-31AB-499B44B1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2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96BD5-7460-10C3-9441-A26452409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F80FE-179C-2333-9FD3-A0F7D73C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C3ABC-F0BC-5830-940C-F051579C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949A-0551-8A6E-0F13-178896F8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4065-4481-71F0-0A93-DDA5C88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9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F080E-7883-317E-337D-41E29348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EC485-8144-0E79-0AF6-7AC0E6587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23024-324B-FBD5-4796-8867A7CF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64A5E-D143-4C41-AFA7-F11375E7EBC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95DE-F462-7E88-9B4B-7E55F26BA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A6166-E4E4-C470-794E-D5A6473F5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B5C7-CFBD-4FF5-9E8F-A68E66FA5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E6D6-92C5-B205-BBAE-2219AA4F0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2: ADTs</a:t>
            </a:r>
          </a:p>
        </p:txBody>
      </p:sp>
    </p:spTree>
    <p:extLst>
      <p:ext uri="{BB962C8B-B14F-4D97-AF65-F5344CB8AC3E}">
        <p14:creationId xmlns:p14="http://schemas.microsoft.com/office/powerpoint/2010/main" val="90468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BB4F-F2C4-E838-B652-B795F55F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- Abstract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8137A-9C2D-97D0-B722-227CB9EC8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definition of data type solely in terms of</a:t>
            </a:r>
          </a:p>
          <a:p>
            <a:pPr lvl="1"/>
            <a:r>
              <a:rPr lang="en-US" sz="2000" dirty="0"/>
              <a:t>Set of related data items (or values)</a:t>
            </a:r>
          </a:p>
          <a:p>
            <a:pPr lvl="1"/>
            <a:r>
              <a:rPr lang="en-US" sz="2000" dirty="0"/>
              <a:t>Set of operations on the data</a:t>
            </a:r>
          </a:p>
          <a:p>
            <a:r>
              <a:rPr lang="en-US" sz="2400" dirty="0"/>
              <a:t>Separation of logical properties from the implementation details</a:t>
            </a:r>
          </a:p>
          <a:p>
            <a:pPr lvl="1"/>
            <a:r>
              <a:rPr lang="en-US" sz="2000" dirty="0"/>
              <a:t>Hide implementation details (Encapsulation!)</a:t>
            </a:r>
          </a:p>
          <a:p>
            <a:endParaRPr lang="en-US" sz="2400" dirty="0"/>
          </a:p>
          <a:p>
            <a:r>
              <a:rPr lang="en-US" sz="2400" dirty="0"/>
              <a:t>The “abstract” part means that the data type is described independent of any implementation details.</a:t>
            </a:r>
          </a:p>
          <a:p>
            <a:r>
              <a:rPr lang="en-US" sz="2400" u="sng" dirty="0"/>
              <a:t>What</a:t>
            </a:r>
            <a:r>
              <a:rPr lang="en-US" sz="2400" dirty="0"/>
              <a:t>, not </a:t>
            </a:r>
            <a:r>
              <a:rPr lang="en-US" sz="2400" u="sng" dirty="0"/>
              <a:t>how</a:t>
            </a:r>
            <a:r>
              <a:rPr lang="en-US" sz="2400" dirty="0"/>
              <a:t>, is the focus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EC3AD-6FE2-6867-B089-F9F3F17B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977" y="3729037"/>
            <a:ext cx="2751954" cy="30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1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8777-A0A9-469A-A4C6-0877AD99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EEFA2-9B75-B002-A422-E759945F0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Whole numbers (integers)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Arithmetic operations (addition, subtraction, etc.) </a:t>
            </a:r>
          </a:p>
          <a:p>
            <a:endParaRPr lang="en-US" dirty="0"/>
          </a:p>
          <a:p>
            <a:r>
              <a:rPr lang="en-US" dirty="0"/>
              <a:t>Flight reservation</a:t>
            </a:r>
          </a:p>
          <a:p>
            <a:pPr lvl="1"/>
            <a:r>
              <a:rPr lang="en-US" dirty="0"/>
              <a:t>List of seats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Find empty seat</a:t>
            </a:r>
          </a:p>
          <a:p>
            <a:pPr lvl="2"/>
            <a:r>
              <a:rPr lang="en-US" dirty="0"/>
              <a:t>Reserve a seat</a:t>
            </a:r>
          </a:p>
          <a:p>
            <a:pPr lvl="2"/>
            <a:r>
              <a:rPr lang="en-US" dirty="0"/>
              <a:t>Cancel a seat assignment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312D7D-E450-0544-EE93-8168254D2D24}"/>
              </a:ext>
            </a:extLst>
          </p:cNvPr>
          <p:cNvSpPr txBox="1">
            <a:spLocks/>
          </p:cNvSpPr>
          <p:nvPr/>
        </p:nvSpPr>
        <p:spPr>
          <a:xfrm>
            <a:off x="6096000" y="1815362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Remember:</a:t>
            </a:r>
          </a:p>
          <a:p>
            <a:pPr lvl="1"/>
            <a:r>
              <a:rPr lang="en-US" dirty="0"/>
              <a:t>User interface is defined</a:t>
            </a:r>
          </a:p>
          <a:p>
            <a:pPr lvl="1"/>
            <a:r>
              <a:rPr lang="en-US" dirty="0"/>
              <a:t>Implementation independent</a:t>
            </a:r>
          </a:p>
          <a:p>
            <a:pPr lvl="1"/>
            <a:r>
              <a:rPr lang="en-US" dirty="0"/>
              <a:t>Operations are well defined</a:t>
            </a:r>
          </a:p>
        </p:txBody>
      </p:sp>
    </p:spTree>
    <p:extLst>
      <p:ext uri="{BB962C8B-B14F-4D97-AF65-F5344CB8AC3E}">
        <p14:creationId xmlns:p14="http://schemas.microsoft.com/office/powerpoint/2010/main" val="146981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DAD1-0953-72E7-88F0-4A628B88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991B-5DBD-CA6E-9F4B-56FDFDA73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data structure is a physical </a:t>
            </a:r>
            <a:r>
              <a:rPr lang="en-US" u="sng" dirty="0"/>
              <a:t>implementation</a:t>
            </a:r>
            <a:r>
              <a:rPr lang="en-US" dirty="0"/>
              <a:t> of an ADT</a:t>
            </a:r>
          </a:p>
          <a:p>
            <a:pPr lvl="1"/>
            <a:r>
              <a:rPr lang="en-US" dirty="0"/>
              <a:t>Each operation associated with ADT is implemented by one or more subroutines in the implementation</a:t>
            </a:r>
          </a:p>
          <a:p>
            <a:pPr lvl="1"/>
            <a:r>
              <a:rPr lang="en-US" dirty="0"/>
              <a:t>Provided in a language (primitive or built-in)</a:t>
            </a:r>
          </a:p>
          <a:p>
            <a:pPr lvl="1"/>
            <a:r>
              <a:rPr lang="en-US" dirty="0"/>
              <a:t>Built from the language constructs (user-defined)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67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C763-89DF-C60B-30E6-64335C46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vs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BF92D-416E-D313-81F3-72874751C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3F128-364D-906E-4E6A-070E6FA4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825625"/>
            <a:ext cx="73723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6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F5CE-C659-590F-DFBB-02D4800D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Airplane Flight Reservation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B15D-F327-F416-E85E-5C2C97B7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example of an airplane flight with 10 seats to be assigned </a:t>
            </a:r>
          </a:p>
          <a:p>
            <a:r>
              <a:rPr lang="en-US" dirty="0"/>
              <a:t>Operations?</a:t>
            </a:r>
          </a:p>
          <a:p>
            <a:r>
              <a:rPr lang="en-US" dirty="0"/>
              <a:t>Implementation: How to store, access data? </a:t>
            </a:r>
          </a:p>
        </p:txBody>
      </p:sp>
    </p:spTree>
    <p:extLst>
      <p:ext uri="{BB962C8B-B14F-4D97-AF65-F5344CB8AC3E}">
        <p14:creationId xmlns:p14="http://schemas.microsoft.com/office/powerpoint/2010/main" val="78832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9EE4-757A-03EA-0016-3DF7A94E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Airplane Flight Reservation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AD2D5-4800-5253-1717-EF8CA493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example of an airplane flight with 10 seats to be assigned</a:t>
            </a:r>
          </a:p>
          <a:p>
            <a:r>
              <a:rPr lang="en-US" dirty="0"/>
              <a:t>Operations </a:t>
            </a:r>
          </a:p>
          <a:p>
            <a:pPr lvl="1"/>
            <a:r>
              <a:rPr lang="en-US" dirty="0"/>
              <a:t>List available seats</a:t>
            </a:r>
          </a:p>
          <a:p>
            <a:pPr lvl="1"/>
            <a:r>
              <a:rPr lang="en-US" dirty="0"/>
              <a:t>Reserve a seat</a:t>
            </a:r>
          </a:p>
          <a:p>
            <a:r>
              <a:rPr lang="en-US" dirty="0"/>
              <a:t>Implementation: How to store, access data?</a:t>
            </a:r>
          </a:p>
          <a:p>
            <a:pPr lvl="1"/>
            <a:r>
              <a:rPr lang="en-US" dirty="0"/>
              <a:t>10 individual variables</a:t>
            </a:r>
          </a:p>
        </p:txBody>
      </p:sp>
    </p:spTree>
    <p:extLst>
      <p:ext uri="{BB962C8B-B14F-4D97-AF65-F5344CB8AC3E}">
        <p14:creationId xmlns:p14="http://schemas.microsoft.com/office/powerpoint/2010/main" val="159926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1E85-02F6-3CBF-5383-B6557569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10 Individual Variables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F85399-6848-50CF-D47E-14620C395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446" y="1825625"/>
            <a:ext cx="7215107" cy="4351338"/>
          </a:xfrm>
        </p:spPr>
      </p:pic>
    </p:spTree>
    <p:extLst>
      <p:ext uri="{BB962C8B-B14F-4D97-AF65-F5344CB8AC3E}">
        <p14:creationId xmlns:p14="http://schemas.microsoft.com/office/powerpoint/2010/main" val="49831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B66EC-60D6-660C-4743-BAD49B30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83C7-E172-F5FE-B53E-3934579D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Airplane Flight Reservation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2F89-5122-C745-66CD-477E93E8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example of an airplane flight with 10 seats to be assigned</a:t>
            </a:r>
          </a:p>
          <a:p>
            <a:r>
              <a:rPr lang="en-US" dirty="0"/>
              <a:t>Operations </a:t>
            </a:r>
          </a:p>
          <a:p>
            <a:pPr lvl="1"/>
            <a:r>
              <a:rPr lang="en-US" dirty="0"/>
              <a:t>List available seats</a:t>
            </a:r>
          </a:p>
          <a:p>
            <a:pPr lvl="1"/>
            <a:r>
              <a:rPr lang="en-US" dirty="0"/>
              <a:t>Reserve a seat</a:t>
            </a:r>
          </a:p>
          <a:p>
            <a:r>
              <a:rPr lang="en-US" dirty="0"/>
              <a:t>Implementation: How to store, access data?</a:t>
            </a:r>
          </a:p>
          <a:p>
            <a:pPr lvl="1"/>
            <a:r>
              <a:rPr lang="en-US" strike="sngStrike" dirty="0"/>
              <a:t>10 individual variables</a:t>
            </a:r>
          </a:p>
          <a:p>
            <a:pPr lvl="1"/>
            <a:r>
              <a:rPr lang="en-US" u="sng" dirty="0"/>
              <a:t>An array of variables</a:t>
            </a:r>
          </a:p>
        </p:txBody>
      </p:sp>
    </p:spTree>
    <p:extLst>
      <p:ext uri="{BB962C8B-B14F-4D97-AF65-F5344CB8AC3E}">
        <p14:creationId xmlns:p14="http://schemas.microsoft.com/office/powerpoint/2010/main" val="2615099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27B1-EC11-8C7D-7C3D-6E4793F0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An array of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E63DD-FA1F-9B30-C642-A9FF54FCA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525" y="1905794"/>
            <a:ext cx="8362950" cy="4191000"/>
          </a:xfrm>
        </p:spPr>
      </p:pic>
    </p:spTree>
    <p:extLst>
      <p:ext uri="{BB962C8B-B14F-4D97-AF65-F5344CB8AC3E}">
        <p14:creationId xmlns:p14="http://schemas.microsoft.com/office/powerpoint/2010/main" val="301128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D384-1C67-4ED1-366D-0F7644EF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Airplane Flight Reservation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4935-DDB6-3701-E420-65065BAD2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simple example illustrate the concept of an Abstract Data Type</a:t>
            </a:r>
          </a:p>
          <a:p>
            <a:r>
              <a:rPr lang="en-US" dirty="0"/>
              <a:t>ADT consists of</a:t>
            </a:r>
          </a:p>
          <a:p>
            <a:pPr lvl="1"/>
            <a:r>
              <a:rPr lang="en-US" dirty="0"/>
              <a:t>Collection of data items</a:t>
            </a:r>
          </a:p>
          <a:p>
            <a:pPr lvl="1"/>
            <a:r>
              <a:rPr lang="en-US" dirty="0"/>
              <a:t>Basic operations that must be performed on them</a:t>
            </a:r>
          </a:p>
          <a:p>
            <a:pPr lvl="1"/>
            <a:endParaRPr lang="en-US" dirty="0"/>
          </a:p>
          <a:p>
            <a:r>
              <a:rPr lang="en-US" dirty="0"/>
              <a:t>In the example:</a:t>
            </a:r>
          </a:p>
          <a:p>
            <a:pPr lvl="1"/>
            <a:r>
              <a:rPr lang="en-US" dirty="0"/>
              <a:t>Collection of data: list of seats</a:t>
            </a:r>
          </a:p>
          <a:p>
            <a:pPr lvl="1"/>
            <a:r>
              <a:rPr lang="en-US" dirty="0"/>
              <a:t>Basic operations: list available seats and reserve a seat</a:t>
            </a:r>
          </a:p>
        </p:txBody>
      </p:sp>
    </p:spTree>
    <p:extLst>
      <p:ext uri="{BB962C8B-B14F-4D97-AF65-F5344CB8AC3E}">
        <p14:creationId xmlns:p14="http://schemas.microsoft.com/office/powerpoint/2010/main" val="181241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EE33-321E-13EA-2E99-2BE196AF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for Primitive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48DB-690B-EEFD-301C-CD23320C5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primitive/predefined data types provide a foundation on which you construct more sophisticated data types, types that are collections of related data items, rather than individual data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5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2BA0-7976-3A1D-899C-76BA6B21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for Primitive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565D-14D4-5126-689D-2DBD4CBD9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Boolean Data</a:t>
            </a:r>
          </a:p>
          <a:p>
            <a:r>
              <a:rPr lang="en-US" dirty="0"/>
              <a:t>Data values: {false, true} 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And &amp;&amp;</a:t>
            </a:r>
          </a:p>
          <a:p>
            <a:pPr lvl="1"/>
            <a:r>
              <a:rPr lang="en-US" dirty="0"/>
              <a:t>Or ||</a:t>
            </a:r>
          </a:p>
          <a:p>
            <a:pPr lvl="1"/>
            <a:r>
              <a:rPr lang="en-US" dirty="0"/>
              <a:t>Not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02F6F-8C29-2D8D-84C3-26C73D345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72" y="4186238"/>
            <a:ext cx="67151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3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1F2C-612F-0D97-CE8E-94D95F36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for Primitive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D621-1A61-2FFA-4C37-585683238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 Data</a:t>
            </a:r>
          </a:p>
          <a:p>
            <a:r>
              <a:rPr lang="en-US" dirty="0"/>
              <a:t>Data values</a:t>
            </a:r>
          </a:p>
          <a:p>
            <a:pPr lvl="1"/>
            <a:r>
              <a:rPr lang="en-US" dirty="0"/>
              <a:t>Numeric codes (ASCII, Unicode)</a:t>
            </a:r>
          </a:p>
          <a:p>
            <a:pPr lvl="1"/>
            <a:r>
              <a:rPr lang="en-US" dirty="0"/>
              <a:t>1 byte for ASCII, 2 bytes for Unicode (UTF-16)</a:t>
            </a:r>
          </a:p>
          <a:p>
            <a:pPr lvl="1"/>
            <a:r>
              <a:rPr lang="en-US" dirty="0"/>
              <a:t>Basic Operations</a:t>
            </a:r>
          </a:p>
          <a:p>
            <a:pPr lvl="2"/>
            <a:r>
              <a:rPr lang="en-US" dirty="0"/>
              <a:t>Comparison (equal, less than, greater)</a:t>
            </a:r>
          </a:p>
          <a:p>
            <a:pPr lvl="2"/>
            <a:r>
              <a:rPr lang="en-US" dirty="0"/>
              <a:t>Use of numeric codes </a:t>
            </a:r>
          </a:p>
          <a:p>
            <a:pPr lvl="2"/>
            <a:endParaRPr lang="en-US" dirty="0"/>
          </a:p>
          <a:p>
            <a:r>
              <a:rPr lang="en-US" sz="1600" dirty="0"/>
              <a:t>Ref: https://www.joelonsoftware.com/2003/10/08/the-absoluteminimum-every-software-developer-absolutely-positively-must-knowabout-unicode-and-character-sets-no-excuses/ </a:t>
            </a:r>
          </a:p>
        </p:txBody>
      </p:sp>
    </p:spTree>
    <p:extLst>
      <p:ext uri="{BB962C8B-B14F-4D97-AF65-F5344CB8AC3E}">
        <p14:creationId xmlns:p14="http://schemas.microsoft.com/office/powerpoint/2010/main" val="1744456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230E-D00A-0BD9-15EC-61AB58BE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for Primitive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51745-7A8E-8109-8802-E3F183809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Integer</a:t>
            </a:r>
          </a:p>
          <a:p>
            <a:r>
              <a:rPr lang="en-US" dirty="0"/>
              <a:t>Data values</a:t>
            </a:r>
          </a:p>
          <a:p>
            <a:pPr lvl="1"/>
            <a:r>
              <a:rPr lang="en-US" dirty="0"/>
              <a:t>Non-negative (unsinged) integer</a:t>
            </a:r>
          </a:p>
          <a:p>
            <a:pPr lvl="2"/>
            <a:r>
              <a:rPr lang="en-US" dirty="0"/>
              <a:t>Base-two representation in a fixed number of bits (e.g., 32 bits )</a:t>
            </a:r>
          </a:p>
          <a:p>
            <a:pPr lvl="2"/>
            <a:r>
              <a:rPr lang="en-US" dirty="0"/>
              <a:t>88 : 0000 0000 0000 0000 0000 0000 0101 1000</a:t>
            </a:r>
          </a:p>
          <a:p>
            <a:pPr lvl="1"/>
            <a:r>
              <a:rPr lang="en-US" dirty="0"/>
              <a:t>Signed integer</a:t>
            </a:r>
          </a:p>
          <a:p>
            <a:pPr lvl="2"/>
            <a:r>
              <a:rPr lang="en-US" dirty="0"/>
              <a:t>Ones’ or Two’s complement representation in fixed number of bits</a:t>
            </a:r>
          </a:p>
          <a:p>
            <a:pPr lvl="2"/>
            <a:r>
              <a:rPr lang="en-US" dirty="0"/>
              <a:t>127 : 01111111, -127: 10000000 (Ones’ complement)</a:t>
            </a:r>
          </a:p>
          <a:p>
            <a:pPr lvl="2"/>
            <a:r>
              <a:rPr lang="en-US" dirty="0"/>
              <a:t>127: 01111111, -127: 10000001 (Two’s complement)</a:t>
            </a:r>
          </a:p>
          <a:p>
            <a:r>
              <a:rPr lang="en-US" dirty="0"/>
              <a:t>Operations – Arithmetic operations</a:t>
            </a:r>
          </a:p>
          <a:p>
            <a:pPr lvl="1"/>
            <a:r>
              <a:rPr lang="en-US" dirty="0"/>
              <a:t>Addition, subtraction, multiplication, division </a:t>
            </a:r>
          </a:p>
        </p:txBody>
      </p:sp>
    </p:spTree>
    <p:extLst>
      <p:ext uri="{BB962C8B-B14F-4D97-AF65-F5344CB8AC3E}">
        <p14:creationId xmlns:p14="http://schemas.microsoft.com/office/powerpoint/2010/main" val="370552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E762-A2B0-F6F9-200B-1E3A3074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– food for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2F49-C9C6-AD51-010E-110CE36EC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ADTs?</a:t>
            </a:r>
          </a:p>
        </p:txBody>
      </p:sp>
    </p:spTree>
    <p:extLst>
      <p:ext uri="{BB962C8B-B14F-4D97-AF65-F5344CB8AC3E}">
        <p14:creationId xmlns:p14="http://schemas.microsoft.com/office/powerpoint/2010/main" val="1147189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23AD5-3A6F-B0ED-C028-26420D89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B722-8B12-B788-68F4-86044BB6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– food for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87D5-9578-F437-3D87-693356374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ADTs?</a:t>
            </a:r>
          </a:p>
          <a:p>
            <a:pPr lvl="1"/>
            <a:r>
              <a:rPr lang="en-US" dirty="0"/>
              <a:t>Programmers can separate concerns (interface vs. implementation)</a:t>
            </a:r>
          </a:p>
          <a:p>
            <a:pPr lvl="1"/>
            <a:r>
              <a:rPr lang="en-US" dirty="0"/>
              <a:t>Reused in different programs with different implementations</a:t>
            </a:r>
          </a:p>
          <a:p>
            <a:pPr lvl="1"/>
            <a:r>
              <a:rPr lang="en-US" dirty="0"/>
              <a:t>Performance can be optimized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04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9B4F-6EAE-F425-324F-301F6FFF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– 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80B7-029A-EB83-B4ED-68AA7AFEA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data and operations if we want to represent the following as ADTs:</a:t>
            </a:r>
          </a:p>
          <a:p>
            <a:pPr lvl="1"/>
            <a:r>
              <a:rPr lang="en-US" dirty="0"/>
              <a:t>A Line at a Ticket Counter</a:t>
            </a:r>
          </a:p>
          <a:p>
            <a:pPr lvl="1"/>
            <a:r>
              <a:rPr lang="en-US" dirty="0"/>
              <a:t>Hospital Emergency Room</a:t>
            </a:r>
          </a:p>
          <a:p>
            <a:pPr lvl="1"/>
            <a:r>
              <a:rPr lang="en-US" dirty="0"/>
              <a:t>Undo/Redo in a Text Editor</a:t>
            </a:r>
          </a:p>
          <a:p>
            <a:pPr lvl="1"/>
            <a:r>
              <a:rPr lang="en-US" dirty="0"/>
              <a:t>Handling Customer Complaints in a Support Center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36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639</Words>
  <Application>Microsoft Office PowerPoint</Application>
  <PresentationFormat>Widescreen</PresentationFormat>
  <Paragraphs>107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Data Structures &amp; Algorithms (CSC-214)</vt:lpstr>
      <vt:lpstr>ADTs - Abstract Data Types</vt:lpstr>
      <vt:lpstr>ADTs - Examples</vt:lpstr>
      <vt:lpstr>ADTs</vt:lpstr>
      <vt:lpstr>ADTs vs Data Structures</vt:lpstr>
      <vt:lpstr>Example: Airplane Flight Reservation (1)</vt:lpstr>
      <vt:lpstr>Example: Airplane Flight Reservation (1)</vt:lpstr>
      <vt:lpstr>Implementation: 10 Individual Variables</vt:lpstr>
      <vt:lpstr>Example: Airplane Flight Reservation (2)</vt:lpstr>
      <vt:lpstr>Implementation: An array of variables</vt:lpstr>
      <vt:lpstr>Example: Airplane Flight Reservation (2)</vt:lpstr>
      <vt:lpstr>ADTs for Primitive Data Types </vt:lpstr>
      <vt:lpstr>ADTs for Primitive Data Types </vt:lpstr>
      <vt:lpstr>ADTs for Primitive Data Types </vt:lpstr>
      <vt:lpstr>ADTs for Primitive Data Types </vt:lpstr>
      <vt:lpstr>ADTs – food for thought</vt:lpstr>
      <vt:lpstr>ADTs – food for thought</vt:lpstr>
      <vt:lpstr>ADTs – 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69</cp:revision>
  <dcterms:created xsi:type="dcterms:W3CDTF">2025-01-23T12:04:59Z</dcterms:created>
  <dcterms:modified xsi:type="dcterms:W3CDTF">2025-02-10T18:18:01Z</dcterms:modified>
</cp:coreProperties>
</file>