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8" r:id="rId2"/>
    <p:sldId id="257" r:id="rId3"/>
    <p:sldId id="409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F828-3B5B-9E56-D117-DA9F915D4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EA0D6-254C-DA76-625D-1B48BDEAB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7CAE-FA4B-08FE-4117-5746D301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2F963-48C8-16D1-B45F-0E85E6B5F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36F1F-D6D5-47A9-266E-F83FFF29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4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6F55-70FC-4F46-E280-EE531BC4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8105A-80E4-E78E-FD6C-9B94D042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300F7-BD1D-3996-CEA8-20BE1D38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3D44-CFEC-7E6A-4170-B05BD826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F024-D7DC-031C-313D-662563DC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2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5F08-CB8C-1062-064E-8DDB7DAD6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F5B93-D4A5-17E3-D49B-05511D6FC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EA1B7-F879-148E-5BA5-EBDDD1B2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C704-8476-4013-0CA4-24D859DAA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FF87F-D653-937C-5325-C8F4A0E6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4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ECBD-079A-C70C-6A16-BC3EA9BC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76D4-6014-0435-438C-A9B360D1E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48EB7-0FA5-3407-5A62-F96000C0D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36806-81DD-BC88-0FBE-133EAE9F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5A022-C79B-B9A6-27CF-3BD4D245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E9B29-A848-EE1D-8F6B-F74A0958C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7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BB83-AC7A-1AF7-1894-A88C33A9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DCF90-D4C4-DE44-8083-8C455F3B2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B213B-E13B-CF30-9BF2-6AD25F45C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C2EEB-88B2-FA02-8517-1D86788A4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EEB9C-7973-E725-347B-8580B75A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CB363-3D53-5932-14DB-DE79BF47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9FABD-CE82-7229-8362-A04E9391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E19C0-E8DB-F5A5-20C9-3FDCC0F2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1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A27C-DD37-A582-CB18-34B80FA1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D544D-3EB1-21AD-D87E-F167D08A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8D618-6297-0D8C-04EB-DDE3B240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8A25B-C8B1-C2ED-12B3-2A92F1BC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3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35DF2-7E8D-0A24-D9AF-B64C7A46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552B6-059E-FE87-D49E-EDA0F910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FF444-8417-F394-5F97-138D9B70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47B9-5C84-D432-DAF6-F405B34B0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D410B-6E42-95B4-5B75-73A7846B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E4E80-1941-8043-9C45-2CDBDD5B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B6DFD-EA3D-2C14-997E-8529317B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73B0F-9604-8267-2E7F-741DD82D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39CAD-C229-2067-33B9-682997E3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3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CBAE-230B-3A2C-4147-1FFE1180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D2272-CC8E-3E27-CCDF-5CC29604C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9ED2A-924F-F5B5-DE7D-3ABA31ED3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6AB21-B4CA-4495-FCDB-DB45007A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F97DB-42CA-EA28-0074-EE5E7DEC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C2887-DB20-9B4E-7A71-EDE53697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2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5E57-DC13-DEA0-1744-D71DFAFB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ABA1B-AC78-4A6A-C531-D1BFF98D0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A6D12-5100-63F3-5010-E19715FB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7766-B748-0110-98CA-5C704D76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61C58-74D4-D851-BF6B-6756AAB8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8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2DF47-0720-B623-137C-AC2AA84A9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3AC4-DB50-9CA4-523D-B9B4A6DCC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8B2CB-3F7C-38BC-15A3-D50D27C5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75E45-3F89-8357-B987-8E52F746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BFD44-C955-1414-9BD6-C8B0DAEE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F0742-BB0B-2959-2971-68ADF5C9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AF3DA-8C22-28AA-E8DE-420203B52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F3B7B-34EF-9E76-30C6-ED66D9EB1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8EB7B-B027-4D5C-9FBA-FD09D1A1600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8679E-9BE0-8ADE-2B58-F164DE461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A5A7-F1E8-F758-3DD9-E62C7CD72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44520-FF80-428F-AD82-80E988087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3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AF15-62A9-A01D-C472-96E7663F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1A4E-AE85-9429-7115-CA654AF60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72860-003B-D301-E28C-AD0D08C47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2: OOP recap</a:t>
            </a:r>
          </a:p>
        </p:txBody>
      </p:sp>
    </p:spTree>
    <p:extLst>
      <p:ext uri="{BB962C8B-B14F-4D97-AF65-F5344CB8AC3E}">
        <p14:creationId xmlns:p14="http://schemas.microsoft.com/office/powerpoint/2010/main" val="168862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246B-25C5-79B8-C278-21D3188B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Library Management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6C980-FC46-5E97-A54C-16D84B4E4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library holds multiple books, and each book has details like its title, author, price, and a unique ID.</a:t>
            </a:r>
          </a:p>
          <a:p>
            <a:r>
              <a:rPr lang="en-US" dirty="0"/>
              <a:t>When a new book is added to the library, you can enter details manually or use default values if some information is missing.</a:t>
            </a:r>
          </a:p>
          <a:p>
            <a:r>
              <a:rPr lang="en-US" dirty="0"/>
              <a:t>A book can be removed from the library records</a:t>
            </a:r>
          </a:p>
          <a:p>
            <a:r>
              <a:rPr lang="en-US" dirty="0"/>
              <a:t>Instead of assigning a fixed number of shelves for books, the library can adjust its storage based on the number of books present. </a:t>
            </a:r>
          </a:p>
          <a:p>
            <a:r>
              <a:rPr lang="en-US" dirty="0"/>
              <a:t>Some information, like a book’s unique ID, should only be modified by the library and not by visitors. However, details like the title and author can be publicly viewed. </a:t>
            </a:r>
          </a:p>
        </p:txBody>
      </p:sp>
    </p:spTree>
    <p:extLst>
      <p:ext uri="{BB962C8B-B14F-4D97-AF65-F5344CB8AC3E}">
        <p14:creationId xmlns:p14="http://schemas.microsoft.com/office/powerpoint/2010/main" val="275883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A6AA-06E5-B329-AF88-F360B307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Library Management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1F75-4BB8-4DC7-8C98-331669404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be able to combine two books into a special bundle, compare two books to check if they are the same, and have the functionality to print the book’s details in a formatted manner.</a:t>
            </a:r>
          </a:p>
          <a:p>
            <a:r>
              <a:rPr lang="en-US" dirty="0"/>
              <a:t>Some rules should never change—</a:t>
            </a:r>
            <a:r>
              <a:rPr lang="en-US" dirty="0" err="1"/>
              <a:t>eg</a:t>
            </a:r>
            <a:r>
              <a:rPr lang="en-US" dirty="0"/>
              <a:t>, a book’s title shouldn’t be modified once it’s registered.</a:t>
            </a:r>
          </a:p>
          <a:p>
            <a:r>
              <a:rPr lang="en-US" dirty="0"/>
              <a:t>You should be able to create an exact duplicate of an </a:t>
            </a:r>
            <a:r>
              <a:rPr lang="en-US"/>
              <a:t>existing book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20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E3D2-9D69-E14E-ECBE-EE9D5758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46FD5-EF89-8FC3-4D85-0CF51F43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06F02-EF3F-236D-9BC5-68CDA00C7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056792" cy="30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1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C192-C726-7E09-9326-BA8CC5D9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8705-414F-4886-24BF-56FE9B359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E52D0-87A6-8378-55A6-ED847DCE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12" y="1825625"/>
            <a:ext cx="67774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4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E216-6FA3-D808-507A-1A31992E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87D1B-D906-72FD-6D61-B00BC12CB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2A038-6C51-2BD3-F309-1E5BCE3D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8688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1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DAB3-95E9-2214-9D51-31AEB413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977F-2618-0819-52F6-B860BC6D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3054A-34A2-283D-CFE2-E77B0996D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963178" cy="28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5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0913-F561-2331-C85A-2EF04CBB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6743-5264-C42B-6F0F-17451FE2E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0C8CB4-B0F5-DEC4-E3CC-CFA32093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910754" cy="43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0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DC8C-60CC-3818-A7D4-4B2E8B28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3BA8-457F-10C3-4CC8-8965EBA85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112A1-CBDE-2C3B-E071-BA952843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5913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629A-B322-60B7-3E17-4425E00D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38B8-193A-1DA8-D308-4C062B83C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DB995-63BD-6D9A-C96F-D6177053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3942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78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F1AF-E0FB-99B8-559B-DE0A6B88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E1301-CF4D-79B5-324F-68B9086B9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132D8-13AD-DD2A-80F2-68AD7CEF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81550" cy="52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D0D4D-418F-576E-8149-AAD15424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690688"/>
            <a:ext cx="34480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7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A193-B51C-BE36-80A0-D9C4C19F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289E6-12C3-EEE8-E636-65BFC6294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AE0D-C490-70B0-2E45-F1773754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2CC3C-E197-6045-7153-733C21D8A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928FA-0125-6541-F464-F2015FD8A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781" y="739775"/>
            <a:ext cx="681037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5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812C-B85C-021D-F45D-403ADBC2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8B47-FB0B-953D-8236-904E233FD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F747C-21B2-D944-A1E0-92106A3A3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1821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1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BC5B-BB9F-4ABE-FB86-31C3DC07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File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C329-2284-B2D7-FF04-92EBB5505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31F00-7101-9EB8-028B-0D987EF08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7345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98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18F5-8E8E-427D-0CE5-53742AF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18C9-D652-C606-03A2-8C831D0E3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A0A10-0242-E411-0FDB-95E2A50EC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614363"/>
            <a:ext cx="4791075" cy="556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39AB08-43E8-EB82-EEFB-F415426A8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690688"/>
            <a:ext cx="54197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8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261</Words>
  <Application>Microsoft Office PowerPoint</Application>
  <PresentationFormat>Widescreen</PresentationFormat>
  <Paragraphs>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Data Structures &amp; Algorithms (CSC-214)</vt:lpstr>
      <vt:lpstr>Example – Library Management (1)</vt:lpstr>
      <vt:lpstr>Example – Library Management (1)</vt:lpstr>
      <vt:lpstr>Attributes</vt:lpstr>
      <vt:lpstr>Member functions</vt:lpstr>
      <vt:lpstr>Implementation File (1)</vt:lpstr>
      <vt:lpstr>Implementation File (2)</vt:lpstr>
      <vt:lpstr>Implementation File (3)</vt:lpstr>
      <vt:lpstr>Implementation File (4)</vt:lpstr>
      <vt:lpstr>Implementation File (5)</vt:lpstr>
      <vt:lpstr>main.cpp</vt:lpstr>
      <vt:lpstr>String class</vt:lpstr>
      <vt:lpstr>Header File</vt:lpstr>
      <vt:lpstr>Implementation File (1)</vt:lpstr>
      <vt:lpstr>Implementation File (2)</vt:lpstr>
      <vt:lpstr>main.cpp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24</cp:revision>
  <dcterms:created xsi:type="dcterms:W3CDTF">2025-02-12T13:37:23Z</dcterms:created>
  <dcterms:modified xsi:type="dcterms:W3CDTF">2025-02-13T07:51:09Z</dcterms:modified>
</cp:coreProperties>
</file>