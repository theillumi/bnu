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  <p:sldId id="390" r:id="rId9"/>
    <p:sldId id="392" r:id="rId10"/>
    <p:sldId id="3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8A4AD-4B01-4A43-B922-375CCC7703E8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EE5C-102B-48FD-BE9A-CEFBA2C00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3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24A5-2FD1-9B5D-4C45-9E38DF4B9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CF4E6-4BE8-BAB4-1634-46A9DD083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31BA-928A-3706-4B40-69D0A05F6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DEB63-821A-F9BC-A664-47DDE4E9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C9C5B-640A-DF71-44B4-A6B4C0CC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9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2C34-B07E-0119-6623-49002B4E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3929-6E19-0877-69CB-C9DC87DC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241E4-D248-7F13-85EC-5B1D0716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1175-575A-E841-158C-FBFB88E8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292D1-FA35-2646-B84D-AD2ED07A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3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57A4-C779-CCA6-48CB-1007A81C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B82D-FA27-E77D-3A59-85C6DF980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9F61-94B5-FA23-9143-46CEAA64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87CE-4102-DD72-6EB1-AA428539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8EAF-C5B8-E9CA-7C98-99866B1B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7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B27B-0D07-4782-C09A-5E945182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96D8F-33F7-B5D6-CF68-BBF602C59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EDC37-EF40-E7DF-0145-65FBE5A19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ABBAD-5976-F0B3-0919-6506E185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CA9B-9694-36FE-A0BC-ACC40CA9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8F1BE-2BBF-B167-28A1-E7F1E2CB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7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4902-F6B2-7E7D-3AD6-D249BA3D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F0F8D-85C3-8616-153A-A1522815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2ADB8-30DC-F60C-F96C-25AC8E212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4F454-8D93-68B1-9665-0DE16BD01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8DBAD-EC3B-D56D-10EB-0204D4C24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8F4AC-4BFE-9746-AF0A-2504F265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1CFBB0-5D53-899D-83E8-8A4279A8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C00E5-FF90-1301-F9E2-B2554FF3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4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7DB6-C76B-4C02-5CDD-F579F14C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C4639-83A4-9C59-831A-F9AA5CD8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B1149-30F9-F851-34D7-157EAA14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014B-3D2A-0A50-FA9A-563D4A5F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2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8C76F-DE00-9A32-B211-D3E53295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EB291-4628-A391-1071-61B3BC2E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5E2CD-B6B2-2184-C07D-AEB70F0C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6628-8DBD-FDCB-2494-B7DCAFF2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727EE-AA2E-71A9-FCAD-E07FDCB32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EEFBB-3B64-2031-F69D-091EF94D6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C56B0-825B-A958-FDB8-D07EE9EE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A56D6-DD4A-6180-DADC-65E8D0968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1094F-FDE6-0E0D-EDD3-F4683B77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2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E3C0-3836-5838-A60F-C669298E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CAF9-11D1-D45E-A471-7E9421E59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115E0-B6F4-8B95-EDCE-FFFF616D2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7C348-530F-4323-21B2-851D62D8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13476-EB43-6E8F-25A0-AF47FFBF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A9CF2-8520-7C56-47AA-F8C98418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7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F959-EB9A-4071-4FE9-17B03E4A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5C4E6-84B2-5930-4F55-3D5D1BE8B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A7C3-D499-9FFB-C62C-0608C97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5F230-A3D5-D147-ED67-6EBF7A2E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7FD4-7C17-1DF7-31AB-499B44B1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2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96BD5-7460-10C3-9441-A26452409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F80FE-179C-2333-9FD3-A0F7D73C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C3ABC-F0BC-5830-940C-F051579C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9949A-0551-8A6E-0F13-178896F8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4065-4481-71F0-0A93-DDA5C889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9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F080E-7883-317E-337D-41E29348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EC485-8144-0E79-0AF6-7AC0E6587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23024-324B-FBD5-4796-8867A7CF8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64A5E-D143-4C41-AFA7-F11375E7EBC9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E95DE-F462-7E88-9B4B-7E55F26BA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A6166-E4E4-C470-794E-D5A6473F5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B5C7-CFBD-4FF5-9E8F-A68E66FA5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E6D6-92C5-B205-BBAE-2219AA4F0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1: Motivation</a:t>
            </a:r>
          </a:p>
        </p:txBody>
      </p:sp>
    </p:spTree>
    <p:extLst>
      <p:ext uri="{BB962C8B-B14F-4D97-AF65-F5344CB8AC3E}">
        <p14:creationId xmlns:p14="http://schemas.microsoft.com/office/powerpoint/2010/main" val="90468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Motivational 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cellular service company provides contract to its 10 million users</a:t>
            </a:r>
          </a:p>
          <a:p>
            <a:r>
              <a:rPr lang="en-US" dirty="0"/>
              <a:t>Due to new security enforcements, the company wants to prevent issuing of multiple contracts to users</a:t>
            </a:r>
          </a:p>
          <a:p>
            <a:endParaRPr lang="en-US" dirty="0"/>
          </a:p>
          <a:p>
            <a:r>
              <a:rPr lang="en-US" dirty="0"/>
              <a:t>Method of Detecting Multiple Contracts</a:t>
            </a:r>
          </a:p>
          <a:p>
            <a:r>
              <a:rPr lang="en-US" dirty="0"/>
              <a:t>Before issuing a new contract to a user </a:t>
            </a:r>
          </a:p>
          <a:p>
            <a:pPr lvl="1"/>
            <a:r>
              <a:rPr lang="en-US" dirty="0"/>
              <a:t>First search the id of the user in the existing contracts database </a:t>
            </a:r>
          </a:p>
          <a:p>
            <a:pPr lvl="1"/>
            <a:r>
              <a:rPr lang="en-US" dirty="0"/>
              <a:t>In case of a failure -&gt; issue a new contract to the user </a:t>
            </a:r>
          </a:p>
          <a:p>
            <a:pPr lvl="1"/>
            <a:r>
              <a:rPr lang="en-US" dirty="0"/>
              <a:t>In case of a success -&gt; do not issue a new contract to the user</a:t>
            </a:r>
          </a:p>
        </p:txBody>
      </p:sp>
    </p:spTree>
    <p:extLst>
      <p:ext uri="{BB962C8B-B14F-4D97-AF65-F5344CB8AC3E}">
        <p14:creationId xmlns:p14="http://schemas.microsoft.com/office/powerpoint/2010/main" val="16759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A621-1FAE-410A-7FA4-318B0699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Array Data Structure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DD1B-4440-B61E-CB5D-97929206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4999"/>
            <a:ext cx="10515600" cy="1731963"/>
          </a:xfrm>
        </p:spPr>
        <p:txBody>
          <a:bodyPr/>
          <a:lstStyle/>
          <a:p>
            <a:r>
              <a:rPr lang="en-US" dirty="0"/>
              <a:t>Linear Array (with 10 million entries)</a:t>
            </a:r>
          </a:p>
          <a:p>
            <a:pPr lvl="1"/>
            <a:r>
              <a:rPr lang="en-US" dirty="0"/>
              <a:t>Three arrays (NIC, Name, Address)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43469-CBB8-2DB8-A066-67C93D48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1611666"/>
            <a:ext cx="677227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2B17-738B-EC8A-B993-7BE5C797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Array Data Structure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F6F9F-1BDA-35C0-8D76-DB4D8E597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4799"/>
            <a:ext cx="10515600" cy="7921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Any disadvantage of the linear array data structure?</a:t>
            </a:r>
          </a:p>
          <a:p>
            <a:r>
              <a:rPr lang="en-US" dirty="0"/>
              <a:t>How to improve?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7201A-4383-801F-4AFC-8FE2A388A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585912"/>
            <a:ext cx="89439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2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4EF7-8728-A563-CADA-A8348218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Improved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FC7D6-3C92-EEC7-5507-C4FE39C07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 dictionary data structure</a:t>
            </a:r>
          </a:p>
          <a:p>
            <a:pPr lvl="1"/>
            <a:r>
              <a:rPr lang="en-US" dirty="0"/>
              <a:t>Group similar records together</a:t>
            </a:r>
          </a:p>
          <a:p>
            <a:pPr lvl="1"/>
            <a:r>
              <a:rPr lang="en-US" dirty="0"/>
              <a:t>Similarity in terms of first digit of NIC number</a:t>
            </a:r>
          </a:p>
          <a:p>
            <a:pPr lvl="1"/>
            <a:r>
              <a:rPr lang="en-US" dirty="0"/>
              <a:t>Add a dictionary entry for each distinct digit (0 – 9)</a:t>
            </a:r>
          </a:p>
          <a:p>
            <a:r>
              <a:rPr lang="en-US" dirty="0"/>
              <a:t>Example: 3419668-1, 3445864-3, 1748425-5</a:t>
            </a:r>
          </a:p>
          <a:p>
            <a:pPr lvl="1"/>
            <a:r>
              <a:rPr lang="en-US" dirty="0"/>
              <a:t>3 and 1 are dictionary entries</a:t>
            </a:r>
          </a:p>
          <a:p>
            <a:r>
              <a:rPr lang="en-US" dirty="0"/>
              <a:t>Existing contracts are searched in two steps</a:t>
            </a:r>
          </a:p>
          <a:p>
            <a:pPr lvl="1"/>
            <a:r>
              <a:rPr lang="en-US" dirty="0"/>
              <a:t>1. Search the dictionary entry (i.e., group searching) </a:t>
            </a:r>
          </a:p>
          <a:p>
            <a:pPr lvl="1"/>
            <a:r>
              <a:rPr lang="en-US" dirty="0"/>
              <a:t>2. Search contract within the group (i.e., with the same NIC digit)</a:t>
            </a:r>
          </a:p>
          <a:p>
            <a:r>
              <a:rPr lang="en-US" dirty="0"/>
              <a:t>How much improvement </a:t>
            </a:r>
            <a:r>
              <a:rPr lang="en-US" dirty="0" err="1"/>
              <a:t>w.r.t.</a:t>
            </a:r>
            <a:r>
              <a:rPr lang="en-US" dirty="0"/>
              <a:t> linear array? </a:t>
            </a:r>
          </a:p>
        </p:txBody>
      </p:sp>
    </p:spTree>
    <p:extLst>
      <p:ext uri="{BB962C8B-B14F-4D97-AF65-F5344CB8AC3E}">
        <p14:creationId xmlns:p14="http://schemas.microsoft.com/office/powerpoint/2010/main" val="103770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1CA48-90AF-FF1C-EE63-E8BD59D3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Dictionary Data Structure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BEDB0-0D26-F104-DD0E-A1D031859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CCDFA-2D5D-42D0-E936-16EBFA7BA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653" y="1825625"/>
            <a:ext cx="6250693" cy="478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9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B097-8613-CFFF-3C72-5870AF4B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Dictionary Data Structure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3C043-C62E-F305-3B43-C37FEAEE5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possibility</a:t>
            </a:r>
          </a:p>
          <a:p>
            <a:pPr lvl="1"/>
            <a:r>
              <a:rPr lang="en-US" dirty="0"/>
              <a:t>Maintain pointers with structures (or records)</a:t>
            </a:r>
          </a:p>
          <a:p>
            <a:pPr lvl="1"/>
            <a:r>
              <a:rPr lang="en-US"/>
              <a:t>Non-NULL </a:t>
            </a:r>
            <a:r>
              <a:rPr lang="en-US" dirty="0"/>
              <a:t>pointer indicates presence of next record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A775A-DFAE-AEC8-1202-CE59D2702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3424238"/>
            <a:ext cx="86296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4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1BFC-B5EA-370A-A38A-0D29367D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in Data Structures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5457-3C61-FBF7-AC70-773007E4E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based?</a:t>
            </a:r>
          </a:p>
          <a:p>
            <a:r>
              <a:rPr lang="en-US" dirty="0"/>
              <a:t>Pointer based?</a:t>
            </a:r>
          </a:p>
          <a:p>
            <a:r>
              <a:rPr lang="en-US" dirty="0"/>
              <a:t>Dictionary based?</a:t>
            </a:r>
          </a:p>
        </p:txBody>
      </p:sp>
    </p:spTree>
    <p:extLst>
      <p:ext uri="{BB962C8B-B14F-4D97-AF65-F5344CB8AC3E}">
        <p14:creationId xmlns:p14="http://schemas.microsoft.com/office/powerpoint/2010/main" val="46515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64DA-6E33-38A1-885D-E6BE8557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5FA6-BA9C-A9CD-1DB8-4F7FAA03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in Data Structures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5D50A-7A7F-709C-AF4D-02CFFF49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based?</a:t>
            </a:r>
          </a:p>
          <a:p>
            <a:pPr lvl="1"/>
            <a:r>
              <a:rPr lang="en-US" dirty="0"/>
              <a:t>Slow search, high memory usage, insertion and deletion issues</a:t>
            </a:r>
          </a:p>
          <a:p>
            <a:pPr lvl="1"/>
            <a:r>
              <a:rPr lang="en-US" dirty="0"/>
              <a:t>Simpler data structure</a:t>
            </a:r>
          </a:p>
          <a:p>
            <a:r>
              <a:rPr lang="en-US" dirty="0"/>
              <a:t>Pointer based?</a:t>
            </a:r>
          </a:p>
          <a:p>
            <a:pPr lvl="1"/>
            <a:r>
              <a:rPr lang="en-US" dirty="0"/>
              <a:t>Memory usage</a:t>
            </a:r>
          </a:p>
          <a:p>
            <a:pPr lvl="1"/>
            <a:r>
              <a:rPr lang="en-US" dirty="0"/>
              <a:t>Easier insertion and deletion</a:t>
            </a:r>
          </a:p>
          <a:p>
            <a:r>
              <a:rPr lang="en-US" dirty="0"/>
              <a:t>Dictionary based?</a:t>
            </a:r>
          </a:p>
          <a:p>
            <a:pPr lvl="1"/>
            <a:r>
              <a:rPr lang="en-US" dirty="0"/>
              <a:t>Requires more memory, uneven distribution of data within groups</a:t>
            </a:r>
          </a:p>
          <a:p>
            <a:pPr lvl="1"/>
            <a:r>
              <a:rPr lang="en-US" dirty="0"/>
              <a:t>Faster lookup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454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49E6-E636-D2D5-9211-F5947A7F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50678-F60F-CAE3-38C4-C725B80E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227685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2700</TotalTime>
  <Words>338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Structures &amp; Algorithms (CSC-214)</vt:lpstr>
      <vt:lpstr>Motivational Example</vt:lpstr>
      <vt:lpstr>Example: Linear Array Data Structure (1)</vt:lpstr>
      <vt:lpstr>Example: Linear Array Data Structure (2)</vt:lpstr>
      <vt:lpstr>Example: Improved Data Structure</vt:lpstr>
      <vt:lpstr>Example: Dictionary Data Structure (1)</vt:lpstr>
      <vt:lpstr>Example: Dictionary Data Structure (2)</vt:lpstr>
      <vt:lpstr>Issues in Data Structures </vt:lpstr>
      <vt:lpstr>Issues in Data Structures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17</cp:revision>
  <dcterms:created xsi:type="dcterms:W3CDTF">2025-01-23T12:04:59Z</dcterms:created>
  <dcterms:modified xsi:type="dcterms:W3CDTF">2025-02-11T06:02:32Z</dcterms:modified>
</cp:coreProperties>
</file>