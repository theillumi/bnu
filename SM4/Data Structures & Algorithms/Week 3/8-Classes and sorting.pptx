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407" autoAdjust="0"/>
  </p:normalViewPr>
  <p:slideViewPr>
    <p:cSldViewPr snapToGrid="0">
      <p:cViewPr varScale="1">
        <p:scale>
          <a:sx n="90" d="100"/>
          <a:sy n="90" d="100"/>
        </p:scale>
        <p:origin x="5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F55A-9C7F-533E-1E2F-D3FFF816B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0FF4B9-F7AE-2244-D80A-BFE978850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752C-DEC4-A4F1-8BA5-BC2F11F50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CD95A-6AD7-AD1A-CAC6-06762A63D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7B5D8-F29F-962E-37C3-7B9B78A6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68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011D-690B-53E5-0658-77D25ABB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72056-0CE3-E330-FB4F-85163F618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CB32D-04BE-9E35-7DE2-B9614C9D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8DAA5-DCE3-5E5D-7DEE-9B20858C1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3329-9525-B89E-21BA-2B9D29F2B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A099-521B-880E-75ED-247D036CA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BA36E-5BBA-E71A-959D-2B2BAC811E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17BFA-3B5B-9F20-31E2-6E8CCF605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F5879-5A9C-37C7-4E56-3DB55F324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7E2D5-08F3-B2C9-87B0-0915D0772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9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8DDCD-E607-8241-7D30-958C6D2F8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CEC62-2159-78BB-CFFD-BFC3A4BBFD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1AB8A5-836C-1F04-BAE3-5BAB54DD1B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77589D-BB1E-14D7-8D20-6C0B13B3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65FD51-E539-C3B6-10D6-934360BC3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1E50C-CD05-37AC-6286-A2F941400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45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D731-CAA8-CADF-F60C-1D3F25D96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34AFEB-2CB2-B6D7-0E94-4D921B625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49AD9-5C58-7111-1373-7AA229C9E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DFBFB7-DF9D-FC54-8C82-FDFBC6B5EF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638293-9769-F64E-8500-ADDA61E9DD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68460B-7191-022E-274C-0090075F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143EE9-E81B-C8D8-A7DC-D68C3026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214294-7307-F2E9-44CC-2E1DB8FBB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95195-AB68-35A3-D3DF-08E4C359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D5CFEC-97E2-2605-5464-07196B5D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0E115-C74B-06E0-38C5-A99EAEDE2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1E86E-A39C-E166-6AC3-D6AC3F09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92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BD3FE-B228-156B-CC5F-77C84E3D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84EE74-037C-457D-EAA9-83757B20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BC729-443A-873A-C90D-6FB28CE84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557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6E275-D0D3-D064-40C0-20B4E3080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6571C-778C-C175-33C8-5835B450B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BA9F9-DAEB-26C8-0DC5-CD5428ED6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63589-7DAD-2C1C-8653-E76168DA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73A45-EC5C-4DFC-238A-92A25E2F4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60179-4760-1F7D-BC26-0602A8ED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7D4E-B432-6BBC-EECE-93EA1AACE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7D1C75-DC4C-D84F-456C-F068028046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20530-3209-722F-50D5-9506FBD938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3E36EF-94E0-D544-CD98-F8923A7BF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ECE1F-AEEF-54AF-EC32-22E7798D7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CB13A-9D52-D22C-D97A-4CD136B2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06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D06E2-8829-34CD-396A-8C95BBED8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4AB2CC-2E1F-6325-7DDC-C91A7EFCF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34583-CF9E-5EE4-9761-E70365FB7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CE89B-1D05-85C5-3039-AA0E28ED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B87E6-41D8-EC71-CD27-1F1824F3D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28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3AEE14-186B-2E54-2B5E-833BC943AF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8876F-D66F-76D7-E6FB-AF0D612370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DB0C1-EB10-DA74-E030-19711044E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1B2EE-9A5E-49DE-972F-A8D534F200B6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05D85-0FAE-FAC4-CCE3-AD62CB2DC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822E2-37FC-06FD-1821-C442801FF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34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8DE1E9-29B9-22F6-D11B-49AE8034C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2C226-7EAB-FE95-F424-90180BED4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1AAE1-FFD8-B2E6-E734-40701A39D0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1B2EE-9A5E-49DE-972F-A8D534F200B6}" type="datetimeFigureOut">
              <a:rPr lang="en-US" smtClean="0"/>
              <a:t>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3F037-75D3-FD3C-03C4-A198485AF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62A08-E8B5-3203-093F-88EBE5B56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ABC9D-3EB8-4B52-AFF1-401F23CCC0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27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5FFC2-9E19-3B0E-A250-2E8B5DCF93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EA3E1-6477-EADA-49D3-94F5F46652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Sorting </a:t>
            </a:r>
            <a:r>
              <a:rPr lang="en-US" dirty="0" err="1"/>
              <a:t>wrt</a:t>
            </a:r>
            <a:r>
              <a:rPr lang="en-US" dirty="0"/>
              <a:t> Classes</a:t>
            </a:r>
          </a:p>
        </p:txBody>
      </p:sp>
    </p:spTree>
    <p:extLst>
      <p:ext uri="{BB962C8B-B14F-4D97-AF65-F5344CB8AC3E}">
        <p14:creationId xmlns:p14="http://schemas.microsoft.com/office/powerpoint/2010/main" val="3739631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287D-FA3B-995A-1896-CC06B08C7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</a:t>
            </a:r>
            <a:r>
              <a:rPr lang="en-US" dirty="0" err="1"/>
              <a:t>wrt</a:t>
            </a:r>
            <a:r>
              <a:rPr lang="en-US" dirty="0"/>
              <a:t>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9EBE1-DC8D-8A66-6665-82C8667DF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Scenario: Many teams are participating in a sports competition. We are interested in maintaining a list of high scores in the competition. We would like to store the name of the player and their score. Additionally, we would like to add a player to the list and remove a player from this list of high scores. </a:t>
            </a:r>
          </a:p>
          <a:p>
            <a:r>
              <a:rPr lang="en-US" dirty="0"/>
              <a:t>What data do we need to store?</a:t>
            </a:r>
          </a:p>
          <a:p>
            <a:pPr lvl="1"/>
            <a:endParaRPr lang="en-US" dirty="0"/>
          </a:p>
          <a:p>
            <a:r>
              <a:rPr lang="en-US" dirty="0"/>
              <a:t>How do we go about storing it?</a:t>
            </a:r>
          </a:p>
        </p:txBody>
      </p:sp>
    </p:spTree>
    <p:extLst>
      <p:ext uri="{BB962C8B-B14F-4D97-AF65-F5344CB8AC3E}">
        <p14:creationId xmlns:p14="http://schemas.microsoft.com/office/powerpoint/2010/main" val="2074389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03E2-B26B-163A-7151-F14FC2543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</a:t>
            </a:r>
            <a:r>
              <a:rPr lang="en-US" dirty="0" err="1"/>
              <a:t>wrt</a:t>
            </a:r>
            <a:r>
              <a:rPr lang="en-US" dirty="0"/>
              <a:t> classes – Solution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C7EC8-FA17-2CE2-B320-1FC0B8B3F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Scenario: Many teams are participating in a sports competition. We are interested in maintaining a list of high scores in the competition. We would like to store the name of the player and their score. Additionally, we would like to add a player to the list and remove a player from this list of high scores. </a:t>
            </a:r>
          </a:p>
          <a:p>
            <a:r>
              <a:rPr lang="en-US" dirty="0"/>
              <a:t>What data do we need to store?</a:t>
            </a:r>
          </a:p>
          <a:p>
            <a:pPr lvl="1"/>
            <a:r>
              <a:rPr lang="en-US" dirty="0"/>
              <a:t>Player name, score, list, size of list, capacity of list</a:t>
            </a:r>
          </a:p>
          <a:p>
            <a:r>
              <a:rPr lang="en-US" dirty="0"/>
              <a:t>How do we go about storing it?</a:t>
            </a:r>
          </a:p>
          <a:p>
            <a:pPr lvl="1"/>
            <a:r>
              <a:rPr lang="en-US" dirty="0"/>
              <a:t>Make a class with 2 parallel arrays</a:t>
            </a:r>
          </a:p>
          <a:p>
            <a:r>
              <a:rPr lang="en-US" dirty="0"/>
              <a:t>Complete solution code is attached</a:t>
            </a:r>
          </a:p>
        </p:txBody>
      </p:sp>
    </p:spTree>
    <p:extLst>
      <p:ext uri="{BB962C8B-B14F-4D97-AF65-F5344CB8AC3E}">
        <p14:creationId xmlns:p14="http://schemas.microsoft.com/office/powerpoint/2010/main" val="1344195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8200A-83DA-FA50-5C10-46BD3D6F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470B3-BA84-6FE3-F018-18FE5C5F6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Sorting </a:t>
            </a:r>
            <a:r>
              <a:rPr lang="en-US" dirty="0" err="1"/>
              <a:t>wrt</a:t>
            </a:r>
            <a:r>
              <a:rPr lang="en-US" dirty="0"/>
              <a:t> classes – Solution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AB879-5E64-8B6F-F2BA-8494EBE871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Scenario: Many teams are participating in a sports competition. We are interested in maintaining a list of high scores in the competition. We would like to store the name of the player and their score. Additionally, we would like to add a player to the list and remove a player from this list of high scores. </a:t>
            </a:r>
          </a:p>
          <a:p>
            <a:r>
              <a:rPr lang="en-US" dirty="0"/>
              <a:t>What data do we need to store?</a:t>
            </a:r>
          </a:p>
          <a:p>
            <a:pPr lvl="1"/>
            <a:r>
              <a:rPr lang="en-US" dirty="0"/>
              <a:t>Player name, score, list, size of list, capacity of list</a:t>
            </a:r>
          </a:p>
          <a:p>
            <a:r>
              <a:rPr lang="en-US" dirty="0"/>
              <a:t>How do we go about storing it?</a:t>
            </a:r>
          </a:p>
          <a:p>
            <a:pPr lvl="1"/>
            <a:r>
              <a:rPr lang="en-US" dirty="0"/>
              <a:t>Make a class with 2 classes</a:t>
            </a:r>
          </a:p>
          <a:p>
            <a:r>
              <a:rPr lang="en-US" dirty="0"/>
              <a:t>Solution code I attached, implement the driver program (main.cpp) yourself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130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6A601-814B-9F49-0CC2-A59E4284C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F3B3C-E1EC-4633-FFF3-D638C1714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184523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3108</TotalTime>
  <Words>323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Data Structures &amp; Algorithms (CSC-214)</vt:lpstr>
      <vt:lpstr>Sorting wrt classes</vt:lpstr>
      <vt:lpstr>Sorting wrt classes – Solution 1</vt:lpstr>
      <vt:lpstr>Sorting wrt classes – Solution 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16</cp:revision>
  <dcterms:created xsi:type="dcterms:W3CDTF">2025-02-25T11:33:29Z</dcterms:created>
  <dcterms:modified xsi:type="dcterms:W3CDTF">2025-02-27T15:22:19Z</dcterms:modified>
</cp:coreProperties>
</file>