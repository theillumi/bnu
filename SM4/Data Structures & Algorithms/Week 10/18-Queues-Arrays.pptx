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88" r:id="rId3"/>
    <p:sldId id="289" r:id="rId4"/>
    <p:sldId id="290" r:id="rId5"/>
    <p:sldId id="291" r:id="rId6"/>
    <p:sldId id="292" r:id="rId7"/>
    <p:sldId id="293" r:id="rId8"/>
    <p:sldId id="294" r:id="rId9"/>
    <p:sldId id="295" r:id="rId10"/>
    <p:sldId id="296" r:id="rId11"/>
    <p:sldId id="298" r:id="rId12"/>
    <p:sldId id="297" r:id="rId13"/>
    <p:sldId id="299" r:id="rId14"/>
    <p:sldId id="300" r:id="rId15"/>
    <p:sldId id="304" r:id="rId16"/>
    <p:sldId id="301" r:id="rId17"/>
    <p:sldId id="305" r:id="rId18"/>
    <p:sldId id="306" r:id="rId19"/>
    <p:sldId id="302" r:id="rId20"/>
    <p:sldId id="307" r:id="rId21"/>
    <p:sldId id="303" r:id="rId22"/>
    <p:sldId id="287" r:id="rId23"/>
    <p:sldId id="308" r:id="rId24"/>
    <p:sldId id="309" r:id="rId25"/>
    <p:sldId id="31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85" d="100"/>
          <a:sy n="85" d="100"/>
        </p:scale>
        <p:origin x="7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92E26-85BE-BE22-2B71-B92183EC59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9A9742-B357-881E-291D-E46A2C83D2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1A880-5517-BF54-5BFF-8C0732D62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307B5-51FD-4FCD-A3E7-91C08E33BA66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038AA7-AEE5-BAA7-B0FC-35C823C4F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FE8E1D-4252-2272-0033-88A659841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0A92E-F942-4900-B5E9-9C38C1CFF7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595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FBCFF-5275-C316-2D7D-22C230F7B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C8F20-A857-29D0-CB9A-8335ECF3B9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9FF765-1265-32C8-98DE-1D4428438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307B5-51FD-4FCD-A3E7-91C08E33BA66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65493-3CAE-9E25-9014-3E64ABFEF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D9FB28-7303-FF01-9D3E-DE70D33AA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0A92E-F942-4900-B5E9-9C38C1CFF7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798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2EF00-A165-4CA7-1D6B-CB824624E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CB7F97-1629-53E3-D960-6732FF4A12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F4CFF-E823-A469-74A6-E0AF45E09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307B5-51FD-4FCD-A3E7-91C08E33BA66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290D19-F7B0-D3A3-0B6D-B58B1FE6B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19008-7038-F82A-7F6D-B2DC4D125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0A92E-F942-4900-B5E9-9C38C1CFF7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806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8253C-F47B-4054-6F1A-F1E58CC54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73D2D-905E-25EE-E62A-4D38754F82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7DD3EF-7781-275A-6D31-5ED3871AD1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26922B-B1AA-1A65-3AC3-57F6E0752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307B5-51FD-4FCD-A3E7-91C08E33BA66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B7AD87-B988-2787-FFFB-DDC3420D1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07325-2A5C-97B4-3AA7-7CEEE2520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0A92E-F942-4900-B5E9-9C38C1CFF7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870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C92A3-2A83-25E8-DA33-43E273699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B50215-2C5C-5A87-5EE0-F35E435815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8992DB-EB77-4904-BFBE-D8CAC32291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A9B083-EF60-5C0D-D461-38BFCE26D8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14E1D7-1485-ECA2-8F59-6C873D3250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1FBE2B-7F8A-6E39-0547-85B3BDB38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307B5-51FD-4FCD-A3E7-91C08E33BA66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7CF4F-543C-88FF-05B7-9FF5190F6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FC40AC-5A70-7B0E-DD55-E9FCAB48F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0A92E-F942-4900-B5E9-9C38C1CFF7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691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9096C-B84B-8A4C-55D3-50F6CD219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A976D2-8F2F-FBC1-1FB7-691748F31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307B5-51FD-4FCD-A3E7-91C08E33BA66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C365D5-00AA-371D-9B5F-6AC92DB56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E2AD98-D191-63E8-5C56-67386277E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0A92E-F942-4900-B5E9-9C38C1CFF7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319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810712-2C58-F740-F150-114663A47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307B5-51FD-4FCD-A3E7-91C08E33BA66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A0B47B-A3CB-A22A-BD63-E6A6479DF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B1A844-7A97-8915-8A3C-A1333526A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0A92E-F942-4900-B5E9-9C38C1CFF7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994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96225-3771-CC55-8C57-B1AE218ED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B74E1-50C3-6A68-2EB5-720AB568F4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31BE4A-2F65-E4E3-9134-8C65E33F7A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684471-EAB1-E280-B7A0-4F87A86E1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307B5-51FD-4FCD-A3E7-91C08E33BA66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909785-EEC5-4FD3-0672-67E747925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BAA18D-5801-8841-9A97-3512953BB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0A92E-F942-4900-B5E9-9C38C1CFF7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457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2231E-9A63-DFB8-92DD-089A489EC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E2C91A-352D-D240-E12A-60E8EC64D7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749C07-E7AA-99AC-2F62-B1753A3629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879856-8251-66CE-1B04-B3853F036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307B5-51FD-4FCD-A3E7-91C08E33BA66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BD93CA-928F-5BA2-9F75-0B01BBC4D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693AFA-3803-9E04-AA99-116273EB8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0A92E-F942-4900-B5E9-9C38C1CFF7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40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A8C58-7C19-98A0-7D9B-48DF8349C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EDD4E9-9C40-2799-49E6-16E98B35A2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169A3B-70C2-844F-F4CA-4E9D667BE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307B5-51FD-4FCD-A3E7-91C08E33BA66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47646-4FE2-7BEB-F864-186FB6179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25619A-68C5-6150-F7B7-3A77A16A4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0A92E-F942-4900-B5E9-9C38C1CFF7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201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6579BB-B111-0701-5BE2-6E70488F74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A8306B-0FB4-9B06-DE29-4913E0A9CA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5CC7B1-EC1A-1E52-FB2E-FD881AA22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307B5-51FD-4FCD-A3E7-91C08E33BA66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FCA1C-A2DD-FC79-329B-D9B6B4543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6E9839-F888-894D-9F2D-A0BE45C8A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0A92E-F942-4900-B5E9-9C38C1CFF7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675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D8A0F2-582F-610A-343B-C1E7C83DB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BB7021-F849-DD63-6F55-8DD0B12A82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D4AF0B-82BC-B4D5-A649-83384AFAB3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307B5-51FD-4FCD-A3E7-91C08E33BA66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3C9020-5B3B-64E9-7C52-D06A2B012A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AFF93-D23F-DA2F-E6A3-93EB1EF61A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50A92E-F942-4900-B5E9-9C38C1CFF7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852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5FFC2-9E19-3B0E-A250-2E8B5DCF93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Structures &amp; Algorithms (CSC-214)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9EA3E1-6477-EADA-49D3-94F5F46652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Queues – Array based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3739631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3F244-0CBE-4EB3-533B-8B670FA3E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498559-C9C5-3F08-0907-B7EAAFBC83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Queue is First-In-First-Out (FIFO) data structure</a:t>
            </a:r>
          </a:p>
          <a:p>
            <a:pPr lvl="1"/>
            <a:r>
              <a:rPr lang="en-US" dirty="0"/>
              <a:t>First element added to the queue will be first one to be removed</a:t>
            </a:r>
          </a:p>
          <a:p>
            <a:r>
              <a:rPr lang="en-US" dirty="0"/>
              <a:t>Queue implements a special kind of list</a:t>
            </a:r>
          </a:p>
          <a:p>
            <a:pPr lvl="1"/>
            <a:r>
              <a:rPr lang="en-US" dirty="0"/>
              <a:t>Items are inserted at one end (the rear)</a:t>
            </a:r>
          </a:p>
          <a:p>
            <a:pPr lvl="1"/>
            <a:r>
              <a:rPr lang="en-US" dirty="0"/>
              <a:t>Items are deleted at the other end (the front) </a:t>
            </a:r>
          </a:p>
        </p:txBody>
      </p:sp>
    </p:spTree>
    <p:extLst>
      <p:ext uri="{BB962C8B-B14F-4D97-AF65-F5344CB8AC3E}">
        <p14:creationId xmlns:p14="http://schemas.microsoft.com/office/powerpoint/2010/main" val="2902191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2620D-3EFF-9B8D-CC06-72BDF5666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Queue – Analogy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0FB6E2-D741-E87F-7033-90EA32DF0C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queue is like a line of people waiting for a bank teller</a:t>
            </a:r>
          </a:p>
          <a:p>
            <a:r>
              <a:rPr lang="en-US" dirty="0"/>
              <a:t>The queue has a front and a rear</a:t>
            </a:r>
          </a:p>
          <a:p>
            <a:pPr lvl="1"/>
            <a:r>
              <a:rPr lang="en-US" dirty="0"/>
              <a:t>New people must enter the queue at the rear</a:t>
            </a:r>
          </a:p>
          <a:p>
            <a:pPr lvl="1"/>
            <a:r>
              <a:rPr lang="en-US" dirty="0"/>
              <a:t>An item is always taken from the front of the queue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3C2ECC-FD69-6E9E-3DF7-A20060E0AE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1262" y="4473575"/>
            <a:ext cx="7229475" cy="183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554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7B877-9A80-0725-88C2-BDC713B1E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Queues –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D3648-BCC3-ACC4-8047-CEF00AEB8A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Billing counter</a:t>
            </a:r>
          </a:p>
          <a:p>
            <a:pPr lvl="1"/>
            <a:r>
              <a:rPr lang="en-US" dirty="0"/>
              <a:t>Booking movie tickets</a:t>
            </a:r>
          </a:p>
          <a:p>
            <a:pPr lvl="1"/>
            <a:r>
              <a:rPr lang="en-US" dirty="0"/>
              <a:t>Queue for paying bills</a:t>
            </a:r>
          </a:p>
          <a:p>
            <a:r>
              <a:rPr lang="en-US" dirty="0"/>
              <a:t>A print queue</a:t>
            </a:r>
          </a:p>
          <a:p>
            <a:r>
              <a:rPr lang="en-US" dirty="0"/>
              <a:t>Vehicles on toll-tax bridge</a:t>
            </a:r>
          </a:p>
          <a:p>
            <a:r>
              <a:rPr lang="en-US" dirty="0"/>
              <a:t>Luggage checking machine</a:t>
            </a:r>
          </a:p>
          <a:p>
            <a:r>
              <a:rPr lang="en-US" dirty="0"/>
              <a:t>And others? </a:t>
            </a:r>
          </a:p>
        </p:txBody>
      </p:sp>
    </p:spTree>
    <p:extLst>
      <p:ext uri="{BB962C8B-B14F-4D97-AF65-F5344CB8AC3E}">
        <p14:creationId xmlns:p14="http://schemas.microsoft.com/office/powerpoint/2010/main" val="3550213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E89E5-D8B9-70C1-90DA-A3E361257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Queues –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0688A-2E1F-6C89-1AE0-5D02A1E5B5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Operating systems</a:t>
            </a:r>
          </a:p>
          <a:p>
            <a:pPr lvl="1"/>
            <a:r>
              <a:rPr lang="en-US" dirty="0"/>
              <a:t>Process scheduling in multiprogramming environment</a:t>
            </a:r>
          </a:p>
          <a:p>
            <a:pPr lvl="1"/>
            <a:r>
              <a:rPr lang="en-US" dirty="0"/>
              <a:t>Controlling provisioning of resources to multiple users (or processes)</a:t>
            </a:r>
          </a:p>
          <a:p>
            <a:r>
              <a:rPr lang="en-US" dirty="0"/>
              <a:t>Communication software</a:t>
            </a:r>
          </a:p>
          <a:p>
            <a:pPr lvl="1"/>
            <a:r>
              <a:rPr lang="en-US" dirty="0"/>
              <a:t>Hold messages/packets in order of their arrival</a:t>
            </a:r>
          </a:p>
          <a:p>
            <a:pPr lvl="2"/>
            <a:r>
              <a:rPr lang="en-US" dirty="0"/>
              <a:t>Messages are usually transmitted faster than the time to process them</a:t>
            </a:r>
          </a:p>
          <a:p>
            <a:pPr lvl="1"/>
            <a:r>
              <a:rPr lang="en-US" dirty="0"/>
              <a:t>The most common application is in client-server models</a:t>
            </a:r>
          </a:p>
          <a:p>
            <a:pPr lvl="2"/>
            <a:r>
              <a:rPr lang="en-US" dirty="0"/>
              <a:t>Multiple clients may be requesting services from one or more servers</a:t>
            </a:r>
          </a:p>
          <a:p>
            <a:pPr lvl="2"/>
            <a:r>
              <a:rPr lang="en-US" dirty="0"/>
              <a:t>Some clients may have to wait while the servers are busy</a:t>
            </a:r>
          </a:p>
          <a:p>
            <a:pPr lvl="2"/>
            <a:r>
              <a:rPr lang="en-US" dirty="0"/>
              <a:t>Those clients are placed in a queue and serviced in the order of arrival </a:t>
            </a:r>
          </a:p>
        </p:txBody>
      </p:sp>
    </p:spTree>
    <p:extLst>
      <p:ext uri="{BB962C8B-B14F-4D97-AF65-F5344CB8AC3E}">
        <p14:creationId xmlns:p14="http://schemas.microsoft.com/office/powerpoint/2010/main" val="169682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86D2D-FEE2-2468-E506-881FB23CA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Operations (Queue ADT)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15A70-FD72-4B08-C6A0-E3D7ABA1F1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MAKENULL(Q)</a:t>
            </a:r>
          </a:p>
          <a:p>
            <a:pPr lvl="1"/>
            <a:r>
              <a:rPr lang="en-US" dirty="0"/>
              <a:t>Makes Queue Q be an empty list</a:t>
            </a:r>
          </a:p>
          <a:p>
            <a:r>
              <a:rPr lang="en-US" dirty="0"/>
              <a:t>FRONT(Q)</a:t>
            </a:r>
          </a:p>
          <a:p>
            <a:pPr lvl="1"/>
            <a:r>
              <a:rPr lang="en-US" dirty="0"/>
              <a:t>Returns the first element on Queue Q</a:t>
            </a:r>
          </a:p>
          <a:p>
            <a:r>
              <a:rPr lang="en-US" dirty="0"/>
              <a:t>ENQUEUE(</a:t>
            </a:r>
            <a:r>
              <a:rPr lang="en-US" dirty="0" err="1"/>
              <a:t>x,Q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Inserts element x at the end of Queue Q</a:t>
            </a:r>
          </a:p>
          <a:p>
            <a:r>
              <a:rPr lang="en-US" dirty="0"/>
              <a:t>DEQUEUE(Q)</a:t>
            </a:r>
          </a:p>
          <a:p>
            <a:pPr lvl="1"/>
            <a:r>
              <a:rPr lang="en-US" dirty="0"/>
              <a:t>Deletes the first element of Q</a:t>
            </a:r>
          </a:p>
          <a:p>
            <a:r>
              <a:rPr lang="en-US" dirty="0"/>
              <a:t>EMPTY(Q)</a:t>
            </a:r>
          </a:p>
          <a:p>
            <a:pPr lvl="1"/>
            <a:r>
              <a:rPr lang="en-US" dirty="0"/>
              <a:t>Returns true if and only if Q is an empty queue </a:t>
            </a:r>
          </a:p>
        </p:txBody>
      </p:sp>
    </p:spTree>
    <p:extLst>
      <p:ext uri="{BB962C8B-B14F-4D97-AF65-F5344CB8AC3E}">
        <p14:creationId xmlns:p14="http://schemas.microsoft.com/office/powerpoint/2010/main" val="1279690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7A872-AF71-90EA-C34B-1187CAD27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Enqueue And Dequeue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242EA-401B-CEF5-3199-49D39B60BF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B0BA06-2E7B-CA1A-FE5B-91AFFE0611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0527" y="1990603"/>
            <a:ext cx="5010946" cy="4186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156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DF1E4-CE63-2173-29FD-6E049D36F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20DC47-4E7D-88A9-E200-14F3EF9500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Static</a:t>
            </a:r>
          </a:p>
          <a:p>
            <a:pPr lvl="1"/>
            <a:r>
              <a:rPr lang="en-US" dirty="0"/>
              <a:t>Queue is implemented by an array</a:t>
            </a:r>
          </a:p>
          <a:p>
            <a:pPr lvl="1"/>
            <a:r>
              <a:rPr lang="en-US" dirty="0"/>
              <a:t>Size of queue remains fix</a:t>
            </a:r>
          </a:p>
          <a:p>
            <a:r>
              <a:rPr lang="en-US" dirty="0"/>
              <a:t>Dynamic</a:t>
            </a:r>
          </a:p>
          <a:p>
            <a:pPr lvl="1"/>
            <a:r>
              <a:rPr lang="en-US" dirty="0"/>
              <a:t>A queue can be implemented as a linked list</a:t>
            </a:r>
          </a:p>
          <a:p>
            <a:pPr lvl="1"/>
            <a:r>
              <a:rPr lang="en-US" dirty="0"/>
              <a:t>Expand or shrink with each enqueue or dequeue operation </a:t>
            </a:r>
          </a:p>
        </p:txBody>
      </p:sp>
    </p:spTree>
    <p:extLst>
      <p:ext uri="{BB962C8B-B14F-4D97-AF65-F5344CB8AC3E}">
        <p14:creationId xmlns:p14="http://schemas.microsoft.com/office/powerpoint/2010/main" val="11270046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43DED-2BDA-497F-0D5B-6B715B472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FCD65-5D03-47CE-2AB7-2C831DFEC5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two counters that signify rear and front</a:t>
            </a:r>
          </a:p>
          <a:p>
            <a:r>
              <a:rPr lang="en-US" dirty="0"/>
              <a:t>When queue is empty</a:t>
            </a:r>
          </a:p>
          <a:p>
            <a:pPr lvl="1"/>
            <a:r>
              <a:rPr lang="en-US" dirty="0"/>
              <a:t>Both front and rear are set to -1</a:t>
            </a:r>
          </a:p>
          <a:p>
            <a:r>
              <a:rPr lang="en-US" dirty="0"/>
              <a:t>When there is only one value in the Queue</a:t>
            </a:r>
          </a:p>
          <a:p>
            <a:pPr lvl="1"/>
            <a:r>
              <a:rPr lang="en-US" dirty="0"/>
              <a:t>Both rear and front have same index</a:t>
            </a:r>
          </a:p>
          <a:p>
            <a:r>
              <a:rPr lang="en-US" dirty="0"/>
              <a:t>While enqueueing increment rear by 1</a:t>
            </a:r>
          </a:p>
          <a:p>
            <a:r>
              <a:rPr lang="en-US" dirty="0"/>
              <a:t>While </a:t>
            </a:r>
            <a:r>
              <a:rPr lang="en-US" dirty="0" err="1"/>
              <a:t>dequeueing</a:t>
            </a:r>
            <a:r>
              <a:rPr lang="en-US" dirty="0"/>
              <a:t>, increment front by 1</a:t>
            </a:r>
          </a:p>
        </p:txBody>
      </p:sp>
    </p:spTree>
    <p:extLst>
      <p:ext uri="{BB962C8B-B14F-4D97-AF65-F5344CB8AC3E}">
        <p14:creationId xmlns:p14="http://schemas.microsoft.com/office/powerpoint/2010/main" val="19790113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89C68-5D65-58E6-7533-DA740FB28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Implementation Example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6F7AE-4C17-4D64-AB37-6F539DB49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8C3717-F407-91A8-87C8-EEEF691FB4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2237" y="1825625"/>
            <a:ext cx="6867525" cy="402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4259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226FA-F718-52F5-64BD-A8D37771B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7051A-582D-DE8A-191F-D75F00B2C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Implementation Example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D0247-D1AD-7320-7FA6-6D3A539ACF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AEC30E-026B-E784-3C1F-B19F438219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775" y="1825625"/>
            <a:ext cx="6648450" cy="436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8192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46593-1718-1D30-D361-94F976EA8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Circular Queue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256F8-CB35-57E8-387B-68D9AB3B0A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Allow rear to wrap around the array 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Alternatively, use modular arithmetic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7E5FB6-AD04-43A0-A86B-2F51E4755F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500" y="2619436"/>
            <a:ext cx="3429000" cy="13525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15FBAB-2EE9-80FC-D814-093F3509C5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3337" y="5080122"/>
            <a:ext cx="4505325" cy="54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3740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D47ED-4470-D7B4-DAC9-ABF9BCF46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E9BBF-6F3A-25D9-3408-8B303CC496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8814D5-20AF-6BEB-C97B-8F7E57DC7C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7012" y="2058194"/>
            <a:ext cx="6657975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2227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F9C8A-8AB8-57C5-38D4-8A1C21E28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Determine Empty and Full Queues?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44261D-902C-EB04-A702-0FDFBC2AE6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counter indicating number of values/items in the queue</a:t>
            </a:r>
          </a:p>
          <a:p>
            <a:r>
              <a:rPr lang="en-US" dirty="0"/>
              <a:t>Without using an additional counter (only relying on front and rear) </a:t>
            </a:r>
          </a:p>
        </p:txBody>
      </p:sp>
    </p:spTree>
    <p:extLst>
      <p:ext uri="{BB962C8B-B14F-4D97-AF65-F5344CB8AC3E}">
        <p14:creationId xmlns:p14="http://schemas.microsoft.com/office/powerpoint/2010/main" val="30003720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133B2-5729-7C71-FFE0-88A404F91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Array-based Implementation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2E7853-905A-22A1-4013-65DD101F43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2124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1F222-AB3B-201E-AEEB-7D213915C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Implementation – Code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096D2-6CE4-55E6-E119-4969D3AE02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7B0C19-FFEC-AFB2-7554-883F1F43A9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825625"/>
            <a:ext cx="691955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3704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E0EF5-2678-D648-0036-658791504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B404F-2171-EC00-8784-C98D14A6E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Implementation – Code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B5D37-DDC4-4892-780F-944448E374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B49BC8A-E47C-78DB-D08D-8277772C5E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4"/>
            <a:ext cx="7533964" cy="33090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04968BC-E180-B939-1F53-2DD6F6F003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0955" y="1825625"/>
            <a:ext cx="2842846" cy="30421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3BE2698-228E-6A65-858F-19F9311814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0955" y="4942131"/>
            <a:ext cx="2601410" cy="1369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5310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2AF23-F00F-C4C7-9DF5-79435AF62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355C1-5A1A-69CD-9DB6-170B1C7CA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Implementation – Code (3)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C1428E-73C9-4AB0-8C96-E37C0DE159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C45B7CA-425D-1D51-CF8E-E9A1F43CF7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825625"/>
            <a:ext cx="4983713" cy="435133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72AAEB5-916F-4390-D7DB-58C16B050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9131" y="1825625"/>
            <a:ext cx="522467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8793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1B53E-A4D9-1FC2-95E4-588E81940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Queues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F976E-8B91-3E64-AD85-CE0E97EBA8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4D525B-F8A6-705F-45AC-C2CA51787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5399110" cy="43513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80D5BD9-C534-3B0B-8EC6-D8A3372E3C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9223" y="1825625"/>
            <a:ext cx="4674577" cy="303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8039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68799-14A4-2BC4-7C5C-3CBE6895B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Alternative Array-based Implementation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40B3D7-E4A6-51E8-7257-8041F40BF5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5696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A5D9B-9825-EDF4-A19D-9B6B60D68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Alternative Implementation – Code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77CB1-717E-BEE5-6281-D80DEE5E6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8812AF-A76C-22A1-AD80-E1BE9FE01B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6038850" cy="3476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2428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B9941-2886-B651-AC0E-407B3BB9A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Alternative Implementation – Code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91F1E-4E4C-F0BF-00DF-0D18092A53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Any Questions?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B68B1A-BBAD-60E3-221D-14657F81D2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9125" y="1825625"/>
            <a:ext cx="3114675" cy="3276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E2E1491-A5F7-9D3B-EE9E-1348977682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25625"/>
            <a:ext cx="4733925" cy="329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845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E014C-F1F2-3F00-3CC8-1474EF7D2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7A8D0-1801-A616-3163-D6D59C49B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Alternative Implementation – Code (3)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2794FA-9390-439E-A771-CBAAABDA52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3703A7-E634-D410-B6D1-7D845A22A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825625"/>
            <a:ext cx="4226169" cy="32929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3FF883-F179-35FE-64CE-912DECBA4A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500" y="1819763"/>
            <a:ext cx="5448300" cy="280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0621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18C55-7FAE-B016-D10E-37CC30679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Comparison: enqueue Operation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5275F-B232-1990-163A-714C2CE288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3F83CE-0E44-031C-8C8C-C2C60E1FD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1692275"/>
            <a:ext cx="8229600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2870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CD894-242A-0107-3E0E-79C659EE1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C25BC-5EF9-AEEC-3652-05132D2117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1068528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496</Words>
  <Application>Microsoft Office PowerPoint</Application>
  <PresentationFormat>Widescreen</PresentationFormat>
  <Paragraphs>84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Calibri Light</vt:lpstr>
      <vt:lpstr>Office Theme</vt:lpstr>
      <vt:lpstr>Data Structures &amp; Algorithms (CSC-214)</vt:lpstr>
      <vt:lpstr>Queues</vt:lpstr>
      <vt:lpstr>Queue – Analogy (1)</vt:lpstr>
      <vt:lpstr>Queues – Examples</vt:lpstr>
      <vt:lpstr>Queues – Applications</vt:lpstr>
      <vt:lpstr>Basic Operations (Queue ADT)</vt:lpstr>
      <vt:lpstr>Enqueue And Dequeue Operations</vt:lpstr>
      <vt:lpstr>Implementation</vt:lpstr>
      <vt:lpstr>Array Implementation</vt:lpstr>
      <vt:lpstr>Array Implementation Example (1)</vt:lpstr>
      <vt:lpstr>Array Implementation Example (2)</vt:lpstr>
      <vt:lpstr>Using Circular Queue</vt:lpstr>
      <vt:lpstr>Example</vt:lpstr>
      <vt:lpstr>How to Determine Empty and Full Queues?</vt:lpstr>
      <vt:lpstr>Array-based Implementation </vt:lpstr>
      <vt:lpstr>Array Implementation – Code (1)</vt:lpstr>
      <vt:lpstr>Array Implementation – Code (2)</vt:lpstr>
      <vt:lpstr>Array Implementation – Code (3)</vt:lpstr>
      <vt:lpstr>Using Queues</vt:lpstr>
      <vt:lpstr>Alternative Array-based Implementation </vt:lpstr>
      <vt:lpstr>Alternative Implementation – Code (1)</vt:lpstr>
      <vt:lpstr>Alternative Implementation – Code (2)</vt:lpstr>
      <vt:lpstr>Alternative Implementation – Code (3)</vt:lpstr>
      <vt:lpstr>Comparison: enqueue Operation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38</cp:revision>
  <dcterms:created xsi:type="dcterms:W3CDTF">2025-04-23T14:23:37Z</dcterms:created>
  <dcterms:modified xsi:type="dcterms:W3CDTF">2025-04-24T04:43:52Z</dcterms:modified>
</cp:coreProperties>
</file>