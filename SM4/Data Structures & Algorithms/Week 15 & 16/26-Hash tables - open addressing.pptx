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slideLayouts/slideLayout13.xml" ContentType="application/vnd.openxmlformats-officedocument.presentationml.slideLayout+xml"/>
  <Override PartName="/ppt/theme/theme6.xml" ContentType="application/vnd.openxmlformats-officedocument.theme+xml"/>
  <Override PartName="/ppt/slideLayouts/slideLayout14.xml" ContentType="application/vnd.openxmlformats-officedocument.presentationml.slideLayout+xml"/>
  <Override PartName="/ppt/theme/theme7.xml" ContentType="application/vnd.openxmlformats-officedocument.theme+xml"/>
  <Override PartName="/ppt/slideLayouts/slideLayout15.xml" ContentType="application/vnd.openxmlformats-officedocument.presentationml.slideLayout+xml"/>
  <Override PartName="/ppt/theme/theme8.xml" ContentType="application/vnd.openxmlformats-officedocument.theme+xml"/>
  <Override PartName="/ppt/slideLayouts/slideLayout16.xml" ContentType="application/vnd.openxmlformats-officedocument.presentationml.slideLayout+xml"/>
  <Override PartName="/ppt/theme/theme9.xml" ContentType="application/vnd.openxmlformats-officedocument.theme+xml"/>
  <Override PartName="/ppt/slideLayouts/slideLayout17.xml" ContentType="application/vnd.openxmlformats-officedocument.presentationml.slideLayout+xml"/>
  <Override PartName="/ppt/theme/theme10.xml" ContentType="application/vnd.openxmlformats-officedocument.theme+xml"/>
  <Override PartName="/ppt/slideLayouts/slideLayout18.xml" ContentType="application/vnd.openxmlformats-officedocument.presentationml.slideLayout+xml"/>
  <Override PartName="/ppt/theme/theme11.xml" ContentType="application/vnd.openxmlformats-officedocument.theme+xml"/>
  <Override PartName="/ppt/slideLayouts/slideLayout19.xml" ContentType="application/vnd.openxmlformats-officedocument.presentationml.slideLayout+xml"/>
  <Override PartName="/ppt/theme/theme12.xml" ContentType="application/vnd.openxmlformats-officedocument.theme+xml"/>
  <Override PartName="/ppt/slideLayouts/slideLayout20.xml" ContentType="application/vnd.openxmlformats-officedocument.presentationml.slideLayout+xml"/>
  <Override PartName="/ppt/theme/theme13.xml" ContentType="application/vnd.openxmlformats-officedocument.theme+xml"/>
  <Override PartName="/ppt/slideLayouts/slideLayout21.xml" ContentType="application/vnd.openxmlformats-officedocument.presentationml.slideLayout+xml"/>
  <Override PartName="/ppt/theme/theme14.xml" ContentType="application/vnd.openxmlformats-officedocument.theme+xml"/>
  <Override PartName="/ppt/slideLayouts/slideLayout22.xml" ContentType="application/vnd.openxmlformats-officedocument.presentationml.slideLayout+xml"/>
  <Override PartName="/ppt/theme/theme1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59" r:id="rId3"/>
    <p:sldMasterId id="2147483661" r:id="rId4"/>
    <p:sldMasterId id="2147483663" r:id="rId5"/>
    <p:sldMasterId id="2147483665" r:id="rId6"/>
    <p:sldMasterId id="2147483667" r:id="rId7"/>
    <p:sldMasterId id="2147483669" r:id="rId8"/>
    <p:sldMasterId id="2147483671" r:id="rId9"/>
    <p:sldMasterId id="2147483673" r:id="rId10"/>
    <p:sldMasterId id="2147483675" r:id="rId11"/>
    <p:sldMasterId id="2147483677" r:id="rId12"/>
    <p:sldMasterId id="2147483679" r:id="rId13"/>
    <p:sldMasterId id="2147483681" r:id="rId14"/>
    <p:sldMasterId id="2147483683" r:id="rId15"/>
  </p:sldMasterIdLst>
  <p:sldIdLst>
    <p:sldId id="256" r:id="rId16"/>
    <p:sldId id="257" r:id="rId17"/>
    <p:sldId id="258" r:id="rId18"/>
    <p:sldId id="259" r:id="rId19"/>
    <p:sldId id="260" r:id="rId20"/>
    <p:sldId id="261" r:id="rId21"/>
    <p:sldId id="262" r:id="rId22"/>
    <p:sldId id="263" r:id="rId23"/>
    <p:sldId id="264" r:id="rId24"/>
    <p:sldId id="265" r:id="rId25"/>
    <p:sldId id="266" r:id="rId26"/>
    <p:sldId id="269" r:id="rId27"/>
    <p:sldId id="268" r:id="rId28"/>
    <p:sldId id="270" r:id="rId29"/>
    <p:sldId id="26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15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8" Type="http://schemas.openxmlformats.org/officeDocument/2006/relationships/slideMaster" Target="slideMasters/slideMaster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mediaAndTx"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CE677E46-13C0-412E-A89D-D5DCBD406448}"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1"/>
          </p:nvPr>
        </p:nvSpPr>
        <p:spPr/>
        <p:txBody>
          <a:bodyPr/>
          <a:lstStyle/>
          <a:p>
            <a:r>
              <a:t>Footer</a:t>
            </a:r>
          </a:p>
        </p:txBody>
      </p:sp>
      <p:sp>
        <p:nvSpPr>
          <p:cNvPr id="2" name="PlaceHolder 4"/>
          <p:cNvSpPr>
            <a:spLocks noGrp="1"/>
          </p:cNvSpPr>
          <p:nvPr>
            <p:ph type="sldNum" idx="2"/>
          </p:nvPr>
        </p:nvSpPr>
        <p:spPr/>
        <p:txBody>
          <a:bodyPr/>
          <a:lstStyle/>
          <a:p>
            <a:fld id="{02FEFFDF-B440-479B-BAAE-DCEAB14AFB7A}" type="slidenum">
              <a:t>‹#›</a:t>
            </a:fld>
            <a:endParaRPr/>
          </a:p>
        </p:txBody>
      </p:sp>
      <p:sp>
        <p:nvSpPr>
          <p:cNvPr id="3"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B12271A7-6BED-422C-A2A6-31DD5DE3007B}"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ECB197D7-915B-4804-8FD4-B2B65EB09E99}"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956E705F-7883-4C69-B4C1-DB96835776C8}"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08534CB7-1DB6-4BDB-AAB9-0DACBE4D4B59}"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76FA9F16-08C9-47DC-BDC3-146CBC318363}"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11"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12"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367EA708-2544-4668-959C-A30E8DEA13CA}"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31C1899F-E331-4A2D-B7BB-899353D72BAF}"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A07B93C1-FEC0-4590-91D5-491C93B66462}"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25"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2758632F-88CD-48A1-998D-655D2F297079}"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7EEB4B3A-487A-436A-B267-72C0D115A674}" type="slidenum">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35"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3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en-US" sz="3200" b="0" u="none" strike="noStrike">
              <a:solidFill>
                <a:srgbClr val="000000"/>
              </a:solidFill>
              <a:uFillTx/>
              <a:latin typeface="Arial"/>
            </a:endParaRPr>
          </a:p>
        </p:txBody>
      </p:sp>
      <p:sp>
        <p:nvSpPr>
          <p:cNvPr id="4" name="PlaceHolder 3"/>
          <p:cNvSpPr>
            <a:spLocks noGrp="1"/>
          </p:cNvSpPr>
          <p:nvPr>
            <p:ph type="ftr" idx="16"/>
          </p:nvPr>
        </p:nvSpPr>
        <p:spPr/>
        <p:txBody>
          <a:bodyPr/>
          <a:lstStyle/>
          <a:p>
            <a:r>
              <a:t>Footer</a:t>
            </a:r>
          </a:p>
        </p:txBody>
      </p:sp>
      <p:sp>
        <p:nvSpPr>
          <p:cNvPr id="5" name="PlaceHolder 4"/>
          <p:cNvSpPr>
            <a:spLocks noGrp="1"/>
          </p:cNvSpPr>
          <p:nvPr>
            <p:ph type="sldNum" idx="17"/>
          </p:nvPr>
        </p:nvSpPr>
        <p:spPr/>
        <p:txBody>
          <a:bodyPr/>
          <a:lstStyle/>
          <a:p>
            <a:fld id="{6C606BCD-19D0-4EE3-BF4C-7DB28CE3A279}" type="slidenum">
              <a:t>‹#›</a:t>
            </a:fld>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Default 1">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3887C6B0-CC6C-443E-80EB-446E03D18762}" type="slidenum">
              <a:t>‹#›</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Default 2">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lstStyle/>
          <a:p>
            <a:r>
              <a:t>Footer</a:t>
            </a:r>
          </a:p>
        </p:txBody>
      </p:sp>
      <p:sp>
        <p:nvSpPr>
          <p:cNvPr id="3" name="PlaceHolder 2"/>
          <p:cNvSpPr>
            <a:spLocks noGrp="1"/>
          </p:cNvSpPr>
          <p:nvPr>
            <p:ph type="sldNum" idx="23"/>
          </p:nvPr>
        </p:nvSpPr>
        <p:spPr/>
        <p:txBody>
          <a:bodyPr/>
          <a:lstStyle/>
          <a:p>
            <a:fld id="{5E183476-61C6-4A20-9326-C75776C3FC33}" type="slidenum">
              <a:t>‹#›</a:t>
            </a:fld>
            <a:endParaRPr/>
          </a:p>
        </p:txBody>
      </p:sp>
      <p:sp>
        <p:nvSpPr>
          <p:cNvPr id="4" name="PlaceHolder 3"/>
          <p:cNvSpPr>
            <a:spLocks noGrp="1"/>
          </p:cNvSpPr>
          <p:nvPr>
            <p:ph type="dt" idx="2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Default 3">
    <p:spTree>
      <p:nvGrpSpPr>
        <p:cNvPr id="1" name=""/>
        <p:cNvGrpSpPr/>
        <p:nvPr/>
      </p:nvGrpSpPr>
      <p:grpSpPr>
        <a:xfrm>
          <a:off x="0" y="0"/>
          <a:ext cx="0" cy="0"/>
          <a:chOff x="0" y="0"/>
          <a:chExt cx="0" cy="0"/>
        </a:xfrm>
      </p:grpSpPr>
      <p:sp>
        <p:nvSpPr>
          <p:cNvPr id="48"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49"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4" name="PlaceHolder 3"/>
          <p:cNvSpPr>
            <a:spLocks noGrp="1"/>
          </p:cNvSpPr>
          <p:nvPr>
            <p:ph type="ftr" idx="25"/>
          </p:nvPr>
        </p:nvSpPr>
        <p:spPr/>
        <p:txBody>
          <a:bodyPr/>
          <a:lstStyle/>
          <a:p>
            <a:r>
              <a:t>Footer</a:t>
            </a:r>
          </a:p>
        </p:txBody>
      </p:sp>
      <p:sp>
        <p:nvSpPr>
          <p:cNvPr id="5" name="PlaceHolder 4"/>
          <p:cNvSpPr>
            <a:spLocks noGrp="1"/>
          </p:cNvSpPr>
          <p:nvPr>
            <p:ph type="sldNum" idx="26"/>
          </p:nvPr>
        </p:nvSpPr>
        <p:spPr/>
        <p:txBody>
          <a:bodyPr/>
          <a:lstStyle/>
          <a:p>
            <a:fld id="{EFF629AC-2E15-4D32-B54D-198197BB149C}" type="slidenum">
              <a:t>‹#›</a:t>
            </a:fld>
            <a:endParaRPr/>
          </a:p>
        </p:txBody>
      </p:sp>
      <p:sp>
        <p:nvSpPr>
          <p:cNvPr id="6" name="PlaceHolder 5"/>
          <p:cNvSpPr>
            <a:spLocks noGrp="1"/>
          </p:cNvSpPr>
          <p:nvPr>
            <p:ph type="dt" idx="27"/>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57"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rgbClr val="000000"/>
              </a:solidFill>
              <a:uFillTx/>
              <a:latin typeface="Arial"/>
            </a:endParaRPr>
          </a:p>
        </p:txBody>
      </p:sp>
      <p:sp>
        <p:nvSpPr>
          <p:cNvPr id="5" name="PlaceHolder 4"/>
          <p:cNvSpPr>
            <a:spLocks noGrp="1"/>
          </p:cNvSpPr>
          <p:nvPr>
            <p:ph type="ftr" idx="28"/>
          </p:nvPr>
        </p:nvSpPr>
        <p:spPr/>
        <p:txBody>
          <a:bodyPr/>
          <a:lstStyle/>
          <a:p>
            <a:r>
              <a:t>Footer</a:t>
            </a:r>
          </a:p>
        </p:txBody>
      </p:sp>
      <p:sp>
        <p:nvSpPr>
          <p:cNvPr id="6" name="PlaceHolder 5"/>
          <p:cNvSpPr>
            <a:spLocks noGrp="1"/>
          </p:cNvSpPr>
          <p:nvPr>
            <p:ph type="sldNum" idx="29"/>
          </p:nvPr>
        </p:nvSpPr>
        <p:spPr/>
        <p:txBody>
          <a:bodyPr/>
          <a:lstStyle/>
          <a:p>
            <a:fld id="{B1D88A25-73C9-4DDB-B1ED-DC2807D5CC18}" type="slidenum">
              <a:t>‹#›</a:t>
            </a:fld>
            <a:endParaRPr/>
          </a:p>
        </p:txBody>
      </p:sp>
      <p:sp>
        <p:nvSpPr>
          <p:cNvPr id="7" name="PlaceHolder 6"/>
          <p:cNvSpPr>
            <a:spLocks noGrp="1"/>
          </p:cNvSpPr>
          <p:nvPr>
            <p:ph type="dt" idx="30"/>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9200EDE7-C8EC-4D43-B39E-B3A0C0062AC1}"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6"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lgn="ctr">
              <a:buNone/>
            </a:pPr>
            <a:endParaRPr lang="en-US" sz="4400" b="0" u="none" strike="noStrike">
              <a:solidFill>
                <a:srgbClr val="000000"/>
              </a:solidFill>
              <a:uFillTx/>
              <a:latin typeface="Arial"/>
            </a:endParaRPr>
          </a:p>
        </p:txBody>
      </p:sp>
      <p:sp>
        <p:nvSpPr>
          <p:cNvPr id="3" name="PlaceHolder 2"/>
          <p:cNvSpPr>
            <a:spLocks noGrp="1"/>
          </p:cNvSpPr>
          <p:nvPr>
            <p:ph type="ftr" idx="34"/>
          </p:nvPr>
        </p:nvSpPr>
        <p:spPr/>
        <p:txBody>
          <a:bodyPr/>
          <a:lstStyle/>
          <a:p>
            <a:r>
              <a:t>Footer</a:t>
            </a:r>
          </a:p>
        </p:txBody>
      </p:sp>
      <p:sp>
        <p:nvSpPr>
          <p:cNvPr id="4" name="PlaceHolder 3"/>
          <p:cNvSpPr>
            <a:spLocks noGrp="1"/>
          </p:cNvSpPr>
          <p:nvPr>
            <p:ph type="sldNum" idx="35"/>
          </p:nvPr>
        </p:nvSpPr>
        <p:spPr/>
        <p:txBody>
          <a:bodyPr/>
          <a:lstStyle/>
          <a:p>
            <a:fld id="{5DBBA6A5-1465-479A-B417-10433D879B69}" type="slidenum">
              <a:t>‹#›</a:t>
            </a:fld>
            <a:endParaRPr/>
          </a:p>
        </p:txBody>
      </p:sp>
      <p:sp>
        <p:nvSpPr>
          <p:cNvPr id="5" name="PlaceHolder 4"/>
          <p:cNvSpPr>
            <a:spLocks noGrp="1"/>
          </p:cNvSpPr>
          <p:nvPr>
            <p:ph type="dt" idx="36"/>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lstStyle/>
          <a:p>
            <a:r>
              <a:t>Footer</a:t>
            </a:r>
          </a:p>
        </p:txBody>
      </p:sp>
      <p:sp>
        <p:nvSpPr>
          <p:cNvPr id="3" name="PlaceHolder 2"/>
          <p:cNvSpPr>
            <a:spLocks noGrp="1"/>
          </p:cNvSpPr>
          <p:nvPr>
            <p:ph type="sldNum" idx="38"/>
          </p:nvPr>
        </p:nvSpPr>
        <p:spPr/>
        <p:txBody>
          <a:bodyPr/>
          <a:lstStyle/>
          <a:p>
            <a:fld id="{997FE4F4-6A4F-4FBD-8517-D48309AC02A8}" type="slidenum">
              <a:t>‹#›</a:t>
            </a:fld>
            <a:endParaRPr/>
          </a:p>
        </p:txBody>
      </p:sp>
      <p:sp>
        <p:nvSpPr>
          <p:cNvPr id="4" name="PlaceHolder 3"/>
          <p:cNvSpPr>
            <a:spLocks noGrp="1"/>
          </p:cNvSpPr>
          <p:nvPr>
            <p:ph type="dt" idx="39"/>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40"/>
          </p:nvPr>
        </p:nvSpPr>
        <p:spPr/>
        <p:txBody>
          <a:bodyPr/>
          <a:lstStyle/>
          <a:p>
            <a:r>
              <a:t>Footer</a:t>
            </a:r>
          </a:p>
        </p:txBody>
      </p:sp>
      <p:sp>
        <p:nvSpPr>
          <p:cNvPr id="3" name="PlaceHolder 2"/>
          <p:cNvSpPr>
            <a:spLocks noGrp="1"/>
          </p:cNvSpPr>
          <p:nvPr>
            <p:ph type="sldNum" idx="41"/>
          </p:nvPr>
        </p:nvSpPr>
        <p:spPr/>
        <p:txBody>
          <a:bodyPr/>
          <a:lstStyle/>
          <a:p>
            <a:fld id="{9F3B6829-F96E-4C5F-9638-24A175FAE69A}" type="slidenum">
              <a:t>‹#›</a:t>
            </a:fld>
            <a:endParaRPr/>
          </a:p>
        </p:txBody>
      </p:sp>
      <p:sp>
        <p:nvSpPr>
          <p:cNvPr id="4" name="PlaceHolder 3"/>
          <p:cNvSpPr>
            <a:spLocks noGrp="1"/>
          </p:cNvSpPr>
          <p:nvPr>
            <p:ph type="dt" idx="42"/>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lstStyle/>
          <a:p>
            <a:r>
              <a:t>Footer</a:t>
            </a:r>
          </a:p>
        </p:txBody>
      </p:sp>
      <p:sp>
        <p:nvSpPr>
          <p:cNvPr id="3" name="PlaceHolder 2"/>
          <p:cNvSpPr>
            <a:spLocks noGrp="1"/>
          </p:cNvSpPr>
          <p:nvPr>
            <p:ph type="sldNum" idx="44"/>
          </p:nvPr>
        </p:nvSpPr>
        <p:spPr/>
        <p:txBody>
          <a:bodyPr/>
          <a:lstStyle/>
          <a:p>
            <a:fld id="{598B2727-5609-4AF8-885A-62BCFAA99579}" type="slidenum">
              <a:t>‹#›</a:t>
            </a:fld>
            <a:endParaRPr/>
          </a:p>
        </p:txBody>
      </p:sp>
      <p:sp>
        <p:nvSpPr>
          <p:cNvPr id="4" name="PlaceHolder 3"/>
          <p:cNvSpPr>
            <a:spLocks noGrp="1"/>
          </p:cNvSpPr>
          <p:nvPr>
            <p:ph type="dt" idx="4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4.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5.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6.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7.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8.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9.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0.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1.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6" name="PlaceHolder 2"/>
          <p:cNvSpPr>
            <a:spLocks noGrp="1"/>
          </p:cNvSpPr>
          <p:nvPr>
            <p:ph type="ftr" idx="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&lt;footer&gt;</a:t>
            </a:r>
          </a:p>
        </p:txBody>
      </p:sp>
      <p:sp>
        <p:nvSpPr>
          <p:cNvPr id="2" name="PlaceHolder 3"/>
          <p:cNvSpPr>
            <a:spLocks noGrp="1"/>
          </p:cNvSpPr>
          <p:nvPr>
            <p:ph type="sldNum" idx="2"/>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48A14E42-1041-4CDE-A09D-540F48B29609}"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3" name="PlaceHolder 4"/>
          <p:cNvSpPr>
            <a:spLocks noGrp="1"/>
          </p:cNvSpPr>
          <p:nvPr>
            <p:ph type="dt" idx="3"/>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&lt;date/time&gt;</a:t>
            </a: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ftr" idx="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14" name="PlaceHolder 2"/>
          <p:cNvSpPr>
            <a:spLocks noGrp="1"/>
          </p:cNvSpPr>
          <p:nvPr>
            <p:ph type="sldNum" idx="5"/>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2E554DEC-ADBF-4AAD-8798-93D33BF236D8}"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15" name="PlaceHolder 3"/>
          <p:cNvSpPr>
            <a:spLocks noGrp="1"/>
          </p:cNvSpPr>
          <p:nvPr>
            <p:ph type="dt" idx="6"/>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ftr" idx="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17" name="PlaceHolder 2"/>
          <p:cNvSpPr>
            <a:spLocks noGrp="1"/>
          </p:cNvSpPr>
          <p:nvPr>
            <p:ph type="sldNum" idx="8"/>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A90BAFA5-2032-49B0-8CE7-6311F4EE5AD5}"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18" name="PlaceHolder 3"/>
          <p:cNvSpPr>
            <a:spLocks noGrp="1"/>
          </p:cNvSpPr>
          <p:nvPr>
            <p:ph type="dt" idx="9"/>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20" name="PlaceHolder 2"/>
          <p:cNvSpPr>
            <a:spLocks noGrp="1"/>
          </p:cNvSpPr>
          <p:nvPr>
            <p:ph type="body"/>
          </p:nvPr>
        </p:nvSpPr>
        <p:spPr>
          <a:xfrm>
            <a:off x="722160" y="2906640"/>
            <a:ext cx="7771680" cy="1499400"/>
          </a:xfrm>
          <a:prstGeom prst="rect">
            <a:avLst/>
          </a:prstGeom>
          <a:noFill/>
          <a:ln w="0">
            <a:noFill/>
          </a:ln>
        </p:spPr>
        <p:txBody>
          <a:bodyPr lIns="0" tIns="0" rIns="0" bIns="0" anchor="t">
            <a:normAutofit fontScale="70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21" name="PlaceHolder 3"/>
          <p:cNvSpPr>
            <a:spLocks noGrp="1"/>
          </p:cNvSpPr>
          <p:nvPr>
            <p:ph type="ftr" idx="1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&lt;footer&gt;</a:t>
            </a:r>
          </a:p>
        </p:txBody>
      </p:sp>
      <p:sp>
        <p:nvSpPr>
          <p:cNvPr id="22" name="PlaceHolder 4"/>
          <p:cNvSpPr>
            <a:spLocks noGrp="1"/>
          </p:cNvSpPr>
          <p:nvPr>
            <p:ph type="sldNum" idx="11"/>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F9A9F484-2F61-4A67-8CCE-6A57060FD800}"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23" name="PlaceHolder 5"/>
          <p:cNvSpPr>
            <a:spLocks noGrp="1"/>
          </p:cNvSpPr>
          <p:nvPr>
            <p:ph type="dt" idx="12"/>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ftr" idx="1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27" name="PlaceHolder 2"/>
          <p:cNvSpPr>
            <a:spLocks noGrp="1"/>
          </p:cNvSpPr>
          <p:nvPr>
            <p:ph type="sldNum" idx="14"/>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E8057CD0-771E-4DF9-B018-E4EF2423B900}"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28" name="PlaceHolder 3"/>
          <p:cNvSpPr>
            <a:spLocks noGrp="1"/>
          </p:cNvSpPr>
          <p:nvPr>
            <p:ph type="dt" idx="15"/>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
        <p:nvSpPr>
          <p:cNvPr id="29"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a:rPr>
              <a:t>Click to edit the title text format</a:t>
            </a:r>
          </a:p>
        </p:txBody>
      </p:sp>
      <p:sp>
        <p:nvSpPr>
          <p:cNvPr id="30"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2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24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rgbClr val="000000"/>
                </a:solidFill>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32" name="PlaceHolder 2"/>
          <p:cNvSpPr>
            <a:spLocks noGrp="1"/>
          </p:cNvSpPr>
          <p:nvPr>
            <p:ph type="ftr" idx="1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33" name="PlaceHolder 3"/>
          <p:cNvSpPr>
            <a:spLocks noGrp="1"/>
          </p:cNvSpPr>
          <p:nvPr>
            <p:ph type="sldNum" idx="17"/>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1AB9D9BD-E723-4C5C-BBDE-006057AE542B}"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34" name="PlaceHolder 4"/>
          <p:cNvSpPr>
            <a:spLocks noGrp="1"/>
          </p:cNvSpPr>
          <p:nvPr>
            <p:ph type="dt" idx="18"/>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ftr" idx="1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38" name="PlaceHolder 2"/>
          <p:cNvSpPr>
            <a:spLocks noGrp="1"/>
          </p:cNvSpPr>
          <p:nvPr>
            <p:ph type="sldNum" idx="20"/>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FA243144-83BC-4799-AAF7-28166C29326B}"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39" name="PlaceHolder 3"/>
          <p:cNvSpPr>
            <a:spLocks noGrp="1"/>
          </p:cNvSpPr>
          <p:nvPr>
            <p:ph type="dt" idx="21"/>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6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ftr" idx="2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41" name="PlaceHolder 2"/>
          <p:cNvSpPr>
            <a:spLocks noGrp="1"/>
          </p:cNvSpPr>
          <p:nvPr>
            <p:ph type="sldNum" idx="23"/>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D4F24221-0B31-484F-8594-7C8FC22A48CD}"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42" name="PlaceHolder 3"/>
          <p:cNvSpPr>
            <a:spLocks noGrp="1"/>
          </p:cNvSpPr>
          <p:nvPr>
            <p:ph type="dt" idx="24"/>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7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44" name="PlaceHolder 2"/>
          <p:cNvSpPr>
            <a:spLocks noGrp="1"/>
          </p:cNvSpPr>
          <p:nvPr>
            <p:ph type="body"/>
          </p:nvPr>
        </p:nvSpPr>
        <p:spPr>
          <a:xfrm>
            <a:off x="722160" y="2906640"/>
            <a:ext cx="7771680" cy="1499400"/>
          </a:xfrm>
          <a:prstGeom prst="rect">
            <a:avLst/>
          </a:prstGeom>
          <a:noFill/>
          <a:ln w="0">
            <a:noFill/>
          </a:ln>
        </p:spPr>
        <p:txBody>
          <a:bodyPr lIns="0" tIns="0" rIns="0" bIns="0" anchor="t">
            <a:normAutofit fontScale="70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45" name="PlaceHolder 3"/>
          <p:cNvSpPr>
            <a:spLocks noGrp="1"/>
          </p:cNvSpPr>
          <p:nvPr>
            <p:ph type="ftr" idx="2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&lt;footer&gt;</a:t>
            </a:r>
          </a:p>
        </p:txBody>
      </p:sp>
      <p:sp>
        <p:nvSpPr>
          <p:cNvPr id="46" name="PlaceHolder 4"/>
          <p:cNvSpPr>
            <a:spLocks noGrp="1"/>
          </p:cNvSpPr>
          <p:nvPr>
            <p:ph type="sldNum" idx="26"/>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6AB575AB-2101-43C6-AA9B-3EAE57412A67}"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47" name="PlaceHolder 5"/>
          <p:cNvSpPr>
            <a:spLocks noGrp="1"/>
          </p:cNvSpPr>
          <p:nvPr>
            <p:ph type="dt" idx="27"/>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51" name="PlaceHolder 2"/>
          <p:cNvSpPr>
            <a:spLocks noGrp="1"/>
          </p:cNvSpPr>
          <p:nvPr>
            <p:ph type="body"/>
          </p:nvPr>
        </p:nvSpPr>
        <p:spPr>
          <a:xfrm>
            <a:off x="722160" y="2906640"/>
            <a:ext cx="3792240" cy="1499400"/>
          </a:xfrm>
          <a:prstGeom prst="rect">
            <a:avLst/>
          </a:prstGeom>
          <a:noFill/>
          <a:ln w="0">
            <a:noFill/>
          </a:ln>
        </p:spPr>
        <p:txBody>
          <a:bodyPr lIns="0" tIns="0" rIns="0" bIns="0" anchor="t">
            <a:normAutofit fontScale="5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52" name="PlaceHolder 3"/>
          <p:cNvSpPr>
            <a:spLocks noGrp="1"/>
          </p:cNvSpPr>
          <p:nvPr>
            <p:ph type="body"/>
          </p:nvPr>
        </p:nvSpPr>
        <p:spPr>
          <a:xfrm>
            <a:off x="4704840" y="2906640"/>
            <a:ext cx="3792240" cy="1499400"/>
          </a:xfrm>
          <a:prstGeom prst="rect">
            <a:avLst/>
          </a:prstGeom>
          <a:noFill/>
          <a:ln w="0">
            <a:noFill/>
          </a:ln>
        </p:spPr>
        <p:txBody>
          <a:bodyPr lIns="0" tIns="0" rIns="0" bIns="0" anchor="t">
            <a:normAutofit fontScale="5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uFillTx/>
                <a:latin typeface="Arial"/>
              </a:rPr>
              <a:t>Seventh Outline Level</a:t>
            </a:r>
          </a:p>
        </p:txBody>
      </p:sp>
      <p:sp>
        <p:nvSpPr>
          <p:cNvPr id="53" name="PlaceHolder 4"/>
          <p:cNvSpPr>
            <a:spLocks noGrp="1"/>
          </p:cNvSpPr>
          <p:nvPr>
            <p:ph type="ftr" idx="2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&lt;footer&gt;</a:t>
            </a:r>
          </a:p>
        </p:txBody>
      </p:sp>
      <p:sp>
        <p:nvSpPr>
          <p:cNvPr id="54" name="PlaceHolder 5"/>
          <p:cNvSpPr>
            <a:spLocks noGrp="1"/>
          </p:cNvSpPr>
          <p:nvPr>
            <p:ph type="sldNum" idx="29"/>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FF5BF529-9C75-4095-B9DB-3E668DBA426D}"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55" name="PlaceHolder 6"/>
          <p:cNvSpPr>
            <a:spLocks noGrp="1"/>
          </p:cNvSpPr>
          <p:nvPr>
            <p:ph type="dt" idx="30"/>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7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PlaceHolder 1"/>
          <p:cNvSpPr>
            <a:spLocks noGrp="1"/>
          </p:cNvSpPr>
          <p:nvPr>
            <p:ph type="ftr" idx="3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60" name="PlaceHolder 2"/>
          <p:cNvSpPr>
            <a:spLocks noGrp="1"/>
          </p:cNvSpPr>
          <p:nvPr>
            <p:ph type="sldNum" idx="32"/>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AE1A5802-F0CE-4425-A8D6-409B1757248B}"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61" name="PlaceHolder 3"/>
          <p:cNvSpPr>
            <a:spLocks noGrp="1"/>
          </p:cNvSpPr>
          <p:nvPr>
            <p:ph type="dt" idx="33"/>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7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722160" y="4406760"/>
            <a:ext cx="7771680" cy="1361520"/>
          </a:xfrm>
          <a:prstGeom prst="rect">
            <a:avLst/>
          </a:prstGeom>
          <a:noFill/>
          <a:ln w="0">
            <a:noFill/>
          </a:ln>
        </p:spPr>
        <p:txBody>
          <a:bodyPr lIns="0" tIns="0" rIns="0" bIns="0" anchor="ctr">
            <a:noAutofit/>
          </a:bodyPr>
          <a:lstStyle/>
          <a:p>
            <a:pPr indent="0">
              <a:buNone/>
            </a:pPr>
            <a:r>
              <a:rPr lang="en-US" sz="1800" b="0" u="none" strike="noStrike">
                <a:solidFill>
                  <a:srgbClr val="000000"/>
                </a:solidFill>
                <a:uFillTx/>
                <a:latin typeface="Arial"/>
              </a:rPr>
              <a:t>Click to edit the title text format</a:t>
            </a:r>
          </a:p>
        </p:txBody>
      </p:sp>
      <p:sp>
        <p:nvSpPr>
          <p:cNvPr id="63" name="PlaceHolder 2"/>
          <p:cNvSpPr>
            <a:spLocks noGrp="1"/>
          </p:cNvSpPr>
          <p:nvPr>
            <p:ph type="ftr" idx="3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64" name="PlaceHolder 3"/>
          <p:cNvSpPr>
            <a:spLocks noGrp="1"/>
          </p:cNvSpPr>
          <p:nvPr>
            <p:ph type="sldNum" idx="35"/>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AA2DDEDA-A117-4FDB-B802-E693F9EF8D06}"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65" name="PlaceHolder 4"/>
          <p:cNvSpPr>
            <a:spLocks noGrp="1"/>
          </p:cNvSpPr>
          <p:nvPr>
            <p:ph type="dt" idx="36"/>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7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 name="PlaceHolder 1"/>
          <p:cNvSpPr>
            <a:spLocks noGrp="1"/>
          </p:cNvSpPr>
          <p:nvPr>
            <p:ph type="ftr" idx="3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68" name="PlaceHolder 2"/>
          <p:cNvSpPr>
            <a:spLocks noGrp="1"/>
          </p:cNvSpPr>
          <p:nvPr>
            <p:ph type="sldNum" idx="38"/>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6480C311-9C40-4890-A665-12EDF040B95C}"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69" name="PlaceHolder 3"/>
          <p:cNvSpPr>
            <a:spLocks noGrp="1"/>
          </p:cNvSpPr>
          <p:nvPr>
            <p:ph type="dt" idx="39"/>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PlaceHolder 1"/>
          <p:cNvSpPr>
            <a:spLocks noGrp="1"/>
          </p:cNvSpPr>
          <p:nvPr>
            <p:ph type="ftr" idx="4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71" name="PlaceHolder 2"/>
          <p:cNvSpPr>
            <a:spLocks noGrp="1"/>
          </p:cNvSpPr>
          <p:nvPr>
            <p:ph type="sldNum" idx="41"/>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DCAD8BE1-1E2D-49A7-AC4E-328B09116AD0}"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72" name="PlaceHolder 3"/>
          <p:cNvSpPr>
            <a:spLocks noGrp="1"/>
          </p:cNvSpPr>
          <p:nvPr>
            <p:ph type="dt" idx="42"/>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8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 name="PlaceHolder 1"/>
          <p:cNvSpPr>
            <a:spLocks noGrp="1"/>
          </p:cNvSpPr>
          <p:nvPr>
            <p:ph type="ftr" idx="4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uFillTx/>
                <a:latin typeface="Times New Roman"/>
              </a:defRPr>
            </a:lvl1pPr>
          </a:lstStyle>
          <a:p>
            <a:pPr indent="0" algn="ctr">
              <a:lnSpc>
                <a:spcPct val="100000"/>
              </a:lnSpc>
              <a:buNone/>
              <a:tabLst>
                <a:tab pos="0" algn="l"/>
              </a:tabLst>
            </a:pPr>
            <a:r>
              <a:rPr lang="en-US" sz="1400" b="0" u="none" strike="noStrike">
                <a:solidFill>
                  <a:srgbClr val="000000"/>
                </a:solidFill>
                <a:uFillTx/>
                <a:latin typeface="Times New Roman"/>
              </a:rPr>
              <a:t> </a:t>
            </a:r>
          </a:p>
        </p:txBody>
      </p:sp>
      <p:sp>
        <p:nvSpPr>
          <p:cNvPr id="74" name="PlaceHolder 2"/>
          <p:cNvSpPr>
            <a:spLocks noGrp="1"/>
          </p:cNvSpPr>
          <p:nvPr>
            <p:ph type="sldNum" idx="44"/>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uFillTx/>
                <a:latin typeface="Arial"/>
              </a:defRPr>
            </a:lvl1pPr>
          </a:lstStyle>
          <a:p>
            <a:pPr indent="0" algn="r" defTabSz="914400">
              <a:lnSpc>
                <a:spcPct val="100000"/>
              </a:lnSpc>
              <a:buNone/>
              <a:tabLst>
                <a:tab pos="0" algn="l"/>
              </a:tabLst>
            </a:pPr>
            <a:fld id="{A8C851FA-2831-4890-9800-C1E859298CEE}" type="slidenum">
              <a:rPr lang="en-US" sz="1200" b="0" u="none" strike="noStrike">
                <a:solidFill>
                  <a:schemeClr val="dk1">
                    <a:tint val="75000"/>
                  </a:schemeClr>
                </a:solidFill>
                <a:uFillTx/>
                <a:latin typeface="Arial"/>
              </a:rPr>
              <a:t>‹#›</a:t>
            </a:fld>
            <a:endParaRPr lang="en-US" sz="1200" b="0" u="none" strike="noStrike">
              <a:solidFill>
                <a:srgbClr val="000000"/>
              </a:solidFill>
              <a:uFillTx/>
              <a:latin typeface="Times New Roman"/>
            </a:endParaRPr>
          </a:p>
        </p:txBody>
      </p:sp>
      <p:sp>
        <p:nvSpPr>
          <p:cNvPr id="75" name="PlaceHolder 3"/>
          <p:cNvSpPr>
            <a:spLocks noGrp="1"/>
          </p:cNvSpPr>
          <p:nvPr>
            <p:ph type="dt" idx="45"/>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en-US" sz="1400" b="0" u="none" strike="noStrike">
                <a:solidFill>
                  <a:srgbClr val="000000"/>
                </a:solidFill>
                <a:uFillTx/>
                <a:latin typeface="Times New Roman"/>
              </a:defRPr>
            </a:lvl1pPr>
          </a:lstStyle>
          <a:p>
            <a:pPr indent="0">
              <a:buNone/>
            </a:pPr>
            <a:r>
              <a:rPr lang="en-US" sz="1400" b="0" u="none" strike="noStrike">
                <a:solidFill>
                  <a:srgbClr val="000000"/>
                </a:solidFill>
                <a:uFillTx/>
                <a:latin typeface="Times New Roman"/>
              </a:rPr>
              <a:t> </a:t>
            </a:r>
          </a:p>
        </p:txBody>
      </p:sp>
    </p:spTree>
  </p:cSld>
  <p:clrMap bg1="lt1" tx1="dk1" bg2="lt2" tx2="dk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p>
            <a:pPr indent="0" algn="ctr" defTabSz="914400">
              <a:lnSpc>
                <a:spcPct val="100000"/>
              </a:lnSpc>
              <a:buNone/>
              <a:tabLst>
                <a:tab pos="0" algn="l"/>
              </a:tabLst>
            </a:pPr>
            <a:r>
              <a:rPr lang="en-US" sz="4400" b="0" u="none" strike="noStrike">
                <a:solidFill>
                  <a:schemeClr val="dk1"/>
                </a:solidFill>
                <a:uFillTx/>
                <a:latin typeface="Arial"/>
              </a:rPr>
              <a:t>Data Structures &amp; Algorithms (CSC-214)</a:t>
            </a:r>
            <a:endParaRPr lang="en-US" sz="4400" b="0" u="none" strike="noStrike">
              <a:solidFill>
                <a:srgbClr val="000000"/>
              </a:solidFill>
              <a:uFillTx/>
              <a:latin typeface="Arial"/>
            </a:endParaRPr>
          </a:p>
        </p:txBody>
      </p:sp>
      <p:sp>
        <p:nvSpPr>
          <p:cNvPr id="77" name="PlaceHolder 2"/>
          <p:cNvSpPr>
            <a:spLocks noGrp="1"/>
          </p:cNvSpPr>
          <p:nvPr>
            <p:ph type="subTitle"/>
          </p:nvPr>
        </p:nvSpPr>
        <p:spPr>
          <a:xfrm>
            <a:off x="1371600" y="3886200"/>
            <a:ext cx="6400080" cy="1751760"/>
          </a:xfrm>
          <a:prstGeom prst="rect">
            <a:avLst/>
          </a:prstGeom>
          <a:noFill/>
          <a:ln w="0">
            <a:noFill/>
          </a:ln>
        </p:spPr>
        <p:txBody>
          <a:bodyPr lIns="91440" tIns="45720" rIns="91440" bIns="45720" anchor="t">
            <a:noAutofit/>
          </a:bodyPr>
          <a:lstStyle/>
          <a:p>
            <a:pPr indent="0" algn="ctr" defTabSz="914400">
              <a:lnSpc>
                <a:spcPct val="100000"/>
              </a:lnSpc>
              <a:spcBef>
                <a:spcPts val="641"/>
              </a:spcBef>
              <a:buNone/>
              <a:tabLst>
                <a:tab pos="0" algn="l"/>
              </a:tabLst>
            </a:pPr>
            <a:r>
              <a:rPr lang="en-US" sz="3200" b="0" u="none" strike="noStrike">
                <a:solidFill>
                  <a:schemeClr val="dk1">
                    <a:tint val="75000"/>
                  </a:schemeClr>
                </a:solidFill>
                <a:uFillTx/>
                <a:latin typeface="Arial"/>
              </a:rPr>
              <a:t>Lecture 21: Hash Tables – Open Addressing </a:t>
            </a:r>
            <a:endParaRPr lang="en-US" sz="3200" b="0" u="none" strike="noStrike">
              <a:solidFill>
                <a:srgbClr val="000000"/>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subTitle"/>
          </p:nvPr>
        </p:nvSpPr>
        <p:spPr>
          <a:xfrm>
            <a:off x="686520" y="316800"/>
            <a:ext cx="7771680" cy="6312600"/>
          </a:xfrm>
          <a:prstGeom prst="rect">
            <a:avLst/>
          </a:prstGeom>
          <a:noFill/>
          <a:ln w="0">
            <a:noFill/>
          </a:ln>
        </p:spPr>
        <p:txBody>
          <a:bodyPr lIns="0" tIns="0" rIns="0" bIns="0" anchor="ctr">
            <a:noAutofit/>
          </a:bodyPr>
          <a:lstStyle/>
          <a:p>
            <a:pPr algn="ctr"/>
            <a:r>
              <a:rPr lang="en-US" sz="3200" b="0" u="none" strike="noStrike">
                <a:solidFill>
                  <a:srgbClr val="000000"/>
                </a:solidFill>
                <a:uFillTx/>
                <a:latin typeface="Arial"/>
              </a:rPr>
              <a:t>Hash tables: handling collisions with chaining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Box 78"/>
          <p:cNvSpPr txBox="1"/>
          <p:nvPr/>
        </p:nvSpPr>
        <p:spPr>
          <a:xfrm>
            <a:off x="201240" y="149400"/>
            <a:ext cx="7772400" cy="6631560"/>
          </a:xfrm>
          <a:prstGeom prst="rect">
            <a:avLst/>
          </a:prstGeom>
          <a:noFill/>
          <a:ln w="0">
            <a:noFill/>
          </a:ln>
        </p:spPr>
        <p:txBody>
          <a:bodyPr lIns="90000" tIns="45000" rIns="90000" bIns="45000" anchor="t">
            <a:noAutofit/>
          </a:bodyPr>
          <a:lstStyle/>
          <a:p>
            <a:r>
              <a:rPr lang="en-US" sz="1050" b="1" u="none" strike="noStrike">
                <a:solidFill>
                  <a:srgbClr val="808080"/>
                </a:solidFill>
                <a:uFillTx/>
                <a:latin typeface="Cascadia Mono"/>
                <a:ea typeface="Cascadia Mono"/>
              </a:rPr>
              <a:t>#include</a:t>
            </a:r>
            <a:r>
              <a:rPr lang="en-US" sz="1050" b="1" u="none" strike="noStrike">
                <a:solidFill>
                  <a:srgbClr val="000000"/>
                </a:solidFill>
                <a:uFillTx/>
                <a:latin typeface="Cascadia Mono"/>
                <a:ea typeface="Cascadia Mono"/>
              </a:rPr>
              <a:t> </a:t>
            </a:r>
            <a:r>
              <a:rPr lang="en-US" sz="1050" b="1" u="none" strike="noStrike">
                <a:solidFill>
                  <a:srgbClr val="A31515"/>
                </a:solidFill>
                <a:uFillTx/>
                <a:latin typeface="Cascadia Mono"/>
                <a:ea typeface="Cascadia Mono"/>
              </a:rPr>
              <a:t>&lt;list&gt;</a:t>
            </a:r>
            <a:endParaRPr lang="en-US" sz="1050" b="1" u="none" strike="noStrike">
              <a:solidFill>
                <a:srgbClr val="000000"/>
              </a:solidFill>
              <a:uFillTx/>
              <a:latin typeface="Arial"/>
            </a:endParaRPr>
          </a:p>
          <a:p>
            <a:r>
              <a:rPr lang="en-US" sz="1050" b="1" u="none" strike="noStrike">
                <a:solidFill>
                  <a:srgbClr val="808080"/>
                </a:solidFill>
                <a:uFillTx/>
                <a:latin typeface="Cascadia Mono"/>
                <a:ea typeface="Cascadia Mono"/>
              </a:rPr>
              <a:t>#include</a:t>
            </a:r>
            <a:r>
              <a:rPr lang="en-US" sz="1050" b="1" u="none" strike="noStrike">
                <a:solidFill>
                  <a:srgbClr val="000000"/>
                </a:solidFill>
                <a:uFillTx/>
                <a:latin typeface="Cascadia Mono"/>
                <a:ea typeface="Cascadia Mono"/>
              </a:rPr>
              <a:t> </a:t>
            </a:r>
            <a:r>
              <a:rPr lang="en-US" sz="1050" b="1" u="none" strike="noStrike">
                <a:solidFill>
                  <a:srgbClr val="A31515"/>
                </a:solidFill>
                <a:uFillTx/>
                <a:latin typeface="Cascadia Mono"/>
                <a:ea typeface="Cascadia Mono"/>
              </a:rPr>
              <a:t>&lt;iostream&gt;</a:t>
            </a:r>
            <a:endParaRPr lang="en-US" sz="1050" b="1" u="none" strike="noStrike">
              <a:solidFill>
                <a:srgbClr val="000000"/>
              </a:solidFill>
              <a:uFillTx/>
              <a:latin typeface="Arial"/>
            </a:endParaRPr>
          </a:p>
          <a:p>
            <a:r>
              <a:rPr lang="en-US" sz="1050" b="1" u="none" strike="noStrike">
                <a:solidFill>
                  <a:srgbClr val="0000FF"/>
                </a:solidFill>
                <a:uFillTx/>
                <a:latin typeface="Cascadia Mono"/>
                <a:ea typeface="Cascadia Mono"/>
              </a:rPr>
              <a:t>using</a:t>
            </a:r>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namespace</a:t>
            </a:r>
            <a:r>
              <a:rPr lang="en-US" sz="1050" b="1" u="none" strike="noStrike">
                <a:solidFill>
                  <a:srgbClr val="000000"/>
                </a:solidFill>
                <a:uFillTx/>
                <a:latin typeface="Cascadia Mono"/>
                <a:ea typeface="Cascadia Mono"/>
              </a:rPr>
              <a:t> std;</a:t>
            </a:r>
            <a:endParaRPr lang="en-US" sz="1050" b="1" u="none" strike="noStrike">
              <a:solidFill>
                <a:srgbClr val="000000"/>
              </a:solidFill>
              <a:uFillTx/>
              <a:latin typeface="Arial"/>
            </a:endParaRPr>
          </a:p>
          <a:p>
            <a:endParaRPr lang="en-US" sz="950" b="1" u="none" strike="noStrike">
              <a:solidFill>
                <a:srgbClr val="000000"/>
              </a:solidFill>
              <a:uFillTx/>
              <a:latin typeface="Cascadia Mono"/>
              <a:ea typeface="Cascadia Mono"/>
            </a:endParaRPr>
          </a:p>
          <a:p>
            <a:r>
              <a:rPr lang="en-US" sz="1050" b="1" u="none" strike="noStrike">
                <a:solidFill>
                  <a:srgbClr val="0000FF"/>
                </a:solidFill>
                <a:uFillTx/>
                <a:latin typeface="Cascadia Mono"/>
                <a:ea typeface="Cascadia Mono"/>
              </a:rPr>
              <a:t>class</a:t>
            </a:r>
            <a:r>
              <a:rPr lang="en-US" sz="1050" b="1" u="none" strike="noStrike">
                <a:solidFill>
                  <a:srgbClr val="000000"/>
                </a:solidFill>
                <a:uFillTx/>
                <a:latin typeface="Cascadia Mono"/>
                <a:ea typeface="Cascadia Mono"/>
              </a:rPr>
              <a:t> </a:t>
            </a:r>
            <a:r>
              <a:rPr lang="en-US" sz="1050" b="1" u="none" strike="noStrike">
                <a:solidFill>
                  <a:srgbClr val="2B91AF"/>
                </a:solidFill>
                <a:uFillTx/>
                <a:latin typeface="Cascadia Mono"/>
                <a:ea typeface="Cascadia Mono"/>
              </a:rPr>
              <a:t>HashArray</a:t>
            </a:r>
            <a:r>
              <a:rPr lang="en-US" sz="1050" b="1" u="none" strike="noStrike">
                <a:solidFill>
                  <a:srgbClr val="000000"/>
                </a:solidFill>
                <a:uFillTx/>
                <a:latin typeface="Cascadia Mono"/>
                <a:ea typeface="Cascadia Mono"/>
              </a:rPr>
              <a:t> {</a:t>
            </a:r>
            <a:endParaRPr lang="en-US" sz="1050" b="1" u="none" strike="noStrike">
              <a:solidFill>
                <a:srgbClr val="000000"/>
              </a:solidFill>
              <a:uFillTx/>
              <a:latin typeface="Arial"/>
            </a:endParaRPr>
          </a:p>
          <a:p>
            <a:r>
              <a:rPr lang="en-US" sz="1050" b="1" u="none" strike="noStrike">
                <a:solidFill>
                  <a:srgbClr val="0000FF"/>
                </a:solidFill>
                <a:uFillTx/>
                <a:latin typeface="Cascadia Mono"/>
                <a:ea typeface="Cascadia Mono"/>
              </a:rPr>
              <a:t>private</a:t>
            </a:r>
            <a:r>
              <a:rPr lang="en-US" sz="1050" b="1" u="none" strike="noStrike">
                <a:solidFill>
                  <a:srgbClr val="000000"/>
                </a:solidFill>
                <a:uFillTx/>
                <a:latin typeface="Cascadia Mono"/>
                <a:ea typeface="Cascadia Mono"/>
              </a:rPr>
              <a:t>:</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static</a:t>
            </a:r>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const</a:t>
            </a:r>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arraySize = 10;</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2B91AF"/>
                </a:solidFill>
                <a:uFillTx/>
                <a:latin typeface="Cascadia Mono"/>
                <a:ea typeface="Cascadia Mono"/>
              </a:rPr>
              <a:t>list</a:t>
            </a:r>
            <a:r>
              <a:rPr lang="en-US" sz="1050" b="1" u="none" strike="noStrike">
                <a:solidFill>
                  <a:srgbClr val="000000"/>
                </a:solidFill>
                <a:uFillTx/>
                <a:latin typeface="Cascadia Mono"/>
                <a:ea typeface="Cascadia Mono"/>
              </a:rPr>
              <a:t>&lt;</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&gt; data[arraySize];</a:t>
            </a:r>
            <a:endParaRPr lang="en-US" sz="1050" b="1" u="none" strike="noStrike">
              <a:solidFill>
                <a:srgbClr val="000000"/>
              </a:solidFill>
              <a:uFillTx/>
              <a:latin typeface="Arial"/>
            </a:endParaRPr>
          </a:p>
          <a:p>
            <a:endParaRPr lang="en-US" sz="950" b="1" u="none" strike="noStrike">
              <a:solidFill>
                <a:srgbClr val="000000"/>
              </a:solidFill>
              <a:uFillTx/>
              <a:latin typeface="Cascadia Mono"/>
              <a:ea typeface="Cascadia Mono"/>
            </a:endParaRPr>
          </a:p>
          <a:p>
            <a:endParaRPr lang="en-US" sz="950" b="1" u="none" strike="noStrike">
              <a:solidFill>
                <a:srgbClr val="000000"/>
              </a:solidFill>
              <a:uFillTx/>
              <a:latin typeface="Cascadia Mono"/>
              <a:ea typeface="Cascadia Mono"/>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hashFunction(</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a:t>
            </a:r>
            <a:r>
              <a:rPr lang="en-US" sz="1050" b="1" u="none" strike="noStrike">
                <a:solidFill>
                  <a:srgbClr val="808080"/>
                </a:solidFill>
                <a:uFillTx/>
                <a:latin typeface="Cascadia Mono"/>
                <a:ea typeface="Cascadia Mono"/>
              </a:rPr>
              <a:t>key</a:t>
            </a:r>
            <a:r>
              <a:rPr lang="en-US" sz="1050" b="1" u="none" strike="noStrike">
                <a:solidFill>
                  <a:srgbClr val="000000"/>
                </a:solidFill>
                <a:uFillTx/>
                <a:latin typeface="Cascadia Mono"/>
                <a:ea typeface="Cascadia Mono"/>
              </a:rPr>
              <a:t>)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return</a:t>
            </a:r>
            <a:r>
              <a:rPr lang="en-US" sz="1050" b="1" u="none" strike="noStrike">
                <a:solidFill>
                  <a:srgbClr val="000000"/>
                </a:solidFill>
                <a:uFillTx/>
                <a:latin typeface="Cascadia Mono"/>
                <a:ea typeface="Cascadia Mono"/>
              </a:rPr>
              <a:t> (</a:t>
            </a:r>
            <a:r>
              <a:rPr lang="en-US" sz="1050" b="1" u="none" strike="noStrike">
                <a:solidFill>
                  <a:srgbClr val="808080"/>
                </a:solidFill>
                <a:uFillTx/>
                <a:latin typeface="Cascadia Mono"/>
                <a:ea typeface="Cascadia Mono"/>
              </a:rPr>
              <a:t>key</a:t>
            </a:r>
            <a:r>
              <a:rPr lang="en-US" sz="1050" b="1" u="none" strike="noStrike">
                <a:solidFill>
                  <a:srgbClr val="000000"/>
                </a:solidFill>
                <a:uFillTx/>
                <a:latin typeface="Cascadia Mono"/>
                <a:ea typeface="Cascadia Mono"/>
              </a:rPr>
              <a:t>/10 + </a:t>
            </a:r>
            <a:r>
              <a:rPr lang="en-US" sz="1050" b="1" u="none" strike="noStrike">
                <a:solidFill>
                  <a:srgbClr val="808080"/>
                </a:solidFill>
                <a:uFillTx/>
                <a:latin typeface="Cascadia Mono"/>
                <a:ea typeface="Cascadia Mono"/>
              </a:rPr>
              <a:t>key</a:t>
            </a:r>
            <a:r>
              <a:rPr lang="en-US" sz="1050" b="1" u="none" strike="noStrike">
                <a:solidFill>
                  <a:srgbClr val="000000"/>
                </a:solidFill>
                <a:uFillTx/>
                <a:latin typeface="Cascadia Mono"/>
                <a:ea typeface="Cascadia Mono"/>
              </a:rPr>
              <a:t>%10) % arraySize;</a:t>
            </a:r>
            <a:endParaRPr lang="en-US" sz="1050" b="1" u="none" strike="noStrike">
              <a:solidFill>
                <a:srgbClr val="000000"/>
              </a:solidFill>
              <a:uFillTx/>
              <a:latin typeface="Arial"/>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endParaRPr lang="en-US" sz="950" b="1" u="none" strike="noStrike">
              <a:solidFill>
                <a:srgbClr val="000000"/>
              </a:solidFill>
              <a:uFillTx/>
              <a:latin typeface="Cascadia Mono"/>
              <a:ea typeface="Cascadia Mono"/>
            </a:endParaRPr>
          </a:p>
          <a:p>
            <a:r>
              <a:rPr lang="en-US" sz="1050" b="1" u="none" strike="noStrike">
                <a:solidFill>
                  <a:srgbClr val="0000FF"/>
                </a:solidFill>
                <a:uFillTx/>
                <a:latin typeface="Cascadia Mono"/>
                <a:ea typeface="Cascadia Mono"/>
              </a:rPr>
              <a:t>public</a:t>
            </a:r>
            <a:r>
              <a:rPr lang="en-US" sz="1050" b="1" u="none" strike="noStrike">
                <a:solidFill>
                  <a:srgbClr val="000000"/>
                </a:solidFill>
                <a:uFillTx/>
                <a:latin typeface="Cascadia Mono"/>
                <a:ea typeface="Cascadia Mono"/>
              </a:rPr>
              <a:t>:</a:t>
            </a:r>
            <a:endParaRPr lang="en-US" sz="1050" b="1" u="none" strike="noStrike">
              <a:solidFill>
                <a:srgbClr val="000000"/>
              </a:solidFill>
              <a:uFillTx/>
              <a:latin typeface="Arial"/>
            </a:endParaRPr>
          </a:p>
          <a:p>
            <a:r>
              <a:rPr lang="en-US" sz="1050" b="1" u="none" strike="noStrike">
                <a:solidFill>
                  <a:srgbClr val="000000"/>
                </a:solidFill>
                <a:uFillTx/>
                <a:latin typeface="Cascadia Mono"/>
              </a:rPr>
              <a:t>    HashArray() {</a:t>
            </a:r>
            <a:endParaRPr lang="en-US" sz="1050" b="1" u="none" strike="noStrike">
              <a:solidFill>
                <a:srgbClr val="000000"/>
              </a:solidFill>
              <a:uFillTx/>
              <a:latin typeface="Cascadia Mono"/>
              <a:ea typeface="Cascadia Mono"/>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for</a:t>
            </a:r>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i = 0; i &lt; arraySize; ++i)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data[i] </a:t>
            </a:r>
            <a:r>
              <a:rPr lang="en-US" sz="1050" b="1" u="none" strike="noStrike">
                <a:solidFill>
                  <a:srgbClr val="008080"/>
                </a:solidFill>
                <a:uFillTx/>
                <a:latin typeface="Cascadia Mono"/>
                <a:ea typeface="Cascadia Mono"/>
              </a:rPr>
              <a:t>=</a:t>
            </a:r>
            <a:r>
              <a:rPr lang="en-US" sz="1050" b="1" u="none" strike="noStrike">
                <a:solidFill>
                  <a:srgbClr val="000000"/>
                </a:solidFill>
                <a:uFillTx/>
                <a:latin typeface="Cascadia Mono"/>
                <a:ea typeface="Cascadia Mono"/>
              </a:rPr>
              <a:t> </a:t>
            </a:r>
            <a:r>
              <a:rPr lang="en-US" sz="1050" b="1" u="none" strike="noStrike">
                <a:solidFill>
                  <a:srgbClr val="2B91AF"/>
                </a:solidFill>
                <a:uFillTx/>
                <a:latin typeface="Cascadia Mono"/>
                <a:ea typeface="Cascadia Mono"/>
              </a:rPr>
              <a:t>list</a:t>
            </a:r>
            <a:r>
              <a:rPr lang="en-US" sz="1050" b="1" u="none" strike="noStrike">
                <a:solidFill>
                  <a:srgbClr val="000000"/>
                </a:solidFill>
                <a:uFillTx/>
                <a:latin typeface="Cascadia Mono"/>
                <a:ea typeface="Cascadia Mono"/>
              </a:rPr>
              <a:t>&lt;</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&gt;();</a:t>
            </a:r>
            <a:endParaRPr lang="en-US" sz="1050" b="1" u="none" strike="noStrike">
              <a:solidFill>
                <a:srgbClr val="000000"/>
              </a:solidFill>
              <a:uFillTx/>
              <a:latin typeface="Arial"/>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endParaRPr lang="en-US" sz="950" b="1" u="none" strike="noStrike">
              <a:solidFill>
                <a:srgbClr val="000000"/>
              </a:solidFill>
              <a:uFillTx/>
              <a:latin typeface="Cascadia Mono"/>
              <a:ea typeface="Cascadia Mono"/>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void</a:t>
            </a:r>
            <a:r>
              <a:rPr lang="en-US" sz="1050" b="1" u="none" strike="noStrike">
                <a:solidFill>
                  <a:srgbClr val="000000"/>
                </a:solidFill>
                <a:uFillTx/>
                <a:latin typeface="Cascadia Mono"/>
                <a:ea typeface="Cascadia Mono"/>
              </a:rPr>
              <a:t> insert(</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a:t>
            </a:r>
            <a:r>
              <a:rPr lang="en-US" sz="1050" b="1" u="none" strike="noStrike">
                <a:solidFill>
                  <a:srgbClr val="808080"/>
                </a:solidFill>
                <a:uFillTx/>
                <a:latin typeface="Cascadia Mono"/>
                <a:ea typeface="Cascadia Mono"/>
              </a:rPr>
              <a:t>value</a:t>
            </a:r>
            <a:r>
              <a:rPr lang="en-US" sz="1050" b="1" u="none" strike="noStrike">
                <a:solidFill>
                  <a:srgbClr val="000000"/>
                </a:solidFill>
                <a:uFillTx/>
                <a:latin typeface="Cascadia Mono"/>
                <a:ea typeface="Cascadia Mono"/>
              </a:rPr>
              <a:t>)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index = hashFunction(</a:t>
            </a:r>
            <a:r>
              <a:rPr lang="en-US" sz="1050" b="1" u="none" strike="noStrike">
                <a:solidFill>
                  <a:srgbClr val="808080"/>
                </a:solidFill>
                <a:uFillTx/>
                <a:latin typeface="Cascadia Mono"/>
                <a:ea typeface="Cascadia Mono"/>
              </a:rPr>
              <a:t>value</a:t>
            </a:r>
            <a:r>
              <a:rPr lang="en-US" sz="1050" b="1" u="none" strike="noStrike">
                <a:solidFill>
                  <a:srgbClr val="000000"/>
                </a:solidFill>
                <a:uFillTx/>
                <a:latin typeface="Cascadia Mono"/>
                <a:ea typeface="Cascadia Mono"/>
              </a:rPr>
              <a:t>);</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data[index].push_back(</a:t>
            </a:r>
            <a:r>
              <a:rPr lang="en-US" sz="1050" b="1" u="none" strike="noStrike">
                <a:solidFill>
                  <a:srgbClr val="808080"/>
                </a:solidFill>
                <a:uFillTx/>
                <a:latin typeface="Cascadia Mono"/>
                <a:ea typeface="Cascadia Mono"/>
              </a:rPr>
              <a:t>value</a:t>
            </a:r>
            <a:r>
              <a:rPr lang="en-US" sz="1050" b="1" u="none" strike="noStrike">
                <a:solidFill>
                  <a:srgbClr val="000000"/>
                </a:solidFill>
                <a:uFillTx/>
                <a:latin typeface="Cascadia Mono"/>
                <a:ea typeface="Cascadia Mono"/>
              </a:rPr>
              <a:t>);</a:t>
            </a:r>
            <a:endParaRPr lang="en-US" sz="1050" b="1" u="none" strike="noStrike">
              <a:solidFill>
                <a:srgbClr val="000000"/>
              </a:solidFill>
              <a:uFillTx/>
              <a:latin typeface="Arial"/>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endParaRPr lang="en-US" sz="950" b="1" u="none" strike="noStrike">
              <a:solidFill>
                <a:srgbClr val="000000"/>
              </a:solidFill>
              <a:uFillTx/>
              <a:latin typeface="Cascadia Mono"/>
              <a:ea typeface="Cascadia Mono"/>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void</a:t>
            </a:r>
            <a:r>
              <a:rPr lang="en-US" sz="1050" b="1" u="none" strike="noStrike">
                <a:solidFill>
                  <a:srgbClr val="000000"/>
                </a:solidFill>
                <a:uFillTx/>
                <a:latin typeface="Cascadia Mono"/>
                <a:ea typeface="Cascadia Mono"/>
              </a:rPr>
              <a:t> display()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for</a:t>
            </a:r>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i = 0; i &lt; arraySize; ++i)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cout </a:t>
            </a:r>
            <a:r>
              <a:rPr lang="en-US" sz="1050" b="1" u="none" strike="noStrike">
                <a:solidFill>
                  <a:srgbClr val="008080"/>
                </a:solidFill>
                <a:uFillTx/>
                <a:latin typeface="Cascadia Mono"/>
                <a:ea typeface="Cascadia Mono"/>
              </a:rPr>
              <a:t>&lt;&lt;</a:t>
            </a:r>
            <a:r>
              <a:rPr lang="en-US" sz="1050" b="1" u="none" strike="noStrike">
                <a:solidFill>
                  <a:srgbClr val="000000"/>
                </a:solidFill>
                <a:uFillTx/>
                <a:latin typeface="Cascadia Mono"/>
                <a:ea typeface="Cascadia Mono"/>
              </a:rPr>
              <a:t> </a:t>
            </a:r>
            <a:r>
              <a:rPr lang="en-US" sz="1050" b="1" u="none" strike="noStrike">
                <a:solidFill>
                  <a:srgbClr val="A31515"/>
                </a:solidFill>
                <a:uFillTx/>
                <a:latin typeface="Cascadia Mono"/>
                <a:ea typeface="Cascadia Mono"/>
              </a:rPr>
              <a:t>"Index "</a:t>
            </a:r>
            <a:r>
              <a:rPr lang="en-US" sz="1050" b="1" u="none" strike="noStrike">
                <a:solidFill>
                  <a:srgbClr val="000000"/>
                </a:solidFill>
                <a:uFillTx/>
                <a:latin typeface="Cascadia Mono"/>
                <a:ea typeface="Cascadia Mono"/>
              </a:rPr>
              <a:t> </a:t>
            </a:r>
            <a:r>
              <a:rPr lang="en-US" sz="1050" b="1" u="none" strike="noStrike">
                <a:solidFill>
                  <a:srgbClr val="008080"/>
                </a:solidFill>
                <a:uFillTx/>
                <a:latin typeface="Cascadia Mono"/>
                <a:ea typeface="Cascadia Mono"/>
              </a:rPr>
              <a:t>&lt;&lt;</a:t>
            </a:r>
            <a:r>
              <a:rPr lang="en-US" sz="1050" b="1" u="none" strike="noStrike">
                <a:solidFill>
                  <a:srgbClr val="000000"/>
                </a:solidFill>
                <a:uFillTx/>
                <a:latin typeface="Cascadia Mono"/>
                <a:ea typeface="Cascadia Mono"/>
              </a:rPr>
              <a:t> i </a:t>
            </a:r>
            <a:r>
              <a:rPr lang="en-US" sz="1050" b="1" u="none" strike="noStrike">
                <a:solidFill>
                  <a:srgbClr val="008080"/>
                </a:solidFill>
                <a:uFillTx/>
                <a:latin typeface="Cascadia Mono"/>
                <a:ea typeface="Cascadia Mono"/>
              </a:rPr>
              <a:t>&lt;&lt;</a:t>
            </a:r>
            <a:r>
              <a:rPr lang="en-US" sz="1050" b="1" u="none" strike="noStrike">
                <a:solidFill>
                  <a:srgbClr val="000000"/>
                </a:solidFill>
                <a:uFillTx/>
                <a:latin typeface="Cascadia Mono"/>
                <a:ea typeface="Cascadia Mono"/>
              </a:rPr>
              <a:t> </a:t>
            </a:r>
            <a:r>
              <a:rPr lang="en-US" sz="1050" b="1" u="none" strike="noStrike">
                <a:solidFill>
                  <a:srgbClr val="A31515"/>
                </a:solidFill>
                <a:uFillTx/>
                <a:latin typeface="Cascadia Mono"/>
                <a:ea typeface="Cascadia Mono"/>
              </a:rPr>
              <a:t>": "</a:t>
            </a:r>
            <a:r>
              <a:rPr lang="en-US" sz="1050" b="1" u="none" strike="noStrike">
                <a:solidFill>
                  <a:srgbClr val="000000"/>
                </a:solidFill>
                <a:uFillTx/>
                <a:latin typeface="Cascadia Mono"/>
                <a:ea typeface="Cascadia Mono"/>
              </a:rPr>
              <a:t>;</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if</a:t>
            </a:r>
            <a:r>
              <a:rPr lang="en-US" sz="1050" b="1" u="none" strike="noStrike">
                <a:solidFill>
                  <a:srgbClr val="000000"/>
                </a:solidFill>
                <a:uFillTx/>
                <a:latin typeface="Cascadia Mono"/>
                <a:ea typeface="Cascadia Mono"/>
              </a:rPr>
              <a:t> (!data[i].empty())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8000"/>
                </a:solidFill>
                <a:uFillTx/>
                <a:latin typeface="Cascadia Mono"/>
                <a:ea typeface="Cascadia Mono"/>
              </a:rPr>
              <a:t>// this loop executes a cout statement</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8000"/>
                </a:solidFill>
                <a:uFillTx/>
                <a:latin typeface="Cascadia Mono"/>
                <a:ea typeface="Cascadia Mono"/>
              </a:rPr>
              <a:t>// for each value in data[i]</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for</a:t>
            </a:r>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int</a:t>
            </a:r>
            <a:r>
              <a:rPr lang="en-US" sz="1050" b="1" u="none" strike="noStrike">
                <a:solidFill>
                  <a:srgbClr val="000000"/>
                </a:solidFill>
                <a:uFillTx/>
                <a:latin typeface="Cascadia Mono"/>
                <a:ea typeface="Cascadia Mono"/>
              </a:rPr>
              <a:t> val : data[i])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cout </a:t>
            </a:r>
            <a:r>
              <a:rPr lang="en-US" sz="1050" b="1" u="none" strike="noStrike">
                <a:solidFill>
                  <a:srgbClr val="008080"/>
                </a:solidFill>
                <a:uFillTx/>
                <a:latin typeface="Cascadia Mono"/>
                <a:ea typeface="Cascadia Mono"/>
              </a:rPr>
              <a:t>&lt;&lt;</a:t>
            </a:r>
            <a:r>
              <a:rPr lang="en-US" sz="1050" b="1" u="none" strike="noStrike">
                <a:solidFill>
                  <a:srgbClr val="000000"/>
                </a:solidFill>
                <a:uFillTx/>
                <a:latin typeface="Cascadia Mono"/>
                <a:ea typeface="Cascadia Mono"/>
              </a:rPr>
              <a:t> val </a:t>
            </a:r>
            <a:r>
              <a:rPr lang="en-US" sz="1050" b="1" u="none" strike="noStrike">
                <a:solidFill>
                  <a:srgbClr val="008080"/>
                </a:solidFill>
                <a:uFillTx/>
                <a:latin typeface="Cascadia Mono"/>
                <a:ea typeface="Cascadia Mono"/>
              </a:rPr>
              <a:t>&lt;&lt;</a:t>
            </a:r>
            <a:r>
              <a:rPr lang="en-US" sz="1050" b="1" u="none" strike="noStrike">
                <a:solidFill>
                  <a:srgbClr val="000000"/>
                </a:solidFill>
                <a:uFillTx/>
                <a:latin typeface="Cascadia Mono"/>
                <a:ea typeface="Cascadia Mono"/>
              </a:rPr>
              <a:t> </a:t>
            </a:r>
            <a:r>
              <a:rPr lang="en-US" sz="1050" b="1" u="none" strike="noStrike">
                <a:solidFill>
                  <a:srgbClr val="A31515"/>
                </a:solidFill>
                <a:uFillTx/>
                <a:latin typeface="Cascadia Mono"/>
                <a:ea typeface="Cascadia Mono"/>
              </a:rPr>
              <a:t>" -&gt; "</a:t>
            </a:r>
            <a:r>
              <a:rPr lang="en-US" sz="1050" b="1" u="none" strike="noStrike">
                <a:solidFill>
                  <a:srgbClr val="000000"/>
                </a:solidFill>
                <a:uFillTx/>
                <a:latin typeface="Cascadia Mono"/>
                <a:ea typeface="Cascadia Mono"/>
              </a:rPr>
              <a:t>;</a:t>
            </a:r>
            <a:endParaRPr lang="en-US" sz="1050" b="1" u="none" strike="noStrike">
              <a:solidFill>
                <a:srgbClr val="000000"/>
              </a:solidFill>
              <a:uFillTx/>
              <a:latin typeface="Arial"/>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r>
              <a:rPr lang="en-US" sz="1050" b="1" u="none" strike="noStrike">
                <a:solidFill>
                  <a:srgbClr val="000000"/>
                </a:solidFill>
                <a:uFillTx/>
                <a:latin typeface="Cascadia Mono"/>
                <a:ea typeface="Cascadia Mono"/>
              </a:rPr>
              <a:t>            </a:t>
            </a:r>
            <a:r>
              <a:rPr lang="en-US" sz="1050" b="1" u="none" strike="noStrike">
                <a:solidFill>
                  <a:srgbClr val="0000FF"/>
                </a:solidFill>
                <a:uFillTx/>
                <a:latin typeface="Cascadia Mono"/>
                <a:ea typeface="Cascadia Mono"/>
              </a:rPr>
              <a:t>else</a:t>
            </a:r>
            <a:r>
              <a:rPr lang="en-US" sz="1050" b="1" u="none" strike="noStrike">
                <a:solidFill>
                  <a:srgbClr val="000000"/>
                </a:solidFill>
                <a:uFillTx/>
                <a:latin typeface="Cascadia Mono"/>
                <a:ea typeface="Cascadia Mono"/>
              </a:rPr>
              <a:t> {</a:t>
            </a:r>
            <a:endParaRPr lang="en-US" sz="1050" b="1" u="none" strike="noStrike">
              <a:solidFill>
                <a:srgbClr val="000000"/>
              </a:solidFill>
              <a:uFillTx/>
              <a:latin typeface="Arial"/>
            </a:endParaRPr>
          </a:p>
          <a:p>
            <a:r>
              <a:rPr lang="en-US" sz="1050" b="1" u="none" strike="noStrike">
                <a:solidFill>
                  <a:srgbClr val="000000"/>
                </a:solidFill>
                <a:uFillTx/>
                <a:latin typeface="Cascadia Mono"/>
                <a:ea typeface="Cascadia Mono"/>
              </a:rPr>
              <a:t>                cout </a:t>
            </a:r>
            <a:r>
              <a:rPr lang="en-US" sz="1050" b="1" u="none" strike="noStrike">
                <a:solidFill>
                  <a:srgbClr val="008080"/>
                </a:solidFill>
                <a:uFillTx/>
                <a:latin typeface="Cascadia Mono"/>
                <a:ea typeface="Cascadia Mono"/>
              </a:rPr>
              <a:t>&lt;&lt;</a:t>
            </a:r>
            <a:r>
              <a:rPr lang="en-US" sz="1050" b="1" u="none" strike="noStrike">
                <a:solidFill>
                  <a:srgbClr val="000000"/>
                </a:solidFill>
                <a:uFillTx/>
                <a:latin typeface="Cascadia Mono"/>
                <a:ea typeface="Cascadia Mono"/>
              </a:rPr>
              <a:t> </a:t>
            </a:r>
            <a:r>
              <a:rPr lang="en-US" sz="1050" b="1" u="none" strike="noStrike">
                <a:solidFill>
                  <a:srgbClr val="A31515"/>
                </a:solidFill>
                <a:uFillTx/>
                <a:latin typeface="Cascadia Mono"/>
                <a:ea typeface="Cascadia Mono"/>
              </a:rPr>
              <a:t>"Empty"</a:t>
            </a:r>
            <a:r>
              <a:rPr lang="en-US" sz="1050" b="1" u="none" strike="noStrike">
                <a:solidFill>
                  <a:srgbClr val="000000"/>
                </a:solidFill>
                <a:uFillTx/>
                <a:latin typeface="Cascadia Mono"/>
                <a:ea typeface="Cascadia Mono"/>
              </a:rPr>
              <a:t>;</a:t>
            </a:r>
            <a:endParaRPr lang="en-US" sz="1050" b="1" u="none" strike="noStrike">
              <a:solidFill>
                <a:srgbClr val="000000"/>
              </a:solidFill>
              <a:uFillTx/>
              <a:latin typeface="Arial"/>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r>
              <a:rPr lang="en-US" sz="1050" b="1" u="none" strike="noStrike">
                <a:solidFill>
                  <a:srgbClr val="000000"/>
                </a:solidFill>
                <a:uFillTx/>
                <a:latin typeface="Cascadia Mono"/>
                <a:ea typeface="Cascadia Mono"/>
              </a:rPr>
              <a:t>            cout </a:t>
            </a:r>
            <a:r>
              <a:rPr lang="en-US" sz="1050" b="1" u="none" strike="noStrike">
                <a:solidFill>
                  <a:srgbClr val="008080"/>
                </a:solidFill>
                <a:uFillTx/>
                <a:latin typeface="Cascadia Mono"/>
                <a:ea typeface="Cascadia Mono"/>
              </a:rPr>
              <a:t>&lt;&lt;</a:t>
            </a:r>
            <a:r>
              <a:rPr lang="en-US" sz="1050" b="1" u="none" strike="noStrike">
                <a:solidFill>
                  <a:srgbClr val="000000"/>
                </a:solidFill>
                <a:uFillTx/>
                <a:latin typeface="Cascadia Mono"/>
                <a:ea typeface="Cascadia Mono"/>
              </a:rPr>
              <a:t> endl;</a:t>
            </a:r>
            <a:endParaRPr lang="en-US" sz="1050" b="1" u="none" strike="noStrike">
              <a:solidFill>
                <a:srgbClr val="000000"/>
              </a:solidFill>
              <a:uFillTx/>
              <a:latin typeface="Arial"/>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r>
              <a:rPr lang="en-US" sz="1050" b="1" u="none" strike="noStrike">
                <a:solidFill>
                  <a:srgbClr val="000000"/>
                </a:solidFill>
                <a:uFillTx/>
                <a:latin typeface="Cascadia Mono"/>
              </a:rPr>
              <a:t>    }</a:t>
            </a:r>
            <a:endParaRPr lang="en-US" sz="1050" b="1" u="none" strike="noStrike">
              <a:solidFill>
                <a:srgbClr val="000000"/>
              </a:solidFill>
              <a:uFillTx/>
              <a:latin typeface="Cascadia Mono"/>
              <a:ea typeface="Cascadia Mono"/>
            </a:endParaRPr>
          </a:p>
          <a:p>
            <a:r>
              <a:rPr lang="en-US" sz="1050" b="1" u="none" strike="noStrike">
                <a:solidFill>
                  <a:srgbClr val="000000"/>
                </a:solidFill>
                <a:uFillTx/>
                <a:latin typeface="Cascadia Mono"/>
              </a:rPr>
              <a:t>};</a:t>
            </a:r>
            <a:endParaRPr lang="en-US" sz="1050" b="1" u="none" strike="noStrike">
              <a:solidFill>
                <a:srgbClr val="000000"/>
              </a:solidFill>
              <a:uFillTx/>
              <a:latin typeface="Cascadia Mono"/>
              <a:ea typeface="Cascadia Mono"/>
            </a:endParaRPr>
          </a:p>
        </p:txBody>
      </p:sp>
      <p:sp>
        <p:nvSpPr>
          <p:cNvPr id="80" name="TextBox 79"/>
          <p:cNvSpPr txBox="1"/>
          <p:nvPr/>
        </p:nvSpPr>
        <p:spPr>
          <a:xfrm>
            <a:off x="4800600" y="228600"/>
            <a:ext cx="4114440" cy="5715000"/>
          </a:xfrm>
          <a:prstGeom prst="rect">
            <a:avLst/>
          </a:prstGeom>
          <a:noFill/>
          <a:ln w="0">
            <a:noFill/>
          </a:ln>
        </p:spPr>
        <p:txBody>
          <a:bodyPr lIns="90000" tIns="45000" rIns="90000" bIns="45000" anchor="t">
            <a:noAutofit/>
          </a:bodyPr>
          <a:lstStyle/>
          <a:p>
            <a:r>
              <a:rPr lang="en-US" sz="1600" b="1" u="none" strike="noStrike">
                <a:solidFill>
                  <a:srgbClr val="0000FF"/>
                </a:solidFill>
                <a:uFillTx/>
                <a:latin typeface="Cascadia Mono"/>
                <a:ea typeface="Cascadia Mono"/>
              </a:rPr>
              <a:t>int</a:t>
            </a:r>
            <a:r>
              <a:rPr lang="en-US" sz="1600" b="1" u="none" strike="noStrike">
                <a:solidFill>
                  <a:srgbClr val="000000"/>
                </a:solidFill>
                <a:uFillTx/>
                <a:latin typeface="Cascadia Mono"/>
                <a:ea typeface="Cascadia Mono"/>
              </a:rPr>
              <a:t> main() {</a:t>
            </a:r>
            <a:endParaRPr lang="en-US" sz="1600" b="1" u="none" strike="noStrike">
              <a:solidFill>
                <a:srgbClr val="000000"/>
              </a:solidFill>
              <a:uFillTx/>
              <a:latin typeface="Arial"/>
            </a:endParaRPr>
          </a:p>
          <a:p>
            <a:r>
              <a:rPr lang="en-US" sz="1600" b="1" u="none" strike="noStrike">
                <a:solidFill>
                  <a:srgbClr val="000000"/>
                </a:solidFill>
                <a:uFillTx/>
                <a:latin typeface="Cascadia Mono"/>
                <a:ea typeface="Cascadia Mono"/>
              </a:rPr>
              <a:t>    </a:t>
            </a:r>
            <a:r>
              <a:rPr lang="en-US" sz="1600" b="1" u="none" strike="noStrike">
                <a:solidFill>
                  <a:srgbClr val="2B91AF"/>
                </a:solidFill>
                <a:uFillTx/>
                <a:latin typeface="Cascadia Mono"/>
                <a:ea typeface="Cascadia Mono"/>
              </a:rPr>
              <a:t>HashArray</a:t>
            </a:r>
            <a:r>
              <a:rPr lang="en-US" sz="1600" b="1" u="none" strike="noStrike">
                <a:solidFill>
                  <a:srgbClr val="000000"/>
                </a:solidFill>
                <a:uFillTx/>
                <a:latin typeface="Cascadia Mono"/>
                <a:ea typeface="Cascadia Mono"/>
              </a:rPr>
              <a:t> hashArray;</a:t>
            </a:r>
            <a:endParaRPr lang="en-US" sz="1600" b="1" u="none" strike="noStrike">
              <a:solidFill>
                <a:srgbClr val="000000"/>
              </a:solidFill>
              <a:uFillTx/>
              <a:latin typeface="Arial"/>
            </a:endParaRPr>
          </a:p>
          <a:p>
            <a:endParaRPr lang="en-US" sz="950" b="1" u="none" strike="noStrike">
              <a:solidFill>
                <a:srgbClr val="000000"/>
              </a:solidFill>
              <a:uFillTx/>
              <a:latin typeface="Cascadia Mono"/>
              <a:ea typeface="Cascadia Mono"/>
            </a:endParaRPr>
          </a:p>
          <a:p>
            <a:r>
              <a:rPr lang="en-US" sz="1600" b="1" u="none" strike="noStrike">
                <a:solidFill>
                  <a:srgbClr val="000000"/>
                </a:solidFill>
                <a:uFillTx/>
                <a:latin typeface="Cascadia Mono"/>
              </a:rPr>
              <a:t>    hashArray.insert(15);</a:t>
            </a:r>
            <a:endParaRPr lang="en-US" sz="1600" b="1" u="none" strike="noStrike">
              <a:solidFill>
                <a:srgbClr val="000000"/>
              </a:solidFill>
              <a:uFillTx/>
              <a:latin typeface="Cascadia Mono"/>
              <a:ea typeface="Cascadia Mono"/>
            </a:endParaRPr>
          </a:p>
          <a:p>
            <a:r>
              <a:rPr lang="en-US" sz="1600" b="1" u="none" strike="noStrike">
                <a:solidFill>
                  <a:srgbClr val="000000"/>
                </a:solidFill>
                <a:uFillTx/>
                <a:latin typeface="Cascadia Mono"/>
              </a:rPr>
              <a:t>    hashArray.insert(25);</a:t>
            </a:r>
            <a:endParaRPr lang="en-US" sz="1600" b="1" u="none" strike="noStrike">
              <a:solidFill>
                <a:srgbClr val="000000"/>
              </a:solidFill>
              <a:uFillTx/>
              <a:latin typeface="Cascadia Mono"/>
              <a:ea typeface="Cascadia Mono"/>
            </a:endParaRPr>
          </a:p>
          <a:p>
            <a:r>
              <a:rPr lang="en-US" sz="1600" b="1" u="none" strike="noStrike">
                <a:solidFill>
                  <a:srgbClr val="000000"/>
                </a:solidFill>
                <a:uFillTx/>
                <a:latin typeface="Cascadia Mono"/>
              </a:rPr>
              <a:t>    hashArray.insert(35);</a:t>
            </a:r>
            <a:endParaRPr lang="en-US" sz="1600" b="1" u="none" strike="noStrike">
              <a:solidFill>
                <a:srgbClr val="000000"/>
              </a:solidFill>
              <a:uFillTx/>
              <a:latin typeface="Cascadia Mono"/>
              <a:ea typeface="Cascadia Mono"/>
            </a:endParaRPr>
          </a:p>
          <a:p>
            <a:r>
              <a:rPr lang="en-US" sz="1600" b="1" u="none" strike="noStrike">
                <a:solidFill>
                  <a:srgbClr val="000000"/>
                </a:solidFill>
                <a:uFillTx/>
                <a:latin typeface="Cascadia Mono"/>
              </a:rPr>
              <a:t>    hashArray.insert(45);</a:t>
            </a:r>
            <a:endParaRPr lang="en-US" sz="1600" b="1" u="none" strike="noStrike">
              <a:solidFill>
                <a:srgbClr val="000000"/>
              </a:solidFill>
              <a:uFillTx/>
              <a:latin typeface="Cascadia Mono"/>
              <a:ea typeface="Cascadia Mono"/>
            </a:endParaRPr>
          </a:p>
          <a:p>
            <a:r>
              <a:rPr lang="en-US" sz="1600" b="1" u="none" strike="noStrike">
                <a:solidFill>
                  <a:srgbClr val="000000"/>
                </a:solidFill>
                <a:uFillTx/>
                <a:latin typeface="Cascadia Mono"/>
              </a:rPr>
              <a:t>    hashArray.insert(55);</a:t>
            </a:r>
            <a:endParaRPr lang="en-US" sz="1600" b="1" u="none" strike="noStrike">
              <a:solidFill>
                <a:srgbClr val="000000"/>
              </a:solidFill>
              <a:uFillTx/>
              <a:latin typeface="Cascadia Mono"/>
              <a:ea typeface="Cascadia Mono"/>
            </a:endParaRPr>
          </a:p>
          <a:p>
            <a:r>
              <a:rPr lang="en-US" sz="1600" b="1" u="none" strike="noStrike">
                <a:solidFill>
                  <a:srgbClr val="000000"/>
                </a:solidFill>
                <a:uFillTx/>
                <a:latin typeface="Cascadia Mono"/>
              </a:rPr>
              <a:t>    hashArray.insert(18); </a:t>
            </a:r>
            <a:endParaRPr lang="en-US" sz="1600" b="1" u="none" strike="noStrike">
              <a:solidFill>
                <a:srgbClr val="000000"/>
              </a:solidFill>
              <a:uFillTx/>
              <a:latin typeface="Cascadia Mono"/>
              <a:ea typeface="Cascadia Mono"/>
            </a:endParaRPr>
          </a:p>
          <a:p>
            <a:r>
              <a:rPr lang="en-US" sz="1600" b="1" u="none" strike="noStrike">
                <a:solidFill>
                  <a:srgbClr val="000000"/>
                </a:solidFill>
                <a:uFillTx/>
                <a:latin typeface="Cascadia Mono"/>
              </a:rPr>
              <a:t>    hashArray.display();</a:t>
            </a:r>
            <a:endParaRPr lang="en-US" sz="1600" b="1" u="none" strike="noStrike">
              <a:solidFill>
                <a:srgbClr val="000000"/>
              </a:solidFill>
              <a:uFillTx/>
              <a:latin typeface="Cascadia Mono"/>
              <a:ea typeface="Cascadia Mono"/>
            </a:endParaRPr>
          </a:p>
          <a:p>
            <a:endParaRPr lang="en-US" sz="950" b="1" u="none" strike="noStrike">
              <a:solidFill>
                <a:srgbClr val="000000"/>
              </a:solidFill>
              <a:uFillTx/>
              <a:latin typeface="Cascadia Mono"/>
              <a:ea typeface="Cascadia Mono"/>
            </a:endParaRPr>
          </a:p>
          <a:p>
            <a:r>
              <a:rPr lang="en-US" sz="1600" b="1" u="none" strike="noStrike">
                <a:solidFill>
                  <a:srgbClr val="000000"/>
                </a:solidFill>
                <a:uFillTx/>
                <a:latin typeface="Cascadia Mono"/>
                <a:ea typeface="Cascadia Mono"/>
              </a:rPr>
              <a:t>    </a:t>
            </a:r>
            <a:r>
              <a:rPr lang="en-US" sz="1600" b="1" u="none" strike="noStrike">
                <a:solidFill>
                  <a:srgbClr val="0000FF"/>
                </a:solidFill>
                <a:uFillTx/>
                <a:latin typeface="Cascadia Mono"/>
                <a:ea typeface="Cascadia Mono"/>
              </a:rPr>
              <a:t>return</a:t>
            </a:r>
            <a:r>
              <a:rPr lang="en-US" sz="1600" b="1" u="none" strike="noStrike">
                <a:solidFill>
                  <a:srgbClr val="000000"/>
                </a:solidFill>
                <a:uFillTx/>
                <a:latin typeface="Cascadia Mono"/>
                <a:ea typeface="Cascadia Mono"/>
              </a:rPr>
              <a:t> 0;</a:t>
            </a:r>
            <a:endParaRPr lang="en-US" sz="1600" b="1" u="none" strike="noStrike">
              <a:solidFill>
                <a:srgbClr val="000000"/>
              </a:solidFill>
              <a:uFillTx/>
              <a:latin typeface="Arial"/>
            </a:endParaRPr>
          </a:p>
          <a:p>
            <a:r>
              <a:rPr lang="en-US" sz="1600" b="1" u="none" strike="noStrike">
                <a:solidFill>
                  <a:srgbClr val="000000"/>
                </a:solidFill>
                <a:uFillTx/>
                <a:latin typeface="Cascadia Mono"/>
              </a:rPr>
              <a:t>}</a:t>
            </a:r>
            <a:endParaRPr lang="en-US" sz="1600" b="1" u="none" strike="noStrike">
              <a:solidFill>
                <a:srgbClr val="000000"/>
              </a:solidFill>
              <a:uFillTx/>
              <a:latin typeface="Cascadia Mono"/>
              <a:ea typeface="Cascadia 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extBox 80"/>
          <p:cNvSpPr txBox="1"/>
          <p:nvPr/>
        </p:nvSpPr>
        <p:spPr>
          <a:xfrm>
            <a:off x="228600" y="685800"/>
            <a:ext cx="8001000" cy="2057400"/>
          </a:xfrm>
          <a:prstGeom prst="rect">
            <a:avLst/>
          </a:prstGeom>
          <a:noFill/>
          <a:ln w="0">
            <a:noFill/>
          </a:ln>
        </p:spPr>
        <p:txBody>
          <a:bodyPr lIns="90000" tIns="45000" rIns="90000" bIns="45000" anchor="t">
            <a:noAutofit/>
          </a:bodyPr>
          <a:lstStyle/>
          <a:p>
            <a:r>
              <a:rPr lang="en-US" sz="2400" b="1" u="none" strike="noStrike">
                <a:solidFill>
                  <a:srgbClr val="000000"/>
                </a:solidFill>
                <a:uFillTx/>
                <a:latin typeface="Cascadia Mono"/>
                <a:ea typeface="Cascadia Mono"/>
              </a:rPr>
              <a:t> </a:t>
            </a:r>
            <a:r>
              <a:rPr lang="en-US" sz="2400" b="1" u="none" strike="noStrike">
                <a:solidFill>
                  <a:srgbClr val="0000FF"/>
                </a:solidFill>
                <a:uFillTx/>
                <a:latin typeface="Cascadia Mono"/>
                <a:ea typeface="Cascadia Mono"/>
              </a:rPr>
              <a:t>int</a:t>
            </a:r>
            <a:r>
              <a:rPr lang="en-US" sz="2400" b="1" u="none" strike="noStrike">
                <a:solidFill>
                  <a:srgbClr val="000000"/>
                </a:solidFill>
                <a:uFillTx/>
                <a:latin typeface="Cascadia Mono"/>
                <a:ea typeface="Cascadia Mono"/>
              </a:rPr>
              <a:t> hashFunction(</a:t>
            </a:r>
            <a:r>
              <a:rPr lang="en-US" sz="2400" b="1" u="none" strike="noStrike">
                <a:solidFill>
                  <a:srgbClr val="0000FF"/>
                </a:solidFill>
                <a:uFillTx/>
                <a:latin typeface="Cascadia Mono"/>
                <a:ea typeface="Cascadia Mono"/>
              </a:rPr>
              <a:t>int</a:t>
            </a:r>
            <a:r>
              <a:rPr lang="en-US" sz="2400" b="1" u="none" strike="noStrike">
                <a:solidFill>
                  <a:srgbClr val="000000"/>
                </a:solidFill>
                <a:uFillTx/>
                <a:latin typeface="Cascadia Mono"/>
                <a:ea typeface="Cascadia Mono"/>
              </a:rPr>
              <a:t> </a:t>
            </a:r>
            <a:r>
              <a:rPr lang="en-US" sz="2400" b="1" u="none" strike="noStrike">
                <a:solidFill>
                  <a:srgbClr val="808080"/>
                </a:solidFill>
                <a:uFillTx/>
                <a:latin typeface="Cascadia Mono"/>
                <a:ea typeface="Cascadia Mono"/>
              </a:rPr>
              <a:t>key</a:t>
            </a:r>
            <a:r>
              <a:rPr lang="en-US" sz="2400" b="1" u="none" strike="noStrike">
                <a:solidFill>
                  <a:srgbClr val="000000"/>
                </a:solidFill>
                <a:uFillTx/>
                <a:latin typeface="Cascadia Mono"/>
                <a:ea typeface="Cascadia Mono"/>
              </a:rPr>
              <a:t>) {</a:t>
            </a:r>
            <a:endParaRPr lang="en-US" sz="2400" b="1" u="none" strike="noStrike">
              <a:solidFill>
                <a:srgbClr val="000000"/>
              </a:solidFill>
              <a:uFillTx/>
              <a:latin typeface="Arial"/>
            </a:endParaRPr>
          </a:p>
          <a:p>
            <a:r>
              <a:rPr lang="en-US" sz="2400" b="1" u="none" strike="noStrike">
                <a:solidFill>
                  <a:srgbClr val="000000"/>
                </a:solidFill>
                <a:uFillTx/>
                <a:latin typeface="Cascadia Mono"/>
                <a:ea typeface="Cascadia Mono"/>
              </a:rPr>
              <a:t>    </a:t>
            </a:r>
            <a:r>
              <a:rPr lang="en-US" sz="2400" b="1" u="none" strike="noStrike">
                <a:solidFill>
                  <a:srgbClr val="0000FF"/>
                </a:solidFill>
                <a:uFillTx/>
                <a:latin typeface="Cascadia Mono"/>
                <a:ea typeface="Cascadia Mono"/>
              </a:rPr>
              <a:t>return</a:t>
            </a:r>
            <a:r>
              <a:rPr lang="en-US" sz="2400" b="1" u="none" strike="noStrike">
                <a:solidFill>
                  <a:srgbClr val="000000"/>
                </a:solidFill>
                <a:uFillTx/>
                <a:latin typeface="Cascadia Mono"/>
                <a:ea typeface="Cascadia Mono"/>
              </a:rPr>
              <a:t> (</a:t>
            </a:r>
            <a:r>
              <a:rPr lang="en-US" sz="2400" b="1" u="none" strike="noStrike">
                <a:solidFill>
                  <a:srgbClr val="808080"/>
                </a:solidFill>
                <a:uFillTx/>
                <a:latin typeface="Cascadia Mono"/>
                <a:ea typeface="Cascadia Mono"/>
              </a:rPr>
              <a:t>key</a:t>
            </a:r>
            <a:r>
              <a:rPr lang="en-US" sz="2400" b="1" u="none" strike="noStrike">
                <a:solidFill>
                  <a:srgbClr val="000000"/>
                </a:solidFill>
                <a:uFillTx/>
                <a:latin typeface="Cascadia Mono"/>
                <a:ea typeface="Cascadia Mono"/>
              </a:rPr>
              <a:t>/10 + </a:t>
            </a:r>
            <a:r>
              <a:rPr lang="en-US" sz="2400" b="1" u="none" strike="noStrike">
                <a:solidFill>
                  <a:srgbClr val="808080"/>
                </a:solidFill>
                <a:uFillTx/>
                <a:latin typeface="Cascadia Mono"/>
                <a:ea typeface="Cascadia Mono"/>
              </a:rPr>
              <a:t>key</a:t>
            </a:r>
            <a:r>
              <a:rPr lang="en-US" sz="2400" b="1" u="none" strike="noStrike">
                <a:solidFill>
                  <a:srgbClr val="000000"/>
                </a:solidFill>
                <a:uFillTx/>
                <a:latin typeface="Cascadia Mono"/>
                <a:ea typeface="Cascadia Mono"/>
              </a:rPr>
              <a:t>%10) % arraySize;</a:t>
            </a:r>
            <a:endParaRPr lang="en-US" sz="2400" b="1" u="none" strike="noStrike">
              <a:solidFill>
                <a:srgbClr val="000000"/>
              </a:solidFill>
              <a:uFillTx/>
              <a:latin typeface="Arial"/>
            </a:endParaRPr>
          </a:p>
          <a:p>
            <a:r>
              <a:rPr lang="en-US" sz="2400" b="1" u="none" strike="noStrike">
                <a:solidFill>
                  <a:srgbClr val="000000"/>
                </a:solidFill>
                <a:uFillTx/>
                <a:latin typeface="Cascadia Mono"/>
              </a:rPr>
              <a:t> }</a:t>
            </a:r>
            <a:endParaRPr lang="en-US" sz="2400" b="1" u="none" strike="noStrike">
              <a:solidFill>
                <a:srgbClr val="000000"/>
              </a:solidFill>
              <a:uFillTx/>
              <a:latin typeface="Cascadia Mono"/>
              <a:ea typeface="Cascadia Mono"/>
            </a:endParaRPr>
          </a:p>
        </p:txBody>
      </p:sp>
      <p:sp>
        <p:nvSpPr>
          <p:cNvPr id="82" name="TextBox 81"/>
          <p:cNvSpPr txBox="1"/>
          <p:nvPr/>
        </p:nvSpPr>
        <p:spPr>
          <a:xfrm>
            <a:off x="4800600" y="2349360"/>
            <a:ext cx="4114440" cy="4051440"/>
          </a:xfrm>
          <a:prstGeom prst="rect">
            <a:avLst/>
          </a:prstGeom>
          <a:noFill/>
          <a:ln w="0">
            <a:noFill/>
          </a:ln>
        </p:spPr>
        <p:txBody>
          <a:bodyPr lIns="90000" tIns="45000" rIns="90000" bIns="45000" anchor="t">
            <a:noAutofit/>
          </a:bodyPr>
          <a:lstStyle/>
          <a:p>
            <a:r>
              <a:rPr lang="en-US" sz="2000" b="1" u="none" strike="noStrike">
                <a:solidFill>
                  <a:srgbClr val="0000FF"/>
                </a:solidFill>
                <a:uFillTx/>
                <a:latin typeface="Cascadia Mono"/>
                <a:ea typeface="Cascadia Mono"/>
              </a:rPr>
              <a:t>int</a:t>
            </a:r>
            <a:r>
              <a:rPr lang="en-US" sz="2000" b="1" u="none" strike="noStrike">
                <a:solidFill>
                  <a:srgbClr val="000000"/>
                </a:solidFill>
                <a:uFillTx/>
                <a:latin typeface="Cascadia Mono"/>
                <a:ea typeface="Cascadia Mono"/>
              </a:rPr>
              <a:t> main() {</a:t>
            </a:r>
            <a:endParaRPr lang="en-US" sz="2000" b="1" u="none" strike="noStrike">
              <a:solidFill>
                <a:srgbClr val="000000"/>
              </a:solidFill>
              <a:uFillTx/>
              <a:latin typeface="Arial"/>
            </a:endParaRPr>
          </a:p>
          <a:p>
            <a:r>
              <a:rPr lang="en-US" sz="2000" b="1" u="none" strike="noStrike">
                <a:solidFill>
                  <a:srgbClr val="000000"/>
                </a:solidFill>
                <a:uFillTx/>
                <a:latin typeface="Cascadia Mono"/>
                <a:ea typeface="Cascadia Mono"/>
              </a:rPr>
              <a:t>    </a:t>
            </a:r>
            <a:r>
              <a:rPr lang="en-US" sz="2000" b="1" u="none" strike="noStrike">
                <a:solidFill>
                  <a:srgbClr val="2B91AF"/>
                </a:solidFill>
                <a:uFillTx/>
                <a:latin typeface="Cascadia Mono"/>
                <a:ea typeface="Cascadia Mono"/>
              </a:rPr>
              <a:t>HashArray</a:t>
            </a:r>
            <a:r>
              <a:rPr lang="en-US" sz="2000" b="1" u="none" strike="noStrike">
                <a:solidFill>
                  <a:srgbClr val="000000"/>
                </a:solidFill>
                <a:uFillTx/>
                <a:latin typeface="Cascadia Mono"/>
                <a:ea typeface="Cascadia Mono"/>
              </a:rPr>
              <a:t> hashArray;</a:t>
            </a:r>
            <a:endParaRPr lang="en-US" sz="2000" b="1" u="none" strike="noStrike">
              <a:solidFill>
                <a:srgbClr val="000000"/>
              </a:solidFill>
              <a:uFillTx/>
              <a:latin typeface="Arial"/>
            </a:endParaRPr>
          </a:p>
          <a:p>
            <a:endParaRPr lang="en-US" sz="24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hashArray.insert(15);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hashArray.insert(25);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hashArray.inseart(35);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hashArray.insert(45);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hashArray.insert(55);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hashArray.insert(18); </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hashArray.display();</a:t>
            </a:r>
            <a:endParaRPr lang="en-US" sz="2000" b="1" u="none" strike="noStrike">
              <a:solidFill>
                <a:srgbClr val="000000"/>
              </a:solidFill>
              <a:uFillTx/>
              <a:latin typeface="Cascadia Mono"/>
              <a:ea typeface="Cascadia Mono"/>
            </a:endParaRPr>
          </a:p>
          <a:p>
            <a:endParaRPr lang="en-US" sz="2400" b="1" u="none" strike="noStrike">
              <a:solidFill>
                <a:srgbClr val="000000"/>
              </a:solidFill>
              <a:uFillTx/>
              <a:latin typeface="Cascadia Mono"/>
              <a:ea typeface="Cascadia Mono"/>
            </a:endParaRPr>
          </a:p>
          <a:p>
            <a:r>
              <a:rPr lang="en-US" sz="2000" b="1" u="none" strike="noStrike">
                <a:solidFill>
                  <a:srgbClr val="000000"/>
                </a:solidFill>
                <a:uFillTx/>
                <a:latin typeface="Cascadia Mono"/>
                <a:ea typeface="Cascadia Mono"/>
              </a:rPr>
              <a:t>    </a:t>
            </a:r>
            <a:r>
              <a:rPr lang="en-US" sz="2000" b="1" u="none" strike="noStrike">
                <a:solidFill>
                  <a:srgbClr val="0000FF"/>
                </a:solidFill>
                <a:uFillTx/>
                <a:latin typeface="Cascadia Mono"/>
                <a:ea typeface="Cascadia Mono"/>
              </a:rPr>
              <a:t>return</a:t>
            </a:r>
            <a:r>
              <a:rPr lang="en-US" sz="2000" b="1" u="none" strike="noStrike">
                <a:solidFill>
                  <a:srgbClr val="000000"/>
                </a:solidFill>
                <a:uFillTx/>
                <a:latin typeface="Cascadia Mono"/>
                <a:ea typeface="Cascadia Mono"/>
              </a:rPr>
              <a:t> 0;</a:t>
            </a:r>
            <a:endParaRPr lang="en-US" sz="2000" b="1" u="none" strike="noStrike">
              <a:solidFill>
                <a:srgbClr val="000000"/>
              </a:solidFill>
              <a:uFillTx/>
              <a:latin typeface="Arial"/>
            </a:endParaRPr>
          </a:p>
          <a:p>
            <a:r>
              <a:rPr lang="en-US" sz="2000" b="1" u="none" strike="noStrike">
                <a:solidFill>
                  <a:srgbClr val="000000"/>
                </a:solidFill>
                <a:uFillTx/>
                <a:latin typeface="Cascadia Mono"/>
              </a:rPr>
              <a:t>}</a:t>
            </a:r>
            <a:endParaRPr lang="en-US" sz="2000" b="1" u="none" strike="noStrike">
              <a:solidFill>
                <a:srgbClr val="000000"/>
              </a:solidFill>
              <a:uFillTx/>
              <a:latin typeface="Cascadia Mono"/>
              <a:ea typeface="Cascadia Mono"/>
            </a:endParaRPr>
          </a:p>
        </p:txBody>
      </p:sp>
      <p:sp>
        <p:nvSpPr>
          <p:cNvPr id="83" name="TextBox 82"/>
          <p:cNvSpPr txBox="1"/>
          <p:nvPr/>
        </p:nvSpPr>
        <p:spPr>
          <a:xfrm>
            <a:off x="457200" y="3429000"/>
            <a:ext cx="3200400" cy="914400"/>
          </a:xfrm>
          <a:prstGeom prst="rect">
            <a:avLst/>
          </a:prstGeom>
          <a:noFill/>
          <a:ln w="0">
            <a:noFill/>
          </a:ln>
        </p:spPr>
        <p:txBody>
          <a:bodyPr lIns="90000" tIns="45000" rIns="90000" bIns="45000" anchor="t">
            <a:noAutofit/>
          </a:bodyPr>
          <a:lstStyle/>
          <a:p>
            <a:r>
              <a:rPr lang="en-US" sz="1800" b="1" i="1" u="none" strike="noStrike">
                <a:solidFill>
                  <a:srgbClr val="000000"/>
                </a:solidFill>
                <a:uFillTx/>
                <a:latin typeface="Arial"/>
              </a:rPr>
              <a:t>Show the hash table structure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TextBox 83"/>
          <p:cNvSpPr txBox="1"/>
          <p:nvPr/>
        </p:nvSpPr>
        <p:spPr>
          <a:xfrm>
            <a:off x="228600" y="685800"/>
            <a:ext cx="8001000" cy="2057400"/>
          </a:xfrm>
          <a:prstGeom prst="rect">
            <a:avLst/>
          </a:prstGeom>
          <a:noFill/>
          <a:ln w="0">
            <a:noFill/>
          </a:ln>
        </p:spPr>
        <p:txBody>
          <a:bodyPr lIns="90000" tIns="45000" rIns="90000" bIns="45000" anchor="t">
            <a:noAutofit/>
          </a:bodyPr>
          <a:lstStyle/>
          <a:p>
            <a:r>
              <a:rPr lang="en-US" sz="2400" b="1" u="none" strike="noStrike">
                <a:solidFill>
                  <a:srgbClr val="000000"/>
                </a:solidFill>
                <a:uFillTx/>
                <a:latin typeface="Cascadia Mono"/>
                <a:ea typeface="Cascadia Mono"/>
              </a:rPr>
              <a:t> </a:t>
            </a:r>
            <a:r>
              <a:rPr lang="en-US" sz="2400" b="1" u="none" strike="noStrike">
                <a:solidFill>
                  <a:srgbClr val="0000FF"/>
                </a:solidFill>
                <a:uFillTx/>
                <a:latin typeface="Cascadia Mono"/>
                <a:ea typeface="Cascadia Mono"/>
              </a:rPr>
              <a:t>int</a:t>
            </a:r>
            <a:r>
              <a:rPr lang="en-US" sz="2400" b="1" u="none" strike="noStrike">
                <a:solidFill>
                  <a:srgbClr val="000000"/>
                </a:solidFill>
                <a:uFillTx/>
                <a:latin typeface="Cascadia Mono"/>
                <a:ea typeface="Cascadia Mono"/>
              </a:rPr>
              <a:t> hashFunction(</a:t>
            </a:r>
            <a:r>
              <a:rPr lang="en-US" sz="2400" b="1" u="none" strike="noStrike">
                <a:solidFill>
                  <a:srgbClr val="0000FF"/>
                </a:solidFill>
                <a:uFillTx/>
                <a:latin typeface="Cascadia Mono"/>
                <a:ea typeface="Cascadia Mono"/>
              </a:rPr>
              <a:t>int</a:t>
            </a:r>
            <a:r>
              <a:rPr lang="en-US" sz="2400" b="1" u="none" strike="noStrike">
                <a:solidFill>
                  <a:srgbClr val="000000"/>
                </a:solidFill>
                <a:uFillTx/>
                <a:latin typeface="Cascadia Mono"/>
                <a:ea typeface="Cascadia Mono"/>
              </a:rPr>
              <a:t> </a:t>
            </a:r>
            <a:r>
              <a:rPr lang="en-US" sz="2400" b="1" u="none" strike="noStrike">
                <a:solidFill>
                  <a:srgbClr val="808080"/>
                </a:solidFill>
                <a:uFillTx/>
                <a:latin typeface="Cascadia Mono"/>
                <a:ea typeface="Cascadia Mono"/>
              </a:rPr>
              <a:t>key</a:t>
            </a:r>
            <a:r>
              <a:rPr lang="en-US" sz="2400" b="1" u="none" strike="noStrike">
                <a:solidFill>
                  <a:srgbClr val="000000"/>
                </a:solidFill>
                <a:uFillTx/>
                <a:latin typeface="Cascadia Mono"/>
                <a:ea typeface="Cascadia Mono"/>
              </a:rPr>
              <a:t>) {</a:t>
            </a:r>
            <a:endParaRPr lang="en-US" sz="2400" b="1" u="none" strike="noStrike">
              <a:solidFill>
                <a:srgbClr val="000000"/>
              </a:solidFill>
              <a:uFillTx/>
              <a:latin typeface="Arial"/>
            </a:endParaRPr>
          </a:p>
          <a:p>
            <a:r>
              <a:rPr lang="en-US" sz="2400" b="1" u="none" strike="noStrike">
                <a:solidFill>
                  <a:srgbClr val="000000"/>
                </a:solidFill>
                <a:uFillTx/>
                <a:latin typeface="Cascadia Mono"/>
                <a:ea typeface="Cascadia Mono"/>
              </a:rPr>
              <a:t>    </a:t>
            </a:r>
            <a:r>
              <a:rPr lang="en-US" sz="2400" b="1" u="none" strike="noStrike">
                <a:solidFill>
                  <a:srgbClr val="0000FF"/>
                </a:solidFill>
                <a:uFillTx/>
                <a:latin typeface="Cascadia Mono"/>
                <a:ea typeface="Cascadia Mono"/>
              </a:rPr>
              <a:t>return</a:t>
            </a:r>
            <a:r>
              <a:rPr lang="en-US" sz="2400" b="1" u="none" strike="noStrike">
                <a:solidFill>
                  <a:srgbClr val="000000"/>
                </a:solidFill>
                <a:uFillTx/>
                <a:latin typeface="Cascadia Mono"/>
                <a:ea typeface="Cascadia Mono"/>
              </a:rPr>
              <a:t> (</a:t>
            </a:r>
            <a:r>
              <a:rPr lang="en-US" sz="2400" b="1" u="none" strike="noStrike">
                <a:solidFill>
                  <a:srgbClr val="808080"/>
                </a:solidFill>
                <a:uFillTx/>
                <a:latin typeface="Cascadia Mono"/>
                <a:ea typeface="Cascadia Mono"/>
              </a:rPr>
              <a:t>key</a:t>
            </a:r>
            <a:r>
              <a:rPr lang="en-US" sz="2400" b="1" u="none" strike="noStrike">
                <a:solidFill>
                  <a:srgbClr val="000000"/>
                </a:solidFill>
                <a:uFillTx/>
                <a:latin typeface="Cascadia Mono"/>
                <a:ea typeface="Cascadia Mono"/>
              </a:rPr>
              <a:t>/10 + </a:t>
            </a:r>
            <a:r>
              <a:rPr lang="en-US" sz="2400" b="1" u="none" strike="noStrike">
                <a:solidFill>
                  <a:srgbClr val="808080"/>
                </a:solidFill>
                <a:uFillTx/>
                <a:latin typeface="Cascadia Mono"/>
                <a:ea typeface="Cascadia Mono"/>
              </a:rPr>
              <a:t>key</a:t>
            </a:r>
            <a:r>
              <a:rPr lang="en-US" sz="2400" b="1" u="none" strike="noStrike">
                <a:solidFill>
                  <a:srgbClr val="000000"/>
                </a:solidFill>
                <a:uFillTx/>
                <a:latin typeface="Cascadia Mono"/>
                <a:ea typeface="Cascadia Mono"/>
              </a:rPr>
              <a:t>%10) % arraySize;</a:t>
            </a:r>
            <a:endParaRPr lang="en-US" sz="2400" b="1" u="none" strike="noStrike">
              <a:solidFill>
                <a:srgbClr val="000000"/>
              </a:solidFill>
              <a:uFillTx/>
              <a:latin typeface="Arial"/>
            </a:endParaRPr>
          </a:p>
          <a:p>
            <a:r>
              <a:rPr lang="en-US" sz="2400" b="1" u="none" strike="noStrike">
                <a:solidFill>
                  <a:srgbClr val="000000"/>
                </a:solidFill>
                <a:uFillTx/>
                <a:latin typeface="Cascadia Mono"/>
              </a:rPr>
              <a:t> }</a:t>
            </a:r>
            <a:endParaRPr lang="en-US" sz="2400" b="1" u="none" strike="noStrike">
              <a:solidFill>
                <a:srgbClr val="000000"/>
              </a:solidFill>
              <a:uFillTx/>
              <a:latin typeface="Cascadia Mono"/>
              <a:ea typeface="Cascadia Mono"/>
            </a:endParaRPr>
          </a:p>
        </p:txBody>
      </p:sp>
      <p:sp>
        <p:nvSpPr>
          <p:cNvPr id="85" name="TextBox 84"/>
          <p:cNvSpPr txBox="1"/>
          <p:nvPr/>
        </p:nvSpPr>
        <p:spPr>
          <a:xfrm>
            <a:off x="4800600" y="2349360"/>
            <a:ext cx="4114440" cy="4051440"/>
          </a:xfrm>
          <a:prstGeom prst="rect">
            <a:avLst/>
          </a:prstGeom>
          <a:noFill/>
          <a:ln w="0">
            <a:noFill/>
          </a:ln>
        </p:spPr>
        <p:txBody>
          <a:bodyPr lIns="90000" tIns="45000" rIns="90000" bIns="45000" anchor="t">
            <a:noAutofit/>
          </a:bodyPr>
          <a:lstStyle/>
          <a:p>
            <a:r>
              <a:rPr lang="en-US" sz="2000" b="1" u="none" strike="noStrike">
                <a:solidFill>
                  <a:srgbClr val="0000FF"/>
                </a:solidFill>
                <a:uFillTx/>
                <a:latin typeface="Cascadia Mono"/>
                <a:ea typeface="Cascadia Mono"/>
              </a:rPr>
              <a:t>int</a:t>
            </a:r>
            <a:r>
              <a:rPr lang="en-US" sz="2000" b="1" u="none" strike="noStrike">
                <a:solidFill>
                  <a:srgbClr val="000000"/>
                </a:solidFill>
                <a:uFillTx/>
                <a:latin typeface="Cascadia Mono"/>
                <a:ea typeface="Cascadia Mono"/>
              </a:rPr>
              <a:t> main() {</a:t>
            </a:r>
            <a:endParaRPr lang="en-US" sz="2000" b="1" u="none" strike="noStrike">
              <a:solidFill>
                <a:srgbClr val="000000"/>
              </a:solidFill>
              <a:uFillTx/>
              <a:latin typeface="Arial"/>
            </a:endParaRPr>
          </a:p>
          <a:p>
            <a:r>
              <a:rPr lang="en-US" sz="2000" b="1" u="none" strike="noStrike">
                <a:solidFill>
                  <a:srgbClr val="000000"/>
                </a:solidFill>
                <a:uFillTx/>
                <a:latin typeface="Cascadia Mono"/>
                <a:ea typeface="Cascadia Mono"/>
              </a:rPr>
              <a:t>    </a:t>
            </a:r>
            <a:r>
              <a:rPr lang="en-US" sz="2000" b="1" u="none" strike="noStrike">
                <a:solidFill>
                  <a:srgbClr val="2B91AF"/>
                </a:solidFill>
                <a:uFillTx/>
                <a:latin typeface="Cascadia Mono"/>
                <a:ea typeface="Cascadia Mono"/>
              </a:rPr>
              <a:t>HashArray</a:t>
            </a:r>
            <a:r>
              <a:rPr lang="en-US" sz="2000" b="1" u="none" strike="noStrike">
                <a:solidFill>
                  <a:srgbClr val="000000"/>
                </a:solidFill>
                <a:uFillTx/>
                <a:latin typeface="Cascadia Mono"/>
                <a:ea typeface="Cascadia Mono"/>
              </a:rPr>
              <a:t> hashArray;</a:t>
            </a:r>
            <a:endParaRPr lang="en-US" sz="2000" b="1" u="none" strike="noStrike">
              <a:solidFill>
                <a:srgbClr val="000000"/>
              </a:solidFill>
              <a:uFillTx/>
              <a:latin typeface="Arial"/>
            </a:endParaRPr>
          </a:p>
          <a:p>
            <a:endParaRPr lang="en-US" sz="24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hashArray.insert(15);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hashArray.insert(25);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hashArray.inseart(35);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hashArray.insert(45);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hashArray.insert(55);</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hashArray.insert(18); </a:t>
            </a:r>
            <a:endParaRPr lang="en-US" sz="2000" b="1" u="none" strike="noStrike">
              <a:solidFill>
                <a:srgbClr val="000000"/>
              </a:solidFill>
              <a:uFillTx/>
              <a:latin typeface="Cascadia Mono"/>
              <a:ea typeface="Cascadia Mono"/>
            </a:endParaRPr>
          </a:p>
          <a:p>
            <a:r>
              <a:rPr lang="en-US" sz="2000" b="1" u="none" strike="noStrike">
                <a:solidFill>
                  <a:srgbClr val="000000"/>
                </a:solidFill>
                <a:uFillTx/>
                <a:latin typeface="Cascadia Mono"/>
              </a:rPr>
              <a:t>    hashArray.display();</a:t>
            </a:r>
            <a:endParaRPr lang="en-US" sz="2000" b="1" u="none" strike="noStrike">
              <a:solidFill>
                <a:srgbClr val="000000"/>
              </a:solidFill>
              <a:uFillTx/>
              <a:latin typeface="Cascadia Mono"/>
              <a:ea typeface="Cascadia Mono"/>
            </a:endParaRPr>
          </a:p>
          <a:p>
            <a:endParaRPr lang="en-US" sz="2400" b="1" u="none" strike="noStrike">
              <a:solidFill>
                <a:srgbClr val="000000"/>
              </a:solidFill>
              <a:uFillTx/>
              <a:latin typeface="Cascadia Mono"/>
              <a:ea typeface="Cascadia Mono"/>
            </a:endParaRPr>
          </a:p>
          <a:p>
            <a:r>
              <a:rPr lang="en-US" sz="2000" b="1" u="none" strike="noStrike">
                <a:solidFill>
                  <a:srgbClr val="000000"/>
                </a:solidFill>
                <a:uFillTx/>
                <a:latin typeface="Cascadia Mono"/>
                <a:ea typeface="Cascadia Mono"/>
              </a:rPr>
              <a:t>    </a:t>
            </a:r>
            <a:r>
              <a:rPr lang="en-US" sz="2000" b="1" u="none" strike="noStrike">
                <a:solidFill>
                  <a:srgbClr val="0000FF"/>
                </a:solidFill>
                <a:uFillTx/>
                <a:latin typeface="Cascadia Mono"/>
                <a:ea typeface="Cascadia Mono"/>
              </a:rPr>
              <a:t>return</a:t>
            </a:r>
            <a:r>
              <a:rPr lang="en-US" sz="2000" b="1" u="none" strike="noStrike">
                <a:solidFill>
                  <a:srgbClr val="000000"/>
                </a:solidFill>
                <a:uFillTx/>
                <a:latin typeface="Cascadia Mono"/>
                <a:ea typeface="Cascadia Mono"/>
              </a:rPr>
              <a:t> 0;</a:t>
            </a:r>
            <a:endParaRPr lang="en-US" sz="2000" b="1" u="none" strike="noStrike">
              <a:solidFill>
                <a:srgbClr val="000000"/>
              </a:solidFill>
              <a:uFillTx/>
              <a:latin typeface="Arial"/>
            </a:endParaRPr>
          </a:p>
          <a:p>
            <a:r>
              <a:rPr lang="en-US" sz="2000" b="1" u="none" strike="noStrike">
                <a:solidFill>
                  <a:srgbClr val="000000"/>
                </a:solidFill>
                <a:uFillTx/>
                <a:latin typeface="Cascadia Mono"/>
              </a:rPr>
              <a:t>}</a:t>
            </a:r>
            <a:endParaRPr lang="en-US" sz="2000" b="1" u="none" strike="noStrike">
              <a:solidFill>
                <a:srgbClr val="000000"/>
              </a:solidFill>
              <a:uFillTx/>
              <a:latin typeface="Cascadia Mono"/>
              <a:ea typeface="Cascadia Mono"/>
            </a:endParaRPr>
          </a:p>
        </p:txBody>
      </p:sp>
      <p:pic>
        <p:nvPicPr>
          <p:cNvPr id="86" name="Picture 85"/>
          <p:cNvPicPr/>
          <p:nvPr/>
        </p:nvPicPr>
        <p:blipFill>
          <a:blip r:embed="rId2"/>
          <a:stretch/>
        </p:blipFill>
        <p:spPr>
          <a:xfrm>
            <a:off x="1371600" y="2743200"/>
            <a:ext cx="2466720" cy="19807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subTitle"/>
          </p:nvPr>
        </p:nvSpPr>
        <p:spPr>
          <a:xfrm>
            <a:off x="686520" y="228600"/>
            <a:ext cx="7771680" cy="6312600"/>
          </a:xfrm>
          <a:prstGeom prst="rect">
            <a:avLst/>
          </a:prstGeom>
          <a:noFill/>
          <a:ln w="0">
            <a:noFill/>
          </a:ln>
        </p:spPr>
        <p:txBody>
          <a:bodyPr lIns="0" tIns="0" rIns="0" bIns="0" anchor="ctr">
            <a:noAutofit/>
          </a:bodyPr>
          <a:lstStyle/>
          <a:p>
            <a:pPr algn="ctr"/>
            <a:r>
              <a:rPr lang="en-US" sz="3200" b="0" u="none" strike="noStrike">
                <a:solidFill>
                  <a:srgbClr val="000000"/>
                </a:solidFill>
                <a:uFillTx/>
                <a:latin typeface="Arial"/>
              </a:rPr>
              <a:t>Hash tables: handling collisions with open addressing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57920" y="238680"/>
            <a:ext cx="7771680" cy="136152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a:rPr>
              <a:t>Open Addressing</a:t>
            </a:r>
          </a:p>
        </p:txBody>
      </p:sp>
      <p:sp>
        <p:nvSpPr>
          <p:cNvPr id="89" name="PlaceHolder 2"/>
          <p:cNvSpPr>
            <a:spLocks noGrp="1"/>
          </p:cNvSpPr>
          <p:nvPr>
            <p:ph/>
          </p:nvPr>
        </p:nvSpPr>
        <p:spPr>
          <a:xfrm>
            <a:off x="457200" y="2057400"/>
            <a:ext cx="8229240" cy="3977280"/>
          </a:xfrm>
          <a:prstGeom prst="rect">
            <a:avLst/>
          </a:prstGeom>
          <a:noFill/>
          <a:ln w="0">
            <a:noFill/>
          </a:ln>
        </p:spPr>
        <p:txBody>
          <a:bodyPr lIns="0" tIns="0" rIns="0" bIns="0" anchor="t">
            <a:normAutofit/>
          </a:bodyPr>
          <a:lstStyle/>
          <a:p>
            <a:pPr marL="432000" indent="-324000">
              <a:spcBef>
                <a:spcPts val="1191"/>
              </a:spcBef>
              <a:spcAft>
                <a:spcPts val="992"/>
              </a:spcAft>
              <a:buClr>
                <a:srgbClr val="000000"/>
              </a:buClr>
              <a:buSzPct val="45000"/>
              <a:buFont typeface="Wingdings" charset="2"/>
              <a:buChar char=""/>
            </a:pPr>
            <a:r>
              <a:rPr lang="en-US" sz="2800" b="0" u="none" strike="noStrike">
                <a:solidFill>
                  <a:srgbClr val="000000"/>
                </a:solidFill>
                <a:uFillTx/>
                <a:latin typeface="Arial"/>
              </a:rPr>
              <a:t>Open Addressing is a method for handling collisions</a:t>
            </a:r>
          </a:p>
          <a:p>
            <a:pPr marL="432000" indent="-324000">
              <a:spcBef>
                <a:spcPts val="1191"/>
              </a:spcBef>
              <a:spcAft>
                <a:spcPts val="992"/>
              </a:spcAft>
              <a:buClr>
                <a:srgbClr val="000000"/>
              </a:buClr>
              <a:buSzPct val="45000"/>
              <a:buFont typeface="Wingdings" charset="2"/>
              <a:buChar char=""/>
            </a:pPr>
            <a:r>
              <a:rPr lang="en-US" sz="2800" b="0" u="none" strike="noStrike">
                <a:solidFill>
                  <a:srgbClr val="000000"/>
                </a:solidFill>
                <a:uFillTx/>
                <a:latin typeface="Arial"/>
              </a:rPr>
              <a:t>In Open Addressing, all elements are stored in the hash table itself</a:t>
            </a:r>
          </a:p>
          <a:p>
            <a:pPr marL="432000" indent="-324000">
              <a:spcBef>
                <a:spcPts val="1191"/>
              </a:spcBef>
              <a:spcAft>
                <a:spcPts val="992"/>
              </a:spcAft>
              <a:buClr>
                <a:srgbClr val="000000"/>
              </a:buClr>
              <a:buSzPct val="45000"/>
              <a:buFont typeface="Wingdings" charset="2"/>
              <a:buChar char=""/>
            </a:pPr>
            <a:r>
              <a:rPr lang="en-US" sz="2800" b="0" u="none" strike="noStrike">
                <a:solidFill>
                  <a:srgbClr val="000000"/>
                </a:solidFill>
                <a:uFillTx/>
                <a:latin typeface="Arial"/>
              </a:rPr>
              <a:t>So at any point, the size of the table must be greater than or equal to the total number of keys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57920" y="238680"/>
            <a:ext cx="7771680" cy="1361520"/>
          </a:xfrm>
          <a:prstGeom prst="rect">
            <a:avLst/>
          </a:prstGeom>
          <a:noFill/>
          <a:ln w="0">
            <a:noFill/>
          </a:ln>
        </p:spPr>
        <p:txBody>
          <a:bodyPr lIns="0" tIns="0" rIns="0" bIns="0" anchor="ctr">
            <a:noAutofit/>
          </a:bodyPr>
          <a:lstStyle/>
          <a:p>
            <a:pPr indent="0" algn="ctr">
              <a:buNone/>
            </a:pPr>
            <a:r>
              <a:rPr lang="en-US" sz="4400" b="0" u="none" strike="noStrike">
                <a:solidFill>
                  <a:srgbClr val="000000"/>
                </a:solidFill>
                <a:uFillTx/>
                <a:latin typeface="Arial"/>
              </a:rPr>
              <a:t>Open Addressing Types</a:t>
            </a:r>
          </a:p>
        </p:txBody>
      </p:sp>
      <p:sp>
        <p:nvSpPr>
          <p:cNvPr id="91" name="PlaceHolder 2"/>
          <p:cNvSpPr>
            <a:spLocks noGrp="1"/>
          </p:cNvSpPr>
          <p:nvPr>
            <p:ph/>
          </p:nvPr>
        </p:nvSpPr>
        <p:spPr>
          <a:xfrm>
            <a:off x="457200" y="2057400"/>
            <a:ext cx="8229240" cy="3977280"/>
          </a:xfrm>
          <a:prstGeom prst="rect">
            <a:avLst/>
          </a:prstGeom>
          <a:noFill/>
          <a:ln w="0">
            <a:noFill/>
          </a:ln>
        </p:spPr>
        <p:txBody>
          <a:bodyPr lIns="0" tIns="0" rIns="0" bIns="0" anchor="t">
            <a:normAutofit/>
          </a:bodyPr>
          <a:lstStyle/>
          <a:p>
            <a:pPr marL="432000" indent="-324000">
              <a:spcBef>
                <a:spcPts val="1191"/>
              </a:spcBef>
              <a:spcAft>
                <a:spcPts val="992"/>
              </a:spcAft>
              <a:buClr>
                <a:srgbClr val="000000"/>
              </a:buClr>
              <a:buSzPct val="45000"/>
              <a:buFont typeface="Wingdings" charset="2"/>
              <a:buChar char=""/>
            </a:pPr>
            <a:r>
              <a:rPr lang="en-US" sz="2800" b="0" u="none" strike="noStrike">
                <a:solidFill>
                  <a:srgbClr val="000000"/>
                </a:solidFill>
                <a:uFillTx/>
                <a:latin typeface="Arial"/>
              </a:rPr>
              <a:t>Linear probing</a:t>
            </a:r>
          </a:p>
          <a:p>
            <a:pPr marL="864000" lvl="1" indent="-324000">
              <a:spcBef>
                <a:spcPts val="1191"/>
              </a:spcBef>
              <a:spcAft>
                <a:spcPts val="992"/>
              </a:spcAft>
              <a:buClr>
                <a:srgbClr val="000000"/>
              </a:buClr>
              <a:buSzPct val="75000"/>
              <a:buFont typeface="Symbol" charset="2"/>
              <a:buChar char=""/>
            </a:pPr>
            <a:r>
              <a:rPr lang="en-US" sz="2800" b="0" u="none" strike="noStrike">
                <a:solidFill>
                  <a:srgbClr val="000000"/>
                </a:solidFill>
                <a:uFillTx/>
                <a:latin typeface="Arial"/>
              </a:rPr>
              <a:t>In linear probing, the hash table is searched sequentially that starts from the original location of the hash. If in case the location that we get is already occupied, then we check for the next location.  </a:t>
            </a:r>
          </a:p>
          <a:p>
            <a:pPr marL="432000" indent="-324000">
              <a:spcBef>
                <a:spcPts val="1191"/>
              </a:spcBef>
              <a:spcAft>
                <a:spcPts val="992"/>
              </a:spcAft>
              <a:buClr>
                <a:srgbClr val="000000"/>
              </a:buClr>
              <a:buSzPct val="45000"/>
              <a:buFont typeface="Wingdings" charset="2"/>
              <a:buChar char=""/>
            </a:pPr>
            <a:r>
              <a:rPr lang="en-US" sz="2800" b="0" u="none" strike="noStrike">
                <a:solidFill>
                  <a:srgbClr val="000000"/>
                </a:solidFill>
                <a:uFillTx/>
                <a:latin typeface="Arial"/>
              </a:rPr>
              <a:t>And others (that we won’t be covering)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Box 91"/>
          <p:cNvSpPr txBox="1"/>
          <p:nvPr/>
        </p:nvSpPr>
        <p:spPr>
          <a:xfrm>
            <a:off x="228600" y="228600"/>
            <a:ext cx="5943600" cy="6530040"/>
          </a:xfrm>
          <a:prstGeom prst="rect">
            <a:avLst/>
          </a:prstGeom>
          <a:noFill/>
          <a:ln w="0">
            <a:noFill/>
          </a:ln>
        </p:spPr>
        <p:txBody>
          <a:bodyPr lIns="90000" tIns="45000" rIns="90000" bIns="45000" anchor="t">
            <a:noAutofit/>
          </a:bodyPr>
          <a:lstStyle/>
          <a:p>
            <a:pPr>
              <a:lnSpc>
                <a:spcPct val="100000"/>
              </a:lnSpc>
            </a:pPr>
            <a:r>
              <a:rPr lang="en-US" sz="1400" b="1" u="none" strike="noStrike">
                <a:solidFill>
                  <a:srgbClr val="000000"/>
                </a:solidFill>
                <a:uFillTx/>
                <a:latin typeface="Courier New"/>
              </a:rPr>
              <a:t>class HashArray {</a:t>
            </a:r>
          </a:p>
          <a:p>
            <a:pPr>
              <a:lnSpc>
                <a:spcPct val="100000"/>
              </a:lnSpc>
            </a:pPr>
            <a:r>
              <a:rPr lang="en-US" sz="1400" b="1" u="none" strike="noStrike">
                <a:solidFill>
                  <a:srgbClr val="000000"/>
                </a:solidFill>
                <a:uFillTx/>
                <a:latin typeface="Courier New"/>
              </a:rPr>
              <a:t>private:</a:t>
            </a:r>
          </a:p>
          <a:p>
            <a:pPr>
              <a:lnSpc>
                <a:spcPct val="100000"/>
              </a:lnSpc>
            </a:pPr>
            <a:r>
              <a:rPr lang="en-US" sz="1400" b="1" u="none" strike="noStrike">
                <a:solidFill>
                  <a:srgbClr val="000000"/>
                </a:solidFill>
                <a:uFillTx/>
                <a:latin typeface="Courier New"/>
              </a:rPr>
              <a:t>    static const int arraySize = 10;</a:t>
            </a:r>
          </a:p>
          <a:p>
            <a:pPr>
              <a:lnSpc>
                <a:spcPct val="100000"/>
              </a:lnSpc>
            </a:pPr>
            <a:r>
              <a:rPr lang="en-US" sz="1400" b="1" u="none" strike="noStrike">
                <a:solidFill>
                  <a:srgbClr val="000000"/>
                </a:solidFill>
                <a:uFillTx/>
                <a:latin typeface="Courier New"/>
              </a:rPr>
              <a:t>    int data[arraySize];</a:t>
            </a:r>
          </a:p>
          <a:p>
            <a:pPr>
              <a:lnSpc>
                <a:spcPct val="100000"/>
              </a:lnSpc>
            </a:pPr>
            <a:r>
              <a:rPr lang="en-US" sz="1400" b="1" u="none" strike="noStrike">
                <a:solidFill>
                  <a:srgbClr val="000000"/>
                </a:solidFill>
                <a:uFillTx/>
                <a:latin typeface="Courier New"/>
              </a:rPr>
              <a:t>    int hashFunction(int key) {</a:t>
            </a:r>
          </a:p>
          <a:p>
            <a:pPr>
              <a:lnSpc>
                <a:spcPct val="100000"/>
              </a:lnSpc>
            </a:pPr>
            <a:r>
              <a:rPr lang="en-US" sz="1400" b="1" u="none" strike="noStrike">
                <a:solidFill>
                  <a:srgbClr val="000000"/>
                </a:solidFill>
                <a:uFillTx/>
                <a:latin typeface="Courier New"/>
              </a:rPr>
              <a:t>        return key % arraySize;</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public:</a:t>
            </a:r>
          </a:p>
          <a:p>
            <a:pPr>
              <a:lnSpc>
                <a:spcPct val="100000"/>
              </a:lnSpc>
            </a:pPr>
            <a:r>
              <a:rPr lang="en-US" sz="1400" b="1" u="none" strike="noStrike">
                <a:solidFill>
                  <a:srgbClr val="000000"/>
                </a:solidFill>
                <a:uFillTx/>
                <a:latin typeface="Courier New"/>
              </a:rPr>
              <a:t>    HashArray() {</a:t>
            </a:r>
          </a:p>
          <a:p>
            <a:pPr>
              <a:lnSpc>
                <a:spcPct val="100000"/>
              </a:lnSpc>
            </a:pPr>
            <a:r>
              <a:rPr lang="en-US" sz="1400" b="1" u="none" strike="noStrike">
                <a:solidFill>
                  <a:srgbClr val="000000"/>
                </a:solidFill>
                <a:uFillTx/>
                <a:latin typeface="Courier New"/>
              </a:rPr>
              <a:t>        for (int i = 0; i &lt; arraySize; ++i) {</a:t>
            </a:r>
          </a:p>
          <a:p>
            <a:pPr>
              <a:lnSpc>
                <a:spcPct val="100000"/>
              </a:lnSpc>
            </a:pPr>
            <a:r>
              <a:rPr lang="en-US" sz="1400" b="1" u="none" strike="noStrike">
                <a:solidFill>
                  <a:srgbClr val="000000"/>
                </a:solidFill>
                <a:uFillTx/>
                <a:latin typeface="Courier New"/>
              </a:rPr>
              <a:t>            data[i] = -1;        }</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    void insert(int value) {</a:t>
            </a:r>
          </a:p>
          <a:p>
            <a:pPr>
              <a:lnSpc>
                <a:spcPct val="100000"/>
              </a:lnSpc>
            </a:pPr>
            <a:r>
              <a:rPr lang="en-US" sz="1400" b="1" u="none" strike="noStrike">
                <a:solidFill>
                  <a:srgbClr val="000000"/>
                </a:solidFill>
                <a:uFillTx/>
                <a:latin typeface="Courier New"/>
              </a:rPr>
              <a:t>        int index = hashFunction(value);</a:t>
            </a:r>
          </a:p>
          <a:p>
            <a:pPr>
              <a:lnSpc>
                <a:spcPct val="100000"/>
              </a:lnSpc>
            </a:pPr>
            <a:r>
              <a:rPr lang="en-US" sz="1400" b="1" u="none" strike="noStrike">
                <a:solidFill>
                  <a:srgbClr val="000000"/>
                </a:solidFill>
                <a:uFillTx/>
                <a:latin typeface="Courier New"/>
              </a:rPr>
              <a:t>  while (data[index] != -1) {</a:t>
            </a:r>
          </a:p>
          <a:p>
            <a:pPr>
              <a:lnSpc>
                <a:spcPct val="100000"/>
              </a:lnSpc>
            </a:pPr>
            <a:r>
              <a:rPr lang="en-US" sz="1400" b="1" u="none" strike="noStrike">
                <a:solidFill>
                  <a:srgbClr val="000000"/>
                </a:solidFill>
                <a:uFillTx/>
                <a:latin typeface="Courier New"/>
              </a:rPr>
              <a:t>            index = (index + 1) % arraySize;</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        data[index] = value;</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    void display() {</a:t>
            </a:r>
          </a:p>
          <a:p>
            <a:pPr>
              <a:lnSpc>
                <a:spcPct val="100000"/>
              </a:lnSpc>
            </a:pPr>
            <a:r>
              <a:rPr lang="en-US" sz="1400" b="1" u="none" strike="noStrike">
                <a:solidFill>
                  <a:srgbClr val="000000"/>
                </a:solidFill>
                <a:uFillTx/>
                <a:latin typeface="Courier New"/>
              </a:rPr>
              <a:t>        for (int i = 0; i &lt; arraySize; ++i) {</a:t>
            </a:r>
          </a:p>
          <a:p>
            <a:pPr>
              <a:lnSpc>
                <a:spcPct val="100000"/>
              </a:lnSpc>
            </a:pPr>
            <a:r>
              <a:rPr lang="en-US" sz="1400" b="1" u="none" strike="noStrike">
                <a:solidFill>
                  <a:srgbClr val="000000"/>
                </a:solidFill>
                <a:uFillTx/>
                <a:latin typeface="Courier New"/>
              </a:rPr>
              <a:t>            cout &lt;&lt; "Index " &lt;&lt; i &lt;&lt; ": ";</a:t>
            </a:r>
          </a:p>
          <a:p>
            <a:pPr>
              <a:lnSpc>
                <a:spcPct val="100000"/>
              </a:lnSpc>
            </a:pPr>
            <a:r>
              <a:rPr lang="en-US" sz="1400" b="1" u="none" strike="noStrike">
                <a:solidFill>
                  <a:srgbClr val="000000"/>
                </a:solidFill>
                <a:uFillTx/>
                <a:latin typeface="Courier New"/>
              </a:rPr>
              <a:t>            if (data[i] != -1) {</a:t>
            </a:r>
          </a:p>
          <a:p>
            <a:pPr>
              <a:lnSpc>
                <a:spcPct val="100000"/>
              </a:lnSpc>
            </a:pPr>
            <a:r>
              <a:rPr lang="en-US" sz="1400" b="1" u="none" strike="noStrike">
                <a:solidFill>
                  <a:srgbClr val="000000"/>
                </a:solidFill>
                <a:uFillTx/>
                <a:latin typeface="Courier New"/>
              </a:rPr>
              <a:t>                cout &lt;&lt; data[i];</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            else {</a:t>
            </a:r>
          </a:p>
          <a:p>
            <a:pPr>
              <a:lnSpc>
                <a:spcPct val="100000"/>
              </a:lnSpc>
            </a:pPr>
            <a:r>
              <a:rPr lang="en-US" sz="1400" b="1" u="none" strike="noStrike">
                <a:solidFill>
                  <a:srgbClr val="000000"/>
                </a:solidFill>
                <a:uFillTx/>
                <a:latin typeface="Courier New"/>
              </a:rPr>
              <a:t>                cout &lt;&lt; "Empty";</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            cout &lt;&lt; endl;</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    }</a:t>
            </a:r>
          </a:p>
          <a:p>
            <a:pPr>
              <a:lnSpc>
                <a:spcPct val="100000"/>
              </a:lnSpc>
            </a:pPr>
            <a:r>
              <a:rPr lang="en-US" sz="1400" b="1" u="none" strike="noStrike">
                <a:solidFill>
                  <a:srgbClr val="000000"/>
                </a:solidFill>
                <a:uFillTx/>
                <a:latin typeface="Courier New"/>
              </a:rPr>
              <a:t>};</a:t>
            </a:r>
          </a:p>
        </p:txBody>
      </p:sp>
      <p:sp>
        <p:nvSpPr>
          <p:cNvPr id="93" name="TextBox 92"/>
          <p:cNvSpPr txBox="1"/>
          <p:nvPr/>
        </p:nvSpPr>
        <p:spPr>
          <a:xfrm>
            <a:off x="6172200" y="1143000"/>
            <a:ext cx="2743200" cy="2377800"/>
          </a:xfrm>
          <a:prstGeom prst="rect">
            <a:avLst/>
          </a:prstGeom>
          <a:noFill/>
          <a:ln w="0">
            <a:noFill/>
          </a:ln>
        </p:spPr>
        <p:txBody>
          <a:bodyPr lIns="90000" tIns="45000" rIns="90000" bIns="45000" anchor="t">
            <a:noAutofit/>
          </a:bodyPr>
          <a:lstStyle/>
          <a:p>
            <a:pPr>
              <a:lnSpc>
                <a:spcPct val="100000"/>
              </a:lnSpc>
            </a:pPr>
            <a:r>
              <a:rPr lang="en-US" sz="1300" b="1" u="none" strike="noStrike">
                <a:solidFill>
                  <a:srgbClr val="000000"/>
                </a:solidFill>
                <a:uFillTx/>
                <a:latin typeface="Courier New"/>
              </a:rPr>
              <a:t>int main() {</a:t>
            </a:r>
          </a:p>
          <a:p>
            <a:pPr>
              <a:lnSpc>
                <a:spcPct val="100000"/>
              </a:lnSpc>
            </a:pPr>
            <a:r>
              <a:rPr lang="en-US" sz="1300" b="1" u="none" strike="noStrike">
                <a:solidFill>
                  <a:srgbClr val="000000"/>
                </a:solidFill>
                <a:uFillTx/>
                <a:latin typeface="Courier New"/>
              </a:rPr>
              <a:t>    HashArray hashArray;</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hashArray.insert(15);</a:t>
            </a:r>
          </a:p>
          <a:p>
            <a:pPr>
              <a:lnSpc>
                <a:spcPct val="100000"/>
              </a:lnSpc>
            </a:pPr>
            <a:r>
              <a:rPr lang="en-US" sz="1300" b="1" u="none" strike="noStrike">
                <a:solidFill>
                  <a:srgbClr val="000000"/>
                </a:solidFill>
                <a:uFillTx/>
                <a:latin typeface="Courier New"/>
              </a:rPr>
              <a:t>    hashArray.insert(25);</a:t>
            </a:r>
          </a:p>
          <a:p>
            <a:pPr>
              <a:lnSpc>
                <a:spcPct val="100000"/>
              </a:lnSpc>
            </a:pPr>
            <a:r>
              <a:rPr lang="en-US" sz="1300" b="1" u="none" strike="noStrike">
                <a:solidFill>
                  <a:srgbClr val="000000"/>
                </a:solidFill>
                <a:uFillTx/>
                <a:latin typeface="Courier New"/>
              </a:rPr>
              <a:t>    hashArray.insert(35);</a:t>
            </a:r>
          </a:p>
          <a:p>
            <a:pPr>
              <a:lnSpc>
                <a:spcPct val="100000"/>
              </a:lnSpc>
            </a:pPr>
            <a:r>
              <a:rPr lang="en-US" sz="1300" b="1" u="none" strike="noStrike">
                <a:solidFill>
                  <a:srgbClr val="000000"/>
                </a:solidFill>
                <a:uFillTx/>
                <a:latin typeface="Courier New"/>
              </a:rPr>
              <a:t>    hashArray.insert(45);</a:t>
            </a:r>
          </a:p>
          <a:p>
            <a:pPr>
              <a:lnSpc>
                <a:spcPct val="100000"/>
              </a:lnSpc>
            </a:pPr>
            <a:r>
              <a:rPr lang="en-US" sz="1300" b="1" u="none" strike="noStrike">
                <a:solidFill>
                  <a:srgbClr val="000000"/>
                </a:solidFill>
                <a:uFillTx/>
                <a:latin typeface="Courier New"/>
              </a:rPr>
              <a:t>    hashArray.insert(55);</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hashArray.display();</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return 0;</a:t>
            </a:r>
          </a:p>
          <a:p>
            <a:pPr>
              <a:lnSpc>
                <a:spcPct val="100000"/>
              </a:lnSpc>
            </a:pPr>
            <a:r>
              <a:rPr lang="en-US" sz="1300" b="1" u="none" strike="noStrike">
                <a:solidFill>
                  <a:srgbClr val="000000"/>
                </a:solidFill>
                <a:uFillTx/>
                <a:latin typeface="Courier New"/>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Box 93"/>
          <p:cNvSpPr txBox="1"/>
          <p:nvPr/>
        </p:nvSpPr>
        <p:spPr>
          <a:xfrm>
            <a:off x="228600" y="143640"/>
            <a:ext cx="6172200" cy="6714360"/>
          </a:xfrm>
          <a:prstGeom prst="rect">
            <a:avLst/>
          </a:prstGeom>
          <a:noFill/>
          <a:ln w="0">
            <a:noFill/>
          </a:ln>
        </p:spPr>
        <p:txBody>
          <a:bodyPr lIns="90000" tIns="45000" rIns="90000" bIns="45000" anchor="t">
            <a:noAutofit/>
          </a:bodyPr>
          <a:lstStyle/>
          <a:p>
            <a:pPr>
              <a:lnSpc>
                <a:spcPct val="100000"/>
              </a:lnSpc>
            </a:pPr>
            <a:r>
              <a:rPr lang="en-US" sz="1600" b="1" u="none" strike="noStrike">
                <a:solidFill>
                  <a:srgbClr val="000000"/>
                </a:solidFill>
                <a:uFillTx/>
                <a:latin typeface="Courier New"/>
              </a:rPr>
              <a:t>class HashArray {</a:t>
            </a:r>
          </a:p>
          <a:p>
            <a:pPr>
              <a:lnSpc>
                <a:spcPct val="100000"/>
              </a:lnSpc>
            </a:pPr>
            <a:r>
              <a:rPr lang="en-US" sz="1600" b="1" u="none" strike="noStrike">
                <a:solidFill>
                  <a:srgbClr val="000000"/>
                </a:solidFill>
                <a:uFillTx/>
                <a:latin typeface="Courier New"/>
              </a:rPr>
              <a:t>private:</a:t>
            </a:r>
          </a:p>
          <a:p>
            <a:pPr>
              <a:lnSpc>
                <a:spcPct val="100000"/>
              </a:lnSpc>
            </a:pPr>
            <a:r>
              <a:rPr lang="en-US" sz="1600" b="1" u="none" strike="noStrike">
                <a:solidFill>
                  <a:srgbClr val="000000"/>
                </a:solidFill>
                <a:uFillTx/>
                <a:latin typeface="Courier New"/>
              </a:rPr>
              <a:t>    static const int arraySize = 10;</a:t>
            </a:r>
          </a:p>
          <a:p>
            <a:pPr>
              <a:lnSpc>
                <a:spcPct val="100000"/>
              </a:lnSpc>
            </a:pPr>
            <a:r>
              <a:rPr lang="en-US" sz="1600" b="1" u="none" strike="noStrike">
                <a:solidFill>
                  <a:srgbClr val="000000"/>
                </a:solidFill>
                <a:uFillTx/>
                <a:latin typeface="Courier New"/>
              </a:rPr>
              <a:t>    int data[arraySize];</a:t>
            </a:r>
          </a:p>
          <a:p>
            <a:pPr>
              <a:lnSpc>
                <a:spcPct val="100000"/>
              </a:lnSpc>
            </a:pPr>
            <a:r>
              <a:rPr lang="en-US" sz="1600" b="1" u="none" strike="noStrike">
                <a:solidFill>
                  <a:srgbClr val="000000"/>
                </a:solidFill>
                <a:uFillTx/>
                <a:latin typeface="Courier New"/>
              </a:rPr>
              <a:t>    int hashFunction(int key) {</a:t>
            </a:r>
          </a:p>
          <a:p>
            <a:pPr>
              <a:lnSpc>
                <a:spcPct val="100000"/>
              </a:lnSpc>
            </a:pPr>
            <a:r>
              <a:rPr lang="en-US" sz="1600" b="1" u="none" strike="noStrike">
                <a:solidFill>
                  <a:srgbClr val="000000"/>
                </a:solidFill>
                <a:uFillTx/>
                <a:latin typeface="Courier New"/>
              </a:rPr>
              <a:t>        return key % arraySize;</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public:</a:t>
            </a:r>
          </a:p>
          <a:p>
            <a:pPr>
              <a:lnSpc>
                <a:spcPct val="100000"/>
              </a:lnSpc>
            </a:pPr>
            <a:r>
              <a:rPr lang="en-US" sz="1600" b="1" u="none" strike="noStrike">
                <a:solidFill>
                  <a:srgbClr val="000000"/>
                </a:solidFill>
                <a:uFillTx/>
                <a:latin typeface="Courier New"/>
              </a:rPr>
              <a:t>    HashArray() {</a:t>
            </a:r>
          </a:p>
          <a:p>
            <a:pPr>
              <a:lnSpc>
                <a:spcPct val="100000"/>
              </a:lnSpc>
            </a:pPr>
            <a:r>
              <a:rPr lang="en-US" sz="1600" b="1" u="none" strike="noStrike">
                <a:solidFill>
                  <a:srgbClr val="000000"/>
                </a:solidFill>
                <a:uFillTx/>
                <a:latin typeface="Courier New"/>
              </a:rPr>
              <a:t>        for (int i = 0; i &lt; arraySize; ++i) {</a:t>
            </a:r>
          </a:p>
          <a:p>
            <a:pPr>
              <a:lnSpc>
                <a:spcPct val="100000"/>
              </a:lnSpc>
            </a:pPr>
            <a:r>
              <a:rPr lang="en-US" sz="1600" b="1" u="none" strike="noStrike">
                <a:solidFill>
                  <a:srgbClr val="000000"/>
                </a:solidFill>
                <a:uFillTx/>
                <a:latin typeface="Courier New"/>
              </a:rPr>
              <a:t>            data[i] = -1;        }</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    void insert(int value) {</a:t>
            </a:r>
          </a:p>
          <a:p>
            <a:pPr>
              <a:lnSpc>
                <a:spcPct val="100000"/>
              </a:lnSpc>
            </a:pPr>
            <a:r>
              <a:rPr lang="en-US" sz="1600" b="1" u="none" strike="noStrike">
                <a:solidFill>
                  <a:srgbClr val="000000"/>
                </a:solidFill>
                <a:uFillTx/>
                <a:latin typeface="Courier New"/>
              </a:rPr>
              <a:t>        int index = hashFunction(value);</a:t>
            </a:r>
          </a:p>
          <a:p>
            <a:pPr>
              <a:lnSpc>
                <a:spcPct val="100000"/>
              </a:lnSpc>
            </a:pPr>
            <a:r>
              <a:rPr lang="en-US" sz="1600" b="1" u="none" strike="noStrike">
                <a:solidFill>
                  <a:srgbClr val="000000"/>
                </a:solidFill>
                <a:uFillTx/>
                <a:latin typeface="Courier New"/>
              </a:rPr>
              <a:t>  while (data[index] != -1) {</a:t>
            </a:r>
          </a:p>
          <a:p>
            <a:pPr>
              <a:lnSpc>
                <a:spcPct val="100000"/>
              </a:lnSpc>
            </a:pPr>
            <a:r>
              <a:rPr lang="en-US" sz="1600" b="1" u="none" strike="noStrike">
                <a:solidFill>
                  <a:srgbClr val="000000"/>
                </a:solidFill>
                <a:uFillTx/>
                <a:latin typeface="Courier New"/>
              </a:rPr>
              <a:t>            index = (index + 1) % arraySize;</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        data[index] = value;</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a:t>
            </a:r>
          </a:p>
        </p:txBody>
      </p:sp>
      <p:sp>
        <p:nvSpPr>
          <p:cNvPr id="95" name="TextBox 94"/>
          <p:cNvSpPr txBox="1"/>
          <p:nvPr/>
        </p:nvSpPr>
        <p:spPr>
          <a:xfrm>
            <a:off x="6172200" y="4343400"/>
            <a:ext cx="2743200" cy="2377800"/>
          </a:xfrm>
          <a:prstGeom prst="rect">
            <a:avLst/>
          </a:prstGeom>
          <a:noFill/>
          <a:ln w="0">
            <a:noFill/>
          </a:ln>
        </p:spPr>
        <p:txBody>
          <a:bodyPr lIns="90000" tIns="45000" rIns="90000" bIns="45000" anchor="t">
            <a:noAutofit/>
          </a:bodyPr>
          <a:lstStyle/>
          <a:p>
            <a:pPr>
              <a:lnSpc>
                <a:spcPct val="100000"/>
              </a:lnSpc>
            </a:pPr>
            <a:r>
              <a:rPr lang="en-US" sz="1300" b="1" u="none" strike="noStrike">
                <a:solidFill>
                  <a:srgbClr val="000000"/>
                </a:solidFill>
                <a:uFillTx/>
                <a:latin typeface="Courier New"/>
              </a:rPr>
              <a:t>int main() {</a:t>
            </a:r>
          </a:p>
          <a:p>
            <a:pPr>
              <a:lnSpc>
                <a:spcPct val="100000"/>
              </a:lnSpc>
            </a:pPr>
            <a:r>
              <a:rPr lang="en-US" sz="1300" b="1" u="none" strike="noStrike">
                <a:solidFill>
                  <a:srgbClr val="000000"/>
                </a:solidFill>
                <a:uFillTx/>
                <a:latin typeface="Courier New"/>
              </a:rPr>
              <a:t>    HashArray hashArray;</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hashArray.insert(15);</a:t>
            </a:r>
          </a:p>
          <a:p>
            <a:pPr>
              <a:lnSpc>
                <a:spcPct val="100000"/>
              </a:lnSpc>
            </a:pPr>
            <a:r>
              <a:rPr lang="en-US" sz="1300" b="1" u="none" strike="noStrike">
                <a:solidFill>
                  <a:srgbClr val="000000"/>
                </a:solidFill>
                <a:uFillTx/>
                <a:latin typeface="Courier New"/>
              </a:rPr>
              <a:t>    hashArray.insert(25);</a:t>
            </a:r>
          </a:p>
          <a:p>
            <a:pPr>
              <a:lnSpc>
                <a:spcPct val="100000"/>
              </a:lnSpc>
            </a:pPr>
            <a:r>
              <a:rPr lang="en-US" sz="1300" b="1" u="none" strike="noStrike">
                <a:solidFill>
                  <a:srgbClr val="000000"/>
                </a:solidFill>
                <a:uFillTx/>
                <a:latin typeface="Courier New"/>
              </a:rPr>
              <a:t>    hashArray.insert(35);</a:t>
            </a:r>
          </a:p>
          <a:p>
            <a:pPr>
              <a:lnSpc>
                <a:spcPct val="100000"/>
              </a:lnSpc>
            </a:pPr>
            <a:r>
              <a:rPr lang="en-US" sz="1300" b="1" u="none" strike="noStrike">
                <a:solidFill>
                  <a:srgbClr val="000000"/>
                </a:solidFill>
                <a:uFillTx/>
                <a:latin typeface="Courier New"/>
              </a:rPr>
              <a:t>    hashArray.insert(45);</a:t>
            </a:r>
          </a:p>
          <a:p>
            <a:pPr>
              <a:lnSpc>
                <a:spcPct val="100000"/>
              </a:lnSpc>
            </a:pPr>
            <a:r>
              <a:rPr lang="en-US" sz="1300" b="1" u="none" strike="noStrike">
                <a:solidFill>
                  <a:srgbClr val="000000"/>
                </a:solidFill>
                <a:uFillTx/>
                <a:latin typeface="Courier New"/>
              </a:rPr>
              <a:t>    hashArray.insert(55);</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hashArray.display();</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return 0;</a:t>
            </a:r>
          </a:p>
          <a:p>
            <a:pPr>
              <a:lnSpc>
                <a:spcPct val="100000"/>
              </a:lnSpc>
            </a:pPr>
            <a:r>
              <a:rPr lang="en-US" sz="1300" b="1" u="none" strike="noStrike">
                <a:solidFill>
                  <a:srgbClr val="000000"/>
                </a:solidFill>
                <a:uFillTx/>
                <a:latin typeface="Courier New"/>
              </a:rPr>
              <a:t>}</a:t>
            </a:r>
          </a:p>
        </p:txBody>
      </p:sp>
      <p:sp>
        <p:nvSpPr>
          <p:cNvPr id="96" name="TextBox 95"/>
          <p:cNvSpPr txBox="1"/>
          <p:nvPr/>
        </p:nvSpPr>
        <p:spPr>
          <a:xfrm>
            <a:off x="685800" y="5257800"/>
            <a:ext cx="2971800" cy="914400"/>
          </a:xfrm>
          <a:prstGeom prst="rect">
            <a:avLst/>
          </a:prstGeom>
          <a:noFill/>
          <a:ln w="0">
            <a:noFill/>
          </a:ln>
        </p:spPr>
        <p:txBody>
          <a:bodyPr lIns="90000" tIns="45000" rIns="90000" bIns="45000" anchor="t">
            <a:noAutofit/>
          </a:bodyPr>
          <a:lstStyle/>
          <a:p>
            <a:r>
              <a:rPr lang="en-US" sz="1800" b="0" u="none" strike="noStrike">
                <a:solidFill>
                  <a:srgbClr val="000000"/>
                </a:solidFill>
                <a:uFillTx/>
                <a:latin typeface="Arial"/>
              </a:rPr>
              <a:t>Show the hash table structure.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Box 96"/>
          <p:cNvSpPr txBox="1"/>
          <p:nvPr/>
        </p:nvSpPr>
        <p:spPr>
          <a:xfrm>
            <a:off x="228600" y="143640"/>
            <a:ext cx="6172200" cy="6714360"/>
          </a:xfrm>
          <a:prstGeom prst="rect">
            <a:avLst/>
          </a:prstGeom>
          <a:noFill/>
          <a:ln w="0">
            <a:noFill/>
          </a:ln>
        </p:spPr>
        <p:txBody>
          <a:bodyPr lIns="90000" tIns="45000" rIns="90000" bIns="45000" anchor="t">
            <a:noAutofit/>
          </a:bodyPr>
          <a:lstStyle/>
          <a:p>
            <a:pPr>
              <a:lnSpc>
                <a:spcPct val="100000"/>
              </a:lnSpc>
            </a:pPr>
            <a:r>
              <a:rPr lang="en-US" sz="1600" b="1" u="none" strike="noStrike">
                <a:solidFill>
                  <a:srgbClr val="000000"/>
                </a:solidFill>
                <a:uFillTx/>
                <a:latin typeface="Courier New"/>
              </a:rPr>
              <a:t>class HashArray {</a:t>
            </a:r>
          </a:p>
          <a:p>
            <a:pPr>
              <a:lnSpc>
                <a:spcPct val="100000"/>
              </a:lnSpc>
            </a:pPr>
            <a:r>
              <a:rPr lang="en-US" sz="1600" b="1" u="none" strike="noStrike">
                <a:solidFill>
                  <a:srgbClr val="000000"/>
                </a:solidFill>
                <a:uFillTx/>
                <a:latin typeface="Courier New"/>
              </a:rPr>
              <a:t>private:</a:t>
            </a:r>
          </a:p>
          <a:p>
            <a:pPr>
              <a:lnSpc>
                <a:spcPct val="100000"/>
              </a:lnSpc>
            </a:pPr>
            <a:r>
              <a:rPr lang="en-US" sz="1600" b="1" u="none" strike="noStrike">
                <a:solidFill>
                  <a:srgbClr val="000000"/>
                </a:solidFill>
                <a:uFillTx/>
                <a:latin typeface="Courier New"/>
              </a:rPr>
              <a:t>    static const int arraySize = 10;</a:t>
            </a:r>
          </a:p>
          <a:p>
            <a:pPr>
              <a:lnSpc>
                <a:spcPct val="100000"/>
              </a:lnSpc>
            </a:pPr>
            <a:r>
              <a:rPr lang="en-US" sz="1600" b="1" u="none" strike="noStrike">
                <a:solidFill>
                  <a:srgbClr val="000000"/>
                </a:solidFill>
                <a:uFillTx/>
                <a:latin typeface="Courier New"/>
              </a:rPr>
              <a:t>    int data[arraySize];</a:t>
            </a:r>
          </a:p>
          <a:p>
            <a:pPr>
              <a:lnSpc>
                <a:spcPct val="100000"/>
              </a:lnSpc>
            </a:pPr>
            <a:r>
              <a:rPr lang="en-US" sz="1600" b="1" u="none" strike="noStrike">
                <a:solidFill>
                  <a:srgbClr val="000000"/>
                </a:solidFill>
                <a:uFillTx/>
                <a:latin typeface="Courier New"/>
              </a:rPr>
              <a:t>    int hashFunction(int key) {</a:t>
            </a:r>
          </a:p>
          <a:p>
            <a:pPr>
              <a:lnSpc>
                <a:spcPct val="100000"/>
              </a:lnSpc>
            </a:pPr>
            <a:r>
              <a:rPr lang="en-US" sz="1600" b="1" u="none" strike="noStrike">
                <a:solidFill>
                  <a:srgbClr val="000000"/>
                </a:solidFill>
                <a:uFillTx/>
                <a:latin typeface="Courier New"/>
              </a:rPr>
              <a:t>        return key % arraySize;</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public:</a:t>
            </a:r>
          </a:p>
          <a:p>
            <a:pPr>
              <a:lnSpc>
                <a:spcPct val="100000"/>
              </a:lnSpc>
            </a:pPr>
            <a:r>
              <a:rPr lang="en-US" sz="1600" b="1" u="none" strike="noStrike">
                <a:solidFill>
                  <a:srgbClr val="000000"/>
                </a:solidFill>
                <a:uFillTx/>
                <a:latin typeface="Courier New"/>
              </a:rPr>
              <a:t>    HashArray() {</a:t>
            </a:r>
          </a:p>
          <a:p>
            <a:pPr>
              <a:lnSpc>
                <a:spcPct val="100000"/>
              </a:lnSpc>
            </a:pPr>
            <a:r>
              <a:rPr lang="en-US" sz="1600" b="1" u="none" strike="noStrike">
                <a:solidFill>
                  <a:srgbClr val="000000"/>
                </a:solidFill>
                <a:uFillTx/>
                <a:latin typeface="Courier New"/>
              </a:rPr>
              <a:t>        for (int i = 0; i &lt; arraySize; ++i) {</a:t>
            </a:r>
          </a:p>
          <a:p>
            <a:pPr>
              <a:lnSpc>
                <a:spcPct val="100000"/>
              </a:lnSpc>
            </a:pPr>
            <a:r>
              <a:rPr lang="en-US" sz="1600" b="1" u="none" strike="noStrike">
                <a:solidFill>
                  <a:srgbClr val="000000"/>
                </a:solidFill>
                <a:uFillTx/>
                <a:latin typeface="Courier New"/>
              </a:rPr>
              <a:t>            data[i] = -1;        }</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    void insert(int value) {</a:t>
            </a:r>
          </a:p>
          <a:p>
            <a:pPr>
              <a:lnSpc>
                <a:spcPct val="100000"/>
              </a:lnSpc>
            </a:pPr>
            <a:r>
              <a:rPr lang="en-US" sz="1600" b="1" u="none" strike="noStrike">
                <a:solidFill>
                  <a:srgbClr val="000000"/>
                </a:solidFill>
                <a:uFillTx/>
                <a:latin typeface="Courier New"/>
              </a:rPr>
              <a:t>        int index = hashFunction(value);</a:t>
            </a:r>
          </a:p>
          <a:p>
            <a:pPr>
              <a:lnSpc>
                <a:spcPct val="100000"/>
              </a:lnSpc>
            </a:pPr>
            <a:r>
              <a:rPr lang="en-US" sz="1600" b="1" u="none" strike="noStrike">
                <a:solidFill>
                  <a:srgbClr val="000000"/>
                </a:solidFill>
                <a:uFillTx/>
                <a:latin typeface="Courier New"/>
              </a:rPr>
              <a:t>  while (data[index] != -1) {</a:t>
            </a:r>
          </a:p>
          <a:p>
            <a:pPr>
              <a:lnSpc>
                <a:spcPct val="100000"/>
              </a:lnSpc>
            </a:pPr>
            <a:r>
              <a:rPr lang="en-US" sz="1600" b="1" u="none" strike="noStrike">
                <a:solidFill>
                  <a:srgbClr val="000000"/>
                </a:solidFill>
                <a:uFillTx/>
                <a:latin typeface="Courier New"/>
              </a:rPr>
              <a:t>            index = (index + 1) % arraySize;</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        data[index] = value;</a:t>
            </a:r>
          </a:p>
          <a:p>
            <a:pPr>
              <a:lnSpc>
                <a:spcPct val="100000"/>
              </a:lnSpc>
            </a:pPr>
            <a:r>
              <a:rPr lang="en-US" sz="1600" b="1" u="none" strike="noStrike">
                <a:solidFill>
                  <a:srgbClr val="000000"/>
                </a:solidFill>
                <a:uFillTx/>
                <a:latin typeface="Courier New"/>
              </a:rPr>
              <a:t>    }</a:t>
            </a:r>
          </a:p>
          <a:p>
            <a:pPr>
              <a:lnSpc>
                <a:spcPct val="100000"/>
              </a:lnSpc>
            </a:pPr>
            <a:r>
              <a:rPr lang="en-US" sz="1600" b="1" u="none" strike="noStrike">
                <a:solidFill>
                  <a:srgbClr val="000000"/>
                </a:solidFill>
                <a:uFillTx/>
                <a:latin typeface="Courier New"/>
              </a:rPr>
              <a:t>};</a:t>
            </a:r>
          </a:p>
        </p:txBody>
      </p:sp>
      <p:sp>
        <p:nvSpPr>
          <p:cNvPr id="98" name="TextBox 97"/>
          <p:cNvSpPr txBox="1"/>
          <p:nvPr/>
        </p:nvSpPr>
        <p:spPr>
          <a:xfrm>
            <a:off x="6172200" y="4343400"/>
            <a:ext cx="2743200" cy="2377800"/>
          </a:xfrm>
          <a:prstGeom prst="rect">
            <a:avLst/>
          </a:prstGeom>
          <a:noFill/>
          <a:ln w="0">
            <a:noFill/>
          </a:ln>
        </p:spPr>
        <p:txBody>
          <a:bodyPr lIns="90000" tIns="45000" rIns="90000" bIns="45000" anchor="t">
            <a:noAutofit/>
          </a:bodyPr>
          <a:lstStyle/>
          <a:p>
            <a:pPr>
              <a:lnSpc>
                <a:spcPct val="100000"/>
              </a:lnSpc>
            </a:pPr>
            <a:r>
              <a:rPr lang="en-US" sz="1300" b="1" u="none" strike="noStrike">
                <a:solidFill>
                  <a:srgbClr val="000000"/>
                </a:solidFill>
                <a:uFillTx/>
                <a:latin typeface="Courier New"/>
              </a:rPr>
              <a:t>int main() {</a:t>
            </a:r>
          </a:p>
          <a:p>
            <a:pPr>
              <a:lnSpc>
                <a:spcPct val="100000"/>
              </a:lnSpc>
            </a:pPr>
            <a:r>
              <a:rPr lang="en-US" sz="1300" b="1" u="none" strike="noStrike">
                <a:solidFill>
                  <a:srgbClr val="000000"/>
                </a:solidFill>
                <a:uFillTx/>
                <a:latin typeface="Courier New"/>
              </a:rPr>
              <a:t>    HashArray hashArray;</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hashArray.insert(15);</a:t>
            </a:r>
          </a:p>
          <a:p>
            <a:pPr>
              <a:lnSpc>
                <a:spcPct val="100000"/>
              </a:lnSpc>
            </a:pPr>
            <a:r>
              <a:rPr lang="en-US" sz="1300" b="1" u="none" strike="noStrike">
                <a:solidFill>
                  <a:srgbClr val="000000"/>
                </a:solidFill>
                <a:uFillTx/>
                <a:latin typeface="Courier New"/>
              </a:rPr>
              <a:t>    hashArray.insert(25);</a:t>
            </a:r>
          </a:p>
          <a:p>
            <a:pPr>
              <a:lnSpc>
                <a:spcPct val="100000"/>
              </a:lnSpc>
            </a:pPr>
            <a:r>
              <a:rPr lang="en-US" sz="1300" b="1" u="none" strike="noStrike">
                <a:solidFill>
                  <a:srgbClr val="000000"/>
                </a:solidFill>
                <a:uFillTx/>
                <a:latin typeface="Courier New"/>
              </a:rPr>
              <a:t>    hashArray.insert(35);</a:t>
            </a:r>
          </a:p>
          <a:p>
            <a:pPr>
              <a:lnSpc>
                <a:spcPct val="100000"/>
              </a:lnSpc>
            </a:pPr>
            <a:r>
              <a:rPr lang="en-US" sz="1300" b="1" u="none" strike="noStrike">
                <a:solidFill>
                  <a:srgbClr val="000000"/>
                </a:solidFill>
                <a:uFillTx/>
                <a:latin typeface="Courier New"/>
              </a:rPr>
              <a:t>    hashArray.insert(45);</a:t>
            </a:r>
          </a:p>
          <a:p>
            <a:pPr>
              <a:lnSpc>
                <a:spcPct val="100000"/>
              </a:lnSpc>
            </a:pPr>
            <a:r>
              <a:rPr lang="en-US" sz="1300" b="1" u="none" strike="noStrike">
                <a:solidFill>
                  <a:srgbClr val="000000"/>
                </a:solidFill>
                <a:uFillTx/>
                <a:latin typeface="Courier New"/>
              </a:rPr>
              <a:t>    hashArray.insert(55);</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hashArray.display();</a:t>
            </a:r>
          </a:p>
          <a:p>
            <a:pPr>
              <a:lnSpc>
                <a:spcPct val="100000"/>
              </a:lnSpc>
            </a:pPr>
            <a:endParaRPr lang="en-US" sz="1000" b="1" u="none" strike="noStrike">
              <a:solidFill>
                <a:srgbClr val="000000"/>
              </a:solidFill>
              <a:uFillTx/>
              <a:latin typeface="Courier New"/>
            </a:endParaRPr>
          </a:p>
          <a:p>
            <a:pPr>
              <a:lnSpc>
                <a:spcPct val="100000"/>
              </a:lnSpc>
            </a:pPr>
            <a:r>
              <a:rPr lang="en-US" sz="1300" b="1" u="none" strike="noStrike">
                <a:solidFill>
                  <a:srgbClr val="000000"/>
                </a:solidFill>
                <a:uFillTx/>
                <a:latin typeface="Courier New"/>
              </a:rPr>
              <a:t>    return 0;</a:t>
            </a:r>
          </a:p>
          <a:p>
            <a:pPr>
              <a:lnSpc>
                <a:spcPct val="100000"/>
              </a:lnSpc>
            </a:pPr>
            <a:r>
              <a:rPr lang="en-US" sz="1300" b="1" u="none" strike="noStrike">
                <a:solidFill>
                  <a:srgbClr val="000000"/>
                </a:solidFill>
                <a:uFillTx/>
                <a:latin typeface="Courier New"/>
              </a:rPr>
              <a:t>}</a:t>
            </a:r>
          </a:p>
        </p:txBody>
      </p:sp>
      <p:sp>
        <p:nvSpPr>
          <p:cNvPr id="99" name="TextBox 98"/>
          <p:cNvSpPr txBox="1"/>
          <p:nvPr/>
        </p:nvSpPr>
        <p:spPr>
          <a:xfrm>
            <a:off x="6629400" y="457200"/>
            <a:ext cx="2057400" cy="2649960"/>
          </a:xfrm>
          <a:prstGeom prst="rect">
            <a:avLst/>
          </a:prstGeom>
          <a:noFill/>
          <a:ln w="0">
            <a:noFill/>
          </a:ln>
        </p:spPr>
        <p:txBody>
          <a:bodyPr lIns="90000" tIns="45000" rIns="90000" bIns="45000" anchor="t">
            <a:noAutofit/>
          </a:bodyPr>
          <a:lstStyle/>
          <a:p>
            <a:r>
              <a:rPr lang="en-US" sz="1800" b="0" u="none" strike="noStrike">
                <a:solidFill>
                  <a:srgbClr val="000000"/>
                </a:solidFill>
                <a:uFillTx/>
                <a:latin typeface="Arial"/>
              </a:rPr>
              <a:t>Index 0: Empty</a:t>
            </a:r>
          </a:p>
          <a:p>
            <a:r>
              <a:rPr lang="en-US" sz="1800" b="0" u="none" strike="noStrike">
                <a:solidFill>
                  <a:srgbClr val="000000"/>
                </a:solidFill>
                <a:uFillTx/>
                <a:latin typeface="Arial"/>
              </a:rPr>
              <a:t>Index 1: Empty</a:t>
            </a:r>
          </a:p>
          <a:p>
            <a:r>
              <a:rPr lang="en-US" sz="1800" b="0" u="none" strike="noStrike">
                <a:solidFill>
                  <a:srgbClr val="000000"/>
                </a:solidFill>
                <a:uFillTx/>
                <a:latin typeface="Arial"/>
              </a:rPr>
              <a:t>Index 2: Empty</a:t>
            </a:r>
          </a:p>
          <a:p>
            <a:r>
              <a:rPr lang="en-US" sz="1800" b="0" u="none" strike="noStrike">
                <a:solidFill>
                  <a:srgbClr val="000000"/>
                </a:solidFill>
                <a:uFillTx/>
                <a:latin typeface="Arial"/>
              </a:rPr>
              <a:t>Index 3: Empty</a:t>
            </a:r>
          </a:p>
          <a:p>
            <a:r>
              <a:rPr lang="en-US" sz="1800" b="0" u="none" strike="noStrike">
                <a:solidFill>
                  <a:srgbClr val="000000"/>
                </a:solidFill>
                <a:uFillTx/>
                <a:latin typeface="Arial"/>
              </a:rPr>
              <a:t>Index 4: Empty</a:t>
            </a:r>
          </a:p>
          <a:p>
            <a:r>
              <a:rPr lang="en-US" sz="1800" b="0" u="none" strike="noStrike">
                <a:solidFill>
                  <a:srgbClr val="000000"/>
                </a:solidFill>
                <a:uFillTx/>
                <a:latin typeface="Arial"/>
              </a:rPr>
              <a:t>Index 5: 15</a:t>
            </a:r>
          </a:p>
          <a:p>
            <a:r>
              <a:rPr lang="en-US" sz="1800" b="0" u="none" strike="noStrike">
                <a:solidFill>
                  <a:srgbClr val="000000"/>
                </a:solidFill>
                <a:uFillTx/>
                <a:latin typeface="Arial"/>
              </a:rPr>
              <a:t>Index 6: 25</a:t>
            </a:r>
          </a:p>
          <a:p>
            <a:r>
              <a:rPr lang="en-US" sz="1800" b="0" u="none" strike="noStrike">
                <a:solidFill>
                  <a:srgbClr val="000000"/>
                </a:solidFill>
                <a:uFillTx/>
                <a:latin typeface="Arial"/>
              </a:rPr>
              <a:t>Index 7: 35</a:t>
            </a:r>
          </a:p>
          <a:p>
            <a:r>
              <a:rPr lang="en-US" sz="1800" b="0" u="none" strike="noStrike">
                <a:solidFill>
                  <a:srgbClr val="000000"/>
                </a:solidFill>
                <a:uFillTx/>
                <a:latin typeface="Arial"/>
              </a:rPr>
              <a:t>Index 8: 45</a:t>
            </a:r>
          </a:p>
          <a:p>
            <a:r>
              <a:rPr lang="en-US" sz="1800" b="0" u="none" strike="noStrike">
                <a:solidFill>
                  <a:srgbClr val="000000"/>
                </a:solidFill>
                <a:uFillTx/>
                <a:latin typeface="Arial"/>
              </a:rPr>
              <a:t>Index 9: 55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0018B-25CE-91B5-52B6-855870FDFF4E}"/>
              </a:ext>
            </a:extLst>
          </p:cNvPr>
          <p:cNvSpPr>
            <a:spLocks noGrp="1"/>
          </p:cNvSpPr>
          <p:nvPr>
            <p:ph type="title"/>
          </p:nvPr>
        </p:nvSpPr>
        <p:spPr>
          <a:xfrm>
            <a:off x="457200" y="243000"/>
            <a:ext cx="7771680" cy="1361520"/>
          </a:xfrm>
        </p:spPr>
        <p:txBody>
          <a:bodyPr/>
          <a:lstStyle/>
          <a:p>
            <a:r>
              <a:rPr lang="en-US" dirty="0"/>
              <a:t>Deleting from a hash table</a:t>
            </a:r>
            <a:br>
              <a:rPr lang="en-US" dirty="0"/>
            </a:br>
            <a:endParaRPr lang="en-US" dirty="0"/>
          </a:p>
        </p:txBody>
      </p:sp>
      <p:sp>
        <p:nvSpPr>
          <p:cNvPr id="3" name="Content Placeholder 2">
            <a:extLst>
              <a:ext uri="{FF2B5EF4-FFF2-40B4-BE49-F238E27FC236}">
                <a16:creationId xmlns:a16="http://schemas.microsoft.com/office/drawing/2014/main" id="{BBB332A3-F096-AA11-B112-3AB0ECB3FE1F}"/>
              </a:ext>
            </a:extLst>
          </p:cNvPr>
          <p:cNvSpPr>
            <a:spLocks noGrp="1"/>
          </p:cNvSpPr>
          <p:nvPr>
            <p:ph/>
          </p:nvPr>
        </p:nvSpPr>
        <p:spPr/>
        <p:txBody>
          <a:bodyPr/>
          <a:lstStyle/>
          <a:p>
            <a:pPr lvl="1"/>
            <a:r>
              <a:rPr lang="en-US" dirty="0"/>
              <a:t>Not easy in open addressing. Deleting from chaining is easier</a:t>
            </a:r>
          </a:p>
          <a:p>
            <a:pPr lvl="1"/>
            <a:r>
              <a:rPr lang="en-US" dirty="0"/>
              <a:t>Compute the index of the input value, if found, replace the value with a sentinel value </a:t>
            </a:r>
            <a:r>
              <a:rPr lang="en-US" dirty="0" err="1"/>
              <a:t>eg</a:t>
            </a:r>
            <a:r>
              <a:rPr lang="en-US" dirty="0"/>
              <a:t> -100.</a:t>
            </a:r>
          </a:p>
          <a:p>
            <a:pPr lvl="1"/>
            <a:r>
              <a:rPr lang="en-US" dirty="0"/>
              <a:t>This sentinel value should be different from the sentinel value used to denote an empty slot </a:t>
            </a:r>
            <a:r>
              <a:rPr lang="en-US" dirty="0" err="1"/>
              <a:t>eg</a:t>
            </a:r>
            <a:r>
              <a:rPr lang="en-US" dirty="0"/>
              <a:t> -1</a:t>
            </a:r>
          </a:p>
          <a:p>
            <a:pPr lvl="1"/>
            <a:r>
              <a:rPr lang="en-US" dirty="0"/>
              <a:t>Will help in searching the hash table up until we reach  -1</a:t>
            </a:r>
          </a:p>
          <a:p>
            <a:pPr lvl="1"/>
            <a:endParaRPr lang="en-US" dirty="0"/>
          </a:p>
          <a:p>
            <a:pPr lvl="1"/>
            <a:endParaRPr lang="en-US" dirty="0"/>
          </a:p>
        </p:txBody>
      </p:sp>
    </p:spTree>
    <p:extLst>
      <p:ext uri="{BB962C8B-B14F-4D97-AF65-F5344CB8AC3E}">
        <p14:creationId xmlns:p14="http://schemas.microsoft.com/office/powerpoint/2010/main" val="1464224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7B79-3DCC-599F-BD87-211B24268DCE}"/>
              </a:ext>
            </a:extLst>
          </p:cNvPr>
          <p:cNvSpPr>
            <a:spLocks noGrp="1"/>
          </p:cNvSpPr>
          <p:nvPr>
            <p:ph type="title"/>
          </p:nvPr>
        </p:nvSpPr>
        <p:spPr>
          <a:xfrm>
            <a:off x="457199" y="243000"/>
            <a:ext cx="8229239" cy="1361520"/>
          </a:xfrm>
        </p:spPr>
        <p:txBody>
          <a:bodyPr/>
          <a:lstStyle/>
          <a:p>
            <a:r>
              <a:rPr lang="en-US" dirty="0"/>
              <a:t>Searching hash table:</a:t>
            </a:r>
            <a:br>
              <a:rPr lang="en-US" dirty="0"/>
            </a:br>
            <a:endParaRPr lang="en-US" dirty="0"/>
          </a:p>
        </p:txBody>
      </p:sp>
      <p:sp>
        <p:nvSpPr>
          <p:cNvPr id="3" name="Content Placeholder 2">
            <a:extLst>
              <a:ext uri="{FF2B5EF4-FFF2-40B4-BE49-F238E27FC236}">
                <a16:creationId xmlns:a16="http://schemas.microsoft.com/office/drawing/2014/main" id="{4B3EA347-7DAC-E583-7433-06C97CD0488F}"/>
              </a:ext>
            </a:extLst>
          </p:cNvPr>
          <p:cNvSpPr>
            <a:spLocks noGrp="1"/>
          </p:cNvSpPr>
          <p:nvPr>
            <p:ph/>
          </p:nvPr>
        </p:nvSpPr>
        <p:spPr/>
        <p:txBody>
          <a:bodyPr/>
          <a:lstStyle/>
          <a:p>
            <a:pPr lvl="1"/>
            <a:r>
              <a:rPr lang="en-US" dirty="0"/>
              <a:t>Find input at the computed index</a:t>
            </a:r>
          </a:p>
          <a:p>
            <a:pPr lvl="1"/>
            <a:r>
              <a:rPr lang="en-US" dirty="0"/>
              <a:t>If found, return true</a:t>
            </a:r>
          </a:p>
          <a:p>
            <a:pPr lvl="1"/>
            <a:r>
              <a:rPr lang="en-US" dirty="0"/>
              <a:t>If not found, keep searching the adjacent slots</a:t>
            </a:r>
          </a:p>
          <a:p>
            <a:pPr lvl="1"/>
            <a:r>
              <a:rPr lang="en-US" dirty="0"/>
              <a:t>Keep searching until an empty slot is found</a:t>
            </a:r>
          </a:p>
          <a:p>
            <a:pPr lvl="1"/>
            <a:r>
              <a:rPr lang="en-US" dirty="0"/>
              <a:t>Important: Sentinel value for empty and deleted slots should be different.</a:t>
            </a:r>
          </a:p>
          <a:p>
            <a:pPr lvl="1"/>
            <a:r>
              <a:rPr lang="en-US" dirty="0"/>
              <a:t>Searching should not stop if we come across a deleted slot</a:t>
            </a:r>
          </a:p>
        </p:txBody>
      </p:sp>
    </p:spTree>
    <p:extLst>
      <p:ext uri="{BB962C8B-B14F-4D97-AF65-F5344CB8AC3E}">
        <p14:creationId xmlns:p14="http://schemas.microsoft.com/office/powerpoint/2010/main" val="306989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0D17E-2812-0AF2-93F4-3434D9083BDA}"/>
              </a:ext>
            </a:extLst>
          </p:cNvPr>
          <p:cNvSpPr>
            <a:spLocks noGrp="1"/>
          </p:cNvSpPr>
          <p:nvPr>
            <p:ph type="title"/>
          </p:nvPr>
        </p:nvSpPr>
        <p:spPr>
          <a:xfrm>
            <a:off x="457199" y="243000"/>
            <a:ext cx="8229239" cy="1361520"/>
          </a:xfrm>
        </p:spPr>
        <p:txBody>
          <a:bodyPr/>
          <a:lstStyle/>
          <a:p>
            <a:r>
              <a:rPr lang="en-US" dirty="0"/>
              <a:t>Complexity</a:t>
            </a:r>
          </a:p>
        </p:txBody>
      </p:sp>
      <p:sp>
        <p:nvSpPr>
          <p:cNvPr id="3" name="Content Placeholder 2">
            <a:extLst>
              <a:ext uri="{FF2B5EF4-FFF2-40B4-BE49-F238E27FC236}">
                <a16:creationId xmlns:a16="http://schemas.microsoft.com/office/drawing/2014/main" id="{6A5484B4-1EB9-CFBA-FECF-44CC25DF49F5}"/>
              </a:ext>
            </a:extLst>
          </p:cNvPr>
          <p:cNvSpPr>
            <a:spLocks noGrp="1"/>
          </p:cNvSpPr>
          <p:nvPr>
            <p:ph/>
          </p:nvPr>
        </p:nvSpPr>
        <p:spPr/>
        <p:txBody>
          <a:bodyPr/>
          <a:lstStyle/>
          <a:p>
            <a:r>
              <a:rPr lang="en-US" dirty="0"/>
              <a:t>Chaining: O(1)</a:t>
            </a:r>
          </a:p>
          <a:p>
            <a:r>
              <a:rPr lang="en-US" dirty="0"/>
              <a:t>Open addressing:</a:t>
            </a:r>
          </a:p>
          <a:p>
            <a:pPr lvl="1"/>
            <a:r>
              <a:rPr lang="en-US" dirty="0"/>
              <a:t>Search: O(n) as we end up </a:t>
            </a:r>
            <a:r>
              <a:rPr lang="en-US"/>
              <a:t>sequentially searching</a:t>
            </a:r>
          </a:p>
          <a:p>
            <a:pPr lvl="1"/>
            <a:endParaRPr lang="en-US" dirty="0"/>
          </a:p>
        </p:txBody>
      </p:sp>
    </p:spTree>
    <p:extLst>
      <p:ext uri="{BB962C8B-B14F-4D97-AF65-F5344CB8AC3E}">
        <p14:creationId xmlns:p14="http://schemas.microsoft.com/office/powerpoint/2010/main" val="727807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subTitle"/>
          </p:nvPr>
        </p:nvSpPr>
        <p:spPr>
          <a:xfrm>
            <a:off x="914400" y="316800"/>
            <a:ext cx="7771680" cy="6312600"/>
          </a:xfrm>
          <a:prstGeom prst="rect">
            <a:avLst/>
          </a:prstGeom>
          <a:noFill/>
          <a:ln w="0">
            <a:noFill/>
          </a:ln>
        </p:spPr>
        <p:txBody>
          <a:bodyPr lIns="0" tIns="0" rIns="0" bIns="0" anchor="ctr">
            <a:noAutofit/>
          </a:bodyPr>
          <a:lstStyle/>
          <a:p>
            <a:pPr algn="ctr"/>
            <a:r>
              <a:rPr lang="en-US" sz="3200" b="0" u="none" strike="noStrike">
                <a:solidFill>
                  <a:srgbClr val="000000"/>
                </a:solidFill>
                <a:uFillTx/>
                <a:latin typeface="Arial"/>
              </a:rPr>
              <a:t>Practically possible to dynamically allocate more memory (allocate more, copy old values, release earlier memory, continue)</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4968</TotalTime>
  <Words>1403</Words>
  <Application>Microsoft Office PowerPoint</Application>
  <PresentationFormat>On-screen Show (4:3)</PresentationFormat>
  <Paragraphs>240</Paragraphs>
  <Slides>15</Slides>
  <Notes>0</Notes>
  <HiddenSlides>0</HiddenSlides>
  <MMClips>0</MMClips>
  <ScaleCrop>false</ScaleCrop>
  <HeadingPairs>
    <vt:vector size="6" baseType="variant">
      <vt:variant>
        <vt:lpstr>Fonts Used</vt:lpstr>
      </vt:variant>
      <vt:variant>
        <vt:i4>6</vt:i4>
      </vt:variant>
      <vt:variant>
        <vt:lpstr>Theme</vt:lpstr>
      </vt:variant>
      <vt:variant>
        <vt:i4>15</vt:i4>
      </vt:variant>
      <vt:variant>
        <vt:lpstr>Slide Titles</vt:lpstr>
      </vt:variant>
      <vt:variant>
        <vt:i4>15</vt:i4>
      </vt:variant>
    </vt:vector>
  </HeadingPairs>
  <TitlesOfParts>
    <vt:vector size="36" baseType="lpstr">
      <vt:lpstr>Arial</vt:lpstr>
      <vt:lpstr>Cascadia Mono</vt:lpstr>
      <vt:lpstr>Courier New</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Data Structures &amp; Algorithms (CSC-214)</vt:lpstr>
      <vt:lpstr>PowerPoint Presentation</vt:lpstr>
      <vt:lpstr>PowerPoint Presentation</vt:lpstr>
      <vt:lpstr>PowerPoint Presentation</vt:lpstr>
      <vt:lpstr>PowerPoint Presentation</vt:lpstr>
      <vt:lpstr>PowerPoint Presentation</vt:lpstr>
      <vt:lpstr>Open Addressing</vt:lpstr>
      <vt:lpstr>Open Addressing Types</vt:lpstr>
      <vt:lpstr>PowerPoint Presentation</vt:lpstr>
      <vt:lpstr>PowerPoint Presentation</vt:lpstr>
      <vt:lpstr>PowerPoint Presentation</vt:lpstr>
      <vt:lpstr>Deleting from a hash table </vt:lpstr>
      <vt:lpstr>Searching hash table: </vt:lpstr>
      <vt:lpstr>Complexity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Automata (CSC-402)</dc:title>
  <dc:subject/>
  <dc:creator>huda</dc:creator>
  <dc:description/>
  <cp:lastModifiedBy>user</cp:lastModifiedBy>
  <cp:revision>244</cp:revision>
  <dcterms:created xsi:type="dcterms:W3CDTF">2006-08-16T00:00:00Z</dcterms:created>
  <dcterms:modified xsi:type="dcterms:W3CDTF">2025-06-04T17:34:13Z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41</vt:i4>
  </property>
</Properties>
</file>