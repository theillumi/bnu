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28" r:id="rId9"/>
    <p:sldId id="319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12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nicholasjohnson.com/mongo/datasets/zips.js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nicholasjohnson.com/mongo/course/workbook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Mongo Aggregation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6015"/>
            <a:ext cx="9144000" cy="170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0463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0" y="2286000"/>
            <a:ext cx="9137196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703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92857"/>
            <a:ext cx="9144001" cy="168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2468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7" y="896005"/>
            <a:ext cx="9146458" cy="523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0837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why use aggregation over find? In this example they are the same, but the power comes when we start to chain additional functions as we shall soon see.</a:t>
            </a:r>
          </a:p>
        </p:txBody>
      </p:sp>
    </p:spTree>
    <p:extLst>
      <p:ext uri="{BB962C8B-B14F-4D97-AF65-F5344CB8AC3E}">
        <p14:creationId xmlns:p14="http://schemas.microsoft.com/office/powerpoint/2010/main" xmlns="" val="103484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77552"/>
            <a:ext cx="9144001" cy="190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800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hlinkClick r:id="rId2"/>
              </a:rPr>
              <a:t>http://nicholasjohnson.com/mongo/datasets/zips.json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43783"/>
            <a:ext cx="9144001" cy="35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93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0486"/>
            <a:ext cx="9144000" cy="16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1220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901"/>
            <a:ext cx="9131710" cy="52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5709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2472"/>
            <a:ext cx="9144000" cy="271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74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25504"/>
            <a:ext cx="8991600" cy="3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0762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296"/>
            <a:ext cx="9144000" cy="512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4724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Chaining match and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1417638"/>
            <a:ext cx="9291638" cy="51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49070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411393"/>
            <a:ext cx="9067801" cy="406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49456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76"/>
            <a:ext cx="9144000" cy="447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8045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r>
              <a:rPr lang="en-US" i="1" dirty="0">
                <a:hlinkClick r:id="rId2"/>
              </a:rPr>
              <a:t>https://docs.mongodb.com/manual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&amp; </a:t>
            </a:r>
            <a:r>
              <a:rPr lang="en-US" i="1" dirty="0">
                <a:hlinkClick r:id="rId3"/>
              </a:rPr>
              <a:t>http://nicholasjohnson.com/mongo/course/workbook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60</Words>
  <Application>Microsoft Office PowerPoint</Application>
  <PresentationFormat>On-screen Show (4:3)</PresentationFormat>
  <Paragraphs>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Advanced Database Management Systems (CSC-234)</vt:lpstr>
      <vt:lpstr>Slide 2</vt:lpstr>
      <vt:lpstr>Slide 3</vt:lpstr>
      <vt:lpstr>Slide 4</vt:lpstr>
      <vt:lpstr>Slide 5</vt:lpstr>
      <vt:lpstr>Slide 6</vt:lpstr>
      <vt:lpstr>Slide 7</vt:lpstr>
      <vt:lpstr>http://nicholasjohnson.com/mongo/datasets/zips.json</vt:lpstr>
      <vt:lpstr>Slide 9</vt:lpstr>
      <vt:lpstr>Slide 10</vt:lpstr>
      <vt:lpstr>Slide 11</vt:lpstr>
      <vt:lpstr>Slide 12</vt:lpstr>
      <vt:lpstr>Slide 13</vt:lpstr>
      <vt:lpstr>Chaining match and project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272</cp:revision>
  <dcterms:created xsi:type="dcterms:W3CDTF">2006-08-16T00:00:00Z</dcterms:created>
  <dcterms:modified xsi:type="dcterms:W3CDTF">2025-05-27T03:59:05Z</dcterms:modified>
</cp:coreProperties>
</file>