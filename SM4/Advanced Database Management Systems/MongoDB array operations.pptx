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313" r:id="rId3"/>
    <p:sldId id="314" r:id="rId4"/>
    <p:sldId id="318" r:id="rId5"/>
    <p:sldId id="319" r:id="rId6"/>
    <p:sldId id="320" r:id="rId7"/>
    <p:sldId id="315" r:id="rId8"/>
    <p:sldId id="321" r:id="rId9"/>
    <p:sldId id="322" r:id="rId10"/>
    <p:sldId id="323" r:id="rId11"/>
    <p:sldId id="324" r:id="rId12"/>
    <p:sldId id="325" r:id="rId13"/>
    <p:sldId id="328" r:id="rId14"/>
    <p:sldId id="326" r:id="rId15"/>
    <p:sldId id="327" r:id="rId16"/>
    <p:sldId id="329" r:id="rId17"/>
    <p:sldId id="330" r:id="rId18"/>
    <p:sldId id="335" r:id="rId19"/>
    <p:sldId id="337" r:id="rId20"/>
    <p:sldId id="331" r:id="rId21"/>
    <p:sldId id="333" r:id="rId22"/>
    <p:sldId id="334" r:id="rId23"/>
    <p:sldId id="332" r:id="rId24"/>
    <p:sldId id="312" r:id="rId25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34" autoAdjust="0"/>
    <p:restoredTop sz="94662" autoAdjust="0"/>
  </p:normalViewPr>
  <p:slideViewPr>
    <p:cSldViewPr>
      <p:cViewPr varScale="1">
        <p:scale>
          <a:sx n="65" d="100"/>
          <a:sy n="65" d="100"/>
        </p:scale>
        <p:origin x="-144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18EBFE-7C47-4713-AD73-3A58AC56A3DD}" type="datetimeFigureOut">
              <a:rPr lang="en-US" smtClean="0"/>
              <a:pPr/>
              <a:t>5/29/2025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F5678-42B6-4826-9AE4-CC5FDCB710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31786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ongodb.com/manual/reference/operator/aggregation/group/" TargetMode="External"/><Relationship Id="rId2" Type="http://schemas.openxmlformats.org/officeDocument/2006/relationships/hyperlink" Target="https://docs.mongodb.com/manual/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://nicholasjohnson.com/mongo/course/workbook/" TargetMode="External"/><Relationship Id="rId4" Type="http://schemas.openxmlformats.org/officeDocument/2006/relationships/hyperlink" Target="https://docs.mongodb.com/manual/reference/operator/query/elemMatch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Advanced Database Management Systems</a:t>
            </a:r>
            <a:br>
              <a:rPr lang="en-US" dirty="0" smtClean="0"/>
            </a:br>
            <a:r>
              <a:rPr lang="en-US" dirty="0" smtClean="0"/>
              <a:t>(CSC-234)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err="1" smtClean="0"/>
              <a:t>MongoDB</a:t>
            </a:r>
            <a:r>
              <a:rPr lang="en-US" dirty="0" smtClean="0"/>
              <a:t> </a:t>
            </a:r>
            <a:r>
              <a:rPr lang="en-US" dirty="0" smtClean="0"/>
              <a:t>Array Operations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34194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417638"/>
            <a:ext cx="8939901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27060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325176"/>
            <a:ext cx="8991600" cy="610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60546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79" y="990601"/>
            <a:ext cx="8952039" cy="518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55770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2647950"/>
            <a:ext cx="773430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54279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933450"/>
            <a:ext cx="767715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10505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09600"/>
            <a:ext cx="5320655" cy="6969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3363" y="2667000"/>
            <a:ext cx="9197363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70241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-23117"/>
            <a:ext cx="6400800" cy="69042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0" y="1627239"/>
            <a:ext cx="521970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08011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65" y="274638"/>
            <a:ext cx="8695396" cy="630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20512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24" y="685800"/>
            <a:ext cx="8029952" cy="574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45088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90790"/>
            <a:ext cx="9144001" cy="527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77211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33400"/>
            <a:ext cx="8695899" cy="597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61446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" y="1871662"/>
            <a:ext cx="8743950" cy="311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3272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61" y="846138"/>
            <a:ext cx="8846677" cy="546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01030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2181225"/>
            <a:ext cx="8629650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81305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328737"/>
            <a:ext cx="8572500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8854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" y="1371600"/>
            <a:ext cx="879157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26762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0"/>
            <a:ext cx="8767080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67575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Aggregation Pipeline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81063" y="1447800"/>
            <a:ext cx="7381875" cy="521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144867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16" y="2514600"/>
            <a:ext cx="7757968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74339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MapReduce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067218"/>
            <a:ext cx="9144000" cy="272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931764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MapReduce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Name derived from proprietary Google technology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106119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Canonical Word Count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286000"/>
            <a:ext cx="8534400" cy="348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806604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i="1" dirty="0" smtClean="0"/>
              <a:t>Lecture content </a:t>
            </a:r>
            <a:r>
              <a:rPr lang="en-US" i="1" dirty="0"/>
              <a:t>adapted from </a:t>
            </a:r>
            <a:endParaRPr lang="en-US" i="1" dirty="0" smtClean="0"/>
          </a:p>
          <a:p>
            <a:r>
              <a:rPr lang="en-US" i="1" dirty="0" smtClean="0">
                <a:hlinkClick r:id="rId2"/>
              </a:rPr>
              <a:t>https</a:t>
            </a:r>
            <a:r>
              <a:rPr lang="en-US" i="1" dirty="0">
                <a:hlinkClick r:id="rId2"/>
              </a:rPr>
              <a:t>://docs.mongodb.com/manual</a:t>
            </a:r>
            <a:r>
              <a:rPr lang="en-US" i="1" dirty="0" smtClean="0">
                <a:hlinkClick r:id="rId2"/>
              </a:rPr>
              <a:t>/</a:t>
            </a:r>
            <a:r>
              <a:rPr lang="en-US" i="1" dirty="0"/>
              <a:t> </a:t>
            </a:r>
            <a:r>
              <a:rPr lang="en-US" i="1" dirty="0" smtClean="0"/>
              <a:t> </a:t>
            </a:r>
            <a:r>
              <a:rPr lang="en-US" i="1" dirty="0">
                <a:hlinkClick r:id="rId3"/>
              </a:rPr>
              <a:t>https://docs.mongodb.com/manual/reference/operator/aggregation/group</a:t>
            </a:r>
            <a:r>
              <a:rPr lang="en-US" i="1" dirty="0" smtClean="0">
                <a:hlinkClick r:id="rId3"/>
              </a:rPr>
              <a:t>/</a:t>
            </a:r>
            <a:r>
              <a:rPr lang="en-US" i="1" dirty="0" smtClean="0"/>
              <a:t> </a:t>
            </a:r>
          </a:p>
          <a:p>
            <a:r>
              <a:rPr lang="en-US" i="1" dirty="0">
                <a:hlinkClick r:id="rId4"/>
              </a:rPr>
              <a:t>https://docs.mongodb.com/manual/reference/operator/query/elemMatch</a:t>
            </a:r>
            <a:r>
              <a:rPr lang="en-US" i="1" dirty="0" smtClean="0">
                <a:hlinkClick r:id="rId4"/>
              </a:rPr>
              <a:t>/</a:t>
            </a:r>
            <a:r>
              <a:rPr lang="en-US" i="1" dirty="0" smtClean="0"/>
              <a:t> </a:t>
            </a:r>
          </a:p>
          <a:p>
            <a:r>
              <a:rPr lang="en-US" i="1" dirty="0" smtClean="0">
                <a:hlinkClick r:id="rId5"/>
              </a:rPr>
              <a:t>http</a:t>
            </a:r>
            <a:r>
              <a:rPr lang="en-US" i="1" dirty="0">
                <a:hlinkClick r:id="rId5"/>
              </a:rPr>
              <a:t>://nicholasjohnson.com/mongo/course/workbook</a:t>
            </a:r>
            <a:r>
              <a:rPr lang="en-US" i="1" dirty="0" smtClean="0">
                <a:hlinkClick r:id="rId5"/>
              </a:rPr>
              <a:t>/</a:t>
            </a:r>
            <a:r>
              <a:rPr lang="en-US" i="1" dirty="0" smtClean="0"/>
              <a:t>  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xmlns="" val="835418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3696</TotalTime>
  <Words>42</Words>
  <Application>Microsoft Office PowerPoint</Application>
  <PresentationFormat>On-screen Show (4:3)</PresentationFormat>
  <Paragraphs>12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Advanced Database Management Systems (CSC-234)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Data Aggregation Pipeline</vt:lpstr>
      <vt:lpstr>Slide 20</vt:lpstr>
      <vt:lpstr>MapReduce</vt:lpstr>
      <vt:lpstr>MapReduce</vt:lpstr>
      <vt:lpstr>Canonical Word Count Problem</vt:lpstr>
      <vt:lpstr>Slide 24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Database Management Systems (CSC-302)</dc:title>
  <dc:creator>huda</dc:creator>
  <cp:lastModifiedBy>Pc</cp:lastModifiedBy>
  <cp:revision>298</cp:revision>
  <dcterms:created xsi:type="dcterms:W3CDTF">2006-08-16T00:00:00Z</dcterms:created>
  <dcterms:modified xsi:type="dcterms:W3CDTF">2025-05-29T00:57:29Z</dcterms:modified>
</cp:coreProperties>
</file>