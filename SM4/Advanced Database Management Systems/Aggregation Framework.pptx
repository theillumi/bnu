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313" r:id="rId3"/>
    <p:sldId id="314" r:id="rId4"/>
    <p:sldId id="315" r:id="rId5"/>
    <p:sldId id="316" r:id="rId6"/>
    <p:sldId id="317" r:id="rId7"/>
    <p:sldId id="318" r:id="rId8"/>
    <p:sldId id="319" r:id="rId9"/>
    <p:sldId id="334" r:id="rId10"/>
    <p:sldId id="335" r:id="rId11"/>
    <p:sldId id="320" r:id="rId12"/>
    <p:sldId id="321" r:id="rId13"/>
    <p:sldId id="322" r:id="rId14"/>
    <p:sldId id="337" r:id="rId15"/>
    <p:sldId id="336" r:id="rId16"/>
    <p:sldId id="338" r:id="rId17"/>
    <p:sldId id="339" r:id="rId18"/>
    <p:sldId id="323" r:id="rId19"/>
    <p:sldId id="324" r:id="rId20"/>
    <p:sldId id="325" r:id="rId21"/>
    <p:sldId id="327" r:id="rId22"/>
    <p:sldId id="328" r:id="rId23"/>
    <p:sldId id="332" r:id="rId24"/>
    <p:sldId id="333" r:id="rId25"/>
    <p:sldId id="329" r:id="rId26"/>
    <p:sldId id="330" r:id="rId27"/>
    <p:sldId id="340" r:id="rId28"/>
    <p:sldId id="341" r:id="rId29"/>
    <p:sldId id="342" r:id="rId30"/>
    <p:sldId id="343" r:id="rId31"/>
    <p:sldId id="344" r:id="rId32"/>
    <p:sldId id="345" r:id="rId33"/>
    <p:sldId id="346" r:id="rId34"/>
    <p:sldId id="347" r:id="rId35"/>
    <p:sldId id="348" r:id="rId36"/>
    <p:sldId id="349" r:id="rId37"/>
    <p:sldId id="350" r:id="rId38"/>
    <p:sldId id="351" r:id="rId39"/>
    <p:sldId id="312" r:id="rId40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34" autoAdjust="0"/>
    <p:restoredTop sz="94662" autoAdjust="0"/>
  </p:normalViewPr>
  <p:slideViewPr>
    <p:cSldViewPr>
      <p:cViewPr varScale="1">
        <p:scale>
          <a:sx n="65" d="100"/>
          <a:sy n="65" d="100"/>
        </p:scale>
        <p:origin x="-144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18EBFE-7C47-4713-AD73-3A58AC56A3DD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F5678-42B6-4826-9AE4-CC5FDCB710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1786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ongodb.com/manual/reference/operator/aggregation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docs.mongodb.com/manual/reference/operator/aggregation/cond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ongodb.com/manual/reference/operator/aggregation/group/" TargetMode="External"/><Relationship Id="rId2" Type="http://schemas.openxmlformats.org/officeDocument/2006/relationships/hyperlink" Target="https://docs.mongodb.com/manual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nicholasjohnson.com/mongo/course/workbook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Advanced Database Management Systems</a:t>
            </a:r>
            <a:br>
              <a:rPr lang="en-US" dirty="0" smtClean="0"/>
            </a:br>
            <a:r>
              <a:rPr lang="en-US" dirty="0" smtClean="0"/>
              <a:t>(CSC-234)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MongoDB</a:t>
            </a:r>
            <a:r>
              <a:rPr lang="en-US" dirty="0" smtClean="0"/>
              <a:t> </a:t>
            </a:r>
            <a:r>
              <a:rPr lang="en-US" dirty="0" smtClean="0"/>
              <a:t>Aggregation Framework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34194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Creating new fields with $project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2600"/>
            <a:ext cx="9177338" cy="477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0642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Look up string operators for aggregation from the link below</a:t>
            </a:r>
          </a:p>
          <a:p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://docs.mongodb.com/manual/reference/operator/aggregation/</a:t>
            </a:r>
            <a:endParaRPr lang="en-US" dirty="0"/>
          </a:p>
          <a:p>
            <a:r>
              <a:rPr lang="en-US" dirty="0" smtClean="0"/>
              <a:t>Capitalize all names in your people </a:t>
            </a:r>
            <a:r>
              <a:rPr lang="en-US" dirty="0" err="1" smtClean="0"/>
              <a:t>db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3302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6392"/>
            <a:ext cx="9143999" cy="423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62216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6" y="2819400"/>
            <a:ext cx="9044328" cy="122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97326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3" y="2057401"/>
            <a:ext cx="894314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05214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3" y="990600"/>
            <a:ext cx="9071637" cy="491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00268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897157"/>
            <a:ext cx="8991601" cy="311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09648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809750"/>
            <a:ext cx="779145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95426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1271587"/>
            <a:ext cx="851535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3989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5999"/>
            <a:ext cx="9009000" cy="2320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71333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9947"/>
            <a:ext cx="9144000" cy="325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15438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0092"/>
            <a:ext cx="9144000" cy="173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58149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809750"/>
            <a:ext cx="779145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36761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" y="457201"/>
            <a:ext cx="9002486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65561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" y="3162300"/>
            <a:ext cx="7858125" cy="3619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0"/>
            <a:ext cx="779145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3228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06" y="2133600"/>
            <a:ext cx="8568788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13404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80164"/>
            <a:ext cx="9144001" cy="509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253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1776"/>
            <a:ext cx="9067800" cy="37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4733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9019471" cy="463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67731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114776"/>
            <a:ext cx="8839200" cy="258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96186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81" y="1905000"/>
            <a:ext cx="8910637" cy="329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22288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809750"/>
            <a:ext cx="779145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6560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2" y="381000"/>
            <a:ext cx="9035163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78991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hlinkClick r:id="rId2"/>
              </a:rPr>
              <a:t>https://docs.mongodb.com/manual/reference/operator/aggregation/cond</a:t>
            </a:r>
            <a:r>
              <a:rPr lang="en-US" sz="2800" dirty="0" smtClean="0">
                <a:hlinkClick r:id="rId2"/>
              </a:rPr>
              <a:t>/</a:t>
            </a:r>
            <a:r>
              <a:rPr lang="en-US" sz="2800" dirty="0" smtClean="0"/>
              <a:t>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133600"/>
            <a:ext cx="8820150" cy="439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2138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49964"/>
            <a:ext cx="8686800" cy="362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54074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828800"/>
            <a:ext cx="8841390" cy="349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19867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181226"/>
            <a:ext cx="9144001" cy="233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78153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863" y="2795587"/>
            <a:ext cx="922972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4690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914400"/>
            <a:ext cx="8982075" cy="531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58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1417638"/>
            <a:ext cx="9134475" cy="443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08631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219200"/>
            <a:ext cx="8724900" cy="464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95418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0096"/>
            <a:ext cx="9136626" cy="405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76592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1146885"/>
            <a:ext cx="8934450" cy="497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35020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PIPELINE example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7" y="1423987"/>
            <a:ext cx="793432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95470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2" y="1376362"/>
            <a:ext cx="7953375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2278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7" y="738187"/>
            <a:ext cx="7934325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55292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3" y="1828800"/>
            <a:ext cx="8917019" cy="304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72673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 smtClean="0"/>
              <a:t>Lecture content </a:t>
            </a:r>
            <a:r>
              <a:rPr lang="en-US" i="1" dirty="0"/>
              <a:t>adapted from </a:t>
            </a:r>
            <a:r>
              <a:rPr lang="en-US" i="1" dirty="0">
                <a:hlinkClick r:id="rId2"/>
              </a:rPr>
              <a:t>https://docs.mongodb.com/manual</a:t>
            </a:r>
            <a:r>
              <a:rPr lang="en-US" i="1" dirty="0" smtClean="0">
                <a:hlinkClick r:id="rId2"/>
              </a:rPr>
              <a:t>/</a:t>
            </a:r>
            <a:r>
              <a:rPr lang="en-US" i="1" dirty="0"/>
              <a:t> &amp; </a:t>
            </a:r>
            <a:r>
              <a:rPr lang="en-US" i="1" dirty="0">
                <a:hlinkClick r:id="rId3"/>
              </a:rPr>
              <a:t>https://docs.mongodb.com/manual/reference/operator/aggregation/group</a:t>
            </a:r>
            <a:r>
              <a:rPr lang="en-US" i="1" dirty="0" smtClean="0">
                <a:hlinkClick r:id="rId3"/>
              </a:rPr>
              <a:t>/</a:t>
            </a:r>
            <a:r>
              <a:rPr lang="en-US" i="1" dirty="0" smtClean="0"/>
              <a:t> &amp;</a:t>
            </a:r>
          </a:p>
          <a:p>
            <a:r>
              <a:rPr lang="en-US" i="1" dirty="0" smtClean="0">
                <a:hlinkClick r:id="rId4"/>
              </a:rPr>
              <a:t>http</a:t>
            </a:r>
            <a:r>
              <a:rPr lang="en-US" i="1" dirty="0">
                <a:hlinkClick r:id="rId4"/>
              </a:rPr>
              <a:t>://nicholasjohnson.com/mongo/course/workbook</a:t>
            </a:r>
            <a:r>
              <a:rPr lang="en-US" i="1" dirty="0" smtClean="0">
                <a:hlinkClick r:id="rId4"/>
              </a:rPr>
              <a:t>/</a:t>
            </a:r>
            <a:r>
              <a:rPr lang="en-US" i="1" dirty="0" smtClean="0"/>
              <a:t>  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xmlns="" val="835418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3580</TotalTime>
  <Words>60</Words>
  <Application>Microsoft Office PowerPoint</Application>
  <PresentationFormat>On-screen Show (4:3)</PresentationFormat>
  <Paragraphs>11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Advanced Database Management Systems (CSC-234)</vt:lpstr>
      <vt:lpstr>Creating new fields with $project</vt:lpstr>
      <vt:lpstr>Exercise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https://docs.mongodb.com/manual/reference/operator/aggregation/cond/ 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PIPELINE example</vt:lpstr>
      <vt:lpstr>Slide 36</vt:lpstr>
      <vt:lpstr>Slide 37</vt:lpstr>
      <vt:lpstr>Slide 38</vt:lpstr>
      <vt:lpstr>Slide 39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Database Management Systems (CSC-302)</dc:title>
  <dc:creator>huda</dc:creator>
  <cp:lastModifiedBy>Pc</cp:lastModifiedBy>
  <cp:revision>285</cp:revision>
  <dcterms:created xsi:type="dcterms:W3CDTF">2006-08-16T00:00:00Z</dcterms:created>
  <dcterms:modified xsi:type="dcterms:W3CDTF">2025-05-27T04:16:24Z</dcterms:modified>
</cp:coreProperties>
</file>