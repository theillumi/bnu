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364" r:id="rId3"/>
    <p:sldId id="366" r:id="rId4"/>
    <p:sldId id="365" r:id="rId5"/>
    <p:sldId id="397" r:id="rId6"/>
    <p:sldId id="367" r:id="rId7"/>
    <p:sldId id="368" r:id="rId8"/>
    <p:sldId id="369" r:id="rId9"/>
    <p:sldId id="370" r:id="rId10"/>
    <p:sldId id="371" r:id="rId11"/>
    <p:sldId id="373" r:id="rId12"/>
    <p:sldId id="374" r:id="rId13"/>
    <p:sldId id="375" r:id="rId14"/>
    <p:sldId id="376" r:id="rId15"/>
    <p:sldId id="377" r:id="rId16"/>
    <p:sldId id="379" r:id="rId17"/>
    <p:sldId id="380" r:id="rId18"/>
    <p:sldId id="378" r:id="rId19"/>
    <p:sldId id="385" r:id="rId20"/>
    <p:sldId id="386" r:id="rId21"/>
    <p:sldId id="384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  <p:sldId id="395" r:id="rId31"/>
    <p:sldId id="396" r:id="rId32"/>
    <p:sldId id="312" r:id="rId3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4" autoAdjust="0"/>
    <p:restoredTop sz="94662" autoAdjust="0"/>
  </p:normalViewPr>
  <p:slideViewPr>
    <p:cSldViewPr>
      <p:cViewPr varScale="1">
        <p:scale>
          <a:sx n="65" d="100"/>
          <a:sy n="65" d="100"/>
        </p:scale>
        <p:origin x="-14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8EBFE-7C47-4713-AD73-3A58AC56A3DD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F5678-42B6-4826-9AE4-CC5FDCB710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178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ongodb.com/manual/reference/operator/query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nicholasjohnson.com/mongo/course/workbook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tlas.mongodb.com/import/mongoimport/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ongodb.com/manual/tutorial/project-fields-from-query-results/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nicholasjohnson.com/mongo/course/workbook/" TargetMode="External"/><Relationship Id="rId2" Type="http://schemas.openxmlformats.org/officeDocument/2006/relationships/hyperlink" Target="https://docs.mongodb.com/manual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Advanced Database Management Systems</a:t>
            </a:r>
            <a:br>
              <a:rPr lang="en-US" dirty="0" smtClean="0"/>
            </a:br>
            <a:r>
              <a:rPr lang="en-US" dirty="0" smtClean="0"/>
              <a:t>(CSC-234)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MongoDB</a:t>
            </a:r>
            <a:r>
              <a:rPr lang="en-US" dirty="0" smtClean="0"/>
              <a:t> </a:t>
            </a:r>
            <a:r>
              <a:rPr lang="en-US" dirty="0" smtClean="0"/>
              <a:t>Queries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419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Finding with expressions &amp; comparison queries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290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743200"/>
            <a:ext cx="9144000" cy="11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834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78006"/>
            <a:ext cx="9144001" cy="290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4754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88" y="2209800"/>
            <a:ext cx="8993311" cy="286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2448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 to manual for complete list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https://docs.mongodb.com/manual/reference/operator/query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4954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Practice Exercise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Copy the following code into a Mongo terminal. It will create a collection of people, some of whom will have cats.</a:t>
            </a:r>
          </a:p>
          <a:p>
            <a:r>
              <a:rPr lang="en-US" dirty="0"/>
              <a:t>Optionally modify the code so that some people have piranhas, and some have dachshunds.</a:t>
            </a:r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23950"/>
            <a:ext cx="4162425" cy="5734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0219" y="5985559"/>
            <a:ext cx="406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://nicholasjohnson.com/mongo/course/workbook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6698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2807490"/>
            <a:ext cx="8839200" cy="14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175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87190"/>
            <a:ext cx="9144001" cy="288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8001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16" y="2057400"/>
            <a:ext cx="7369567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118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674" y="1417639"/>
            <a:ext cx="9190674" cy="457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8296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Load </a:t>
            </a:r>
            <a:r>
              <a:rPr lang="en-US" dirty="0" err="1" smtClean="0"/>
              <a:t>json</a:t>
            </a:r>
            <a:r>
              <a:rPr lang="en-US" dirty="0" smtClean="0"/>
              <a:t> file into atlas using console (</a:t>
            </a:r>
            <a:r>
              <a:rPr lang="en-US" dirty="0" err="1" smtClean="0"/>
              <a:t>mongoimport</a:t>
            </a:r>
            <a:r>
              <a:rPr lang="en-US" dirty="0" smtClean="0"/>
              <a:t>) or compass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https://docs.atlas.mongodb.com/import/mongoimport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6735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16" y="1524000"/>
            <a:ext cx="9051129" cy="373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659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On people </a:t>
            </a:r>
            <a:r>
              <a:rPr lang="en-US" dirty="0" err="1" smtClean="0"/>
              <a:t>db</a:t>
            </a:r>
            <a:r>
              <a:rPr lang="en-US" dirty="0" smtClean="0"/>
              <a:t> (created via script earlier)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82" y="2438399"/>
            <a:ext cx="8999618" cy="237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7283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62" y="1600200"/>
            <a:ext cx="9018738" cy="43910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451" y="0"/>
            <a:ext cx="3129549" cy="2027238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2971800" y="1905000"/>
            <a:ext cx="3810000" cy="3505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6732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Comparison (Find)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290" y="2057400"/>
            <a:ext cx="9082862" cy="281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9393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SQL Comparison (Projection)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5" y="2057400"/>
            <a:ext cx="9062357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139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37" y="2133600"/>
            <a:ext cx="9017063" cy="280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6077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is shown by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81" y="2133600"/>
            <a:ext cx="9147782" cy="305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3834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9150424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5971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0"/>
            <a:ext cx="852916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2182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on projection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https://docs.mongodb.com/manual/tutorial/project-fields-from-query-results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606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Count, limit, skip &amp; sort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1151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01" y="2057400"/>
            <a:ext cx="8852999" cy="33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0761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289" y="2466802"/>
            <a:ext cx="9156290" cy="188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9361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7073"/>
            <a:ext cx="9144000" cy="343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97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499404"/>
            <a:ext cx="9067800" cy="184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2337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8371"/>
            <a:ext cx="9144000" cy="309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0329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9" y="1981200"/>
            <a:ext cx="9015001" cy="344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9985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" y="2092940"/>
            <a:ext cx="9067800" cy="255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7061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121" y="1905000"/>
            <a:ext cx="9191121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1703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Lecture content </a:t>
            </a:r>
            <a:r>
              <a:rPr lang="en-US" i="1" dirty="0"/>
              <a:t>adapted from </a:t>
            </a:r>
            <a:r>
              <a:rPr lang="en-US" i="1" dirty="0">
                <a:hlinkClick r:id="rId2"/>
              </a:rPr>
              <a:t>https://docs.mongodb.com/manual</a:t>
            </a:r>
            <a:r>
              <a:rPr lang="en-US" i="1" dirty="0" smtClean="0">
                <a:hlinkClick r:id="rId2"/>
              </a:rPr>
              <a:t>/</a:t>
            </a:r>
            <a:r>
              <a:rPr lang="en-US" i="1" dirty="0"/>
              <a:t> &amp; </a:t>
            </a:r>
            <a:r>
              <a:rPr lang="en-US" i="1" dirty="0">
                <a:hlinkClick r:id="rId3"/>
              </a:rPr>
              <a:t>http://nicholasjohnson.com/mongo/course/workbook</a:t>
            </a:r>
            <a:r>
              <a:rPr lang="en-US" i="1" dirty="0" smtClean="0">
                <a:hlinkClick r:id="rId3"/>
              </a:rPr>
              <a:t>/</a:t>
            </a:r>
            <a:r>
              <a:rPr lang="en-US" i="1" dirty="0" smtClean="0"/>
              <a:t> 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xmlns="" val="83541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3142</TotalTime>
  <Words>139</Words>
  <Application>Microsoft Office PowerPoint</Application>
  <PresentationFormat>On-screen Show (4:3)</PresentationFormat>
  <Paragraphs>22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Advanced Database Management Systems (CSC-234)</vt:lpstr>
      <vt:lpstr>Finding with expressions &amp; comparison queries</vt:lpstr>
      <vt:lpstr>Slide 3</vt:lpstr>
      <vt:lpstr>Slide 4</vt:lpstr>
      <vt:lpstr>Slide 5</vt:lpstr>
      <vt:lpstr>Refer to manual for complete list</vt:lpstr>
      <vt:lpstr>Practice Exercise</vt:lpstr>
      <vt:lpstr>Practice Exercise</vt:lpstr>
      <vt:lpstr>Slide 9</vt:lpstr>
      <vt:lpstr>Slide 10</vt:lpstr>
      <vt:lpstr>Slide 11</vt:lpstr>
      <vt:lpstr>Load json file into atlas using console (mongoimport) or compass</vt:lpstr>
      <vt:lpstr>Slide 13</vt:lpstr>
      <vt:lpstr>On people db (created via script earlier)</vt:lpstr>
      <vt:lpstr>Slide 15</vt:lpstr>
      <vt:lpstr>SQL Comparison (Find)</vt:lpstr>
      <vt:lpstr>SQL Comparison (Projection)</vt:lpstr>
      <vt:lpstr>Slide 18</vt:lpstr>
      <vt:lpstr>ID is shown by default</vt:lpstr>
      <vt:lpstr>SQL Comparison</vt:lpstr>
      <vt:lpstr>Slide 21</vt:lpstr>
      <vt:lpstr>More on projection</vt:lpstr>
      <vt:lpstr>Count, limit, skip &amp; sort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Database Management Systems (CSC-302)</dc:title>
  <dc:creator>huda</dc:creator>
  <cp:lastModifiedBy>Pc</cp:lastModifiedBy>
  <cp:revision>262</cp:revision>
  <dcterms:created xsi:type="dcterms:W3CDTF">2006-08-16T00:00:00Z</dcterms:created>
  <dcterms:modified xsi:type="dcterms:W3CDTF">2025-05-10T04:06:15Z</dcterms:modified>
</cp:coreProperties>
</file>