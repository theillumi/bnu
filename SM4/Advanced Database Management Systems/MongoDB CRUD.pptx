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64" r:id="rId3"/>
    <p:sldId id="365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374" r:id="rId12"/>
    <p:sldId id="373" r:id="rId13"/>
    <p:sldId id="375" r:id="rId14"/>
    <p:sldId id="376" r:id="rId15"/>
    <p:sldId id="377" r:id="rId16"/>
    <p:sldId id="378" r:id="rId17"/>
    <p:sldId id="379" r:id="rId18"/>
    <p:sldId id="312" r:id="rId1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4" autoAdjust="0"/>
    <p:restoredTop sz="94662" autoAdjust="0"/>
  </p:normalViewPr>
  <p:slideViewPr>
    <p:cSldViewPr>
      <p:cViewPr varScale="1">
        <p:scale>
          <a:sx n="65" d="100"/>
          <a:sy n="65" d="100"/>
        </p:scale>
        <p:origin x="-14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8EBFE-7C47-4713-AD73-3A58AC56A3DD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F5678-42B6-4826-9AE4-CC5FDCB710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1786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docs.mongodb.org/manual/reference/method/js-cursor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nicholasjohnson.com/mongo/course/workbook/" TargetMode="External"/><Relationship Id="rId2" Type="http://schemas.openxmlformats.org/officeDocument/2006/relationships/hyperlink" Target="https://docs.mongodb.com/manual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Advanced Database Management Systems</a:t>
            </a:r>
            <a:br>
              <a:rPr lang="en-US" dirty="0" smtClean="0"/>
            </a:br>
            <a:r>
              <a:rPr lang="en-US" dirty="0" smtClean="0"/>
              <a:t>(CSC-234)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MongoDB</a:t>
            </a:r>
            <a:r>
              <a:rPr lang="en-US" dirty="0" smtClean="0"/>
              <a:t> </a:t>
            </a:r>
            <a:r>
              <a:rPr lang="en-US" dirty="0" smtClean="0"/>
              <a:t>CRUD 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419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Interacting with cursors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56495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456"/>
            <a:ext cx="9144000" cy="402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9318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18" y="1981200"/>
            <a:ext cx="9041182" cy="348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4499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3" y="2144713"/>
            <a:ext cx="9006387" cy="226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1459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 dirty="0">
                <a:hlinkClick r:id="rId2"/>
              </a:rPr>
              <a:t>http://docs.mongodb.org/manual/reference/method/js-cursor/</a:t>
            </a:r>
            <a:endParaRPr lang="en-US" sz="18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2" y="1905000"/>
            <a:ext cx="9064974" cy="30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34157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863" y="2657475"/>
            <a:ext cx="92297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11300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" y="1371600"/>
            <a:ext cx="9126794" cy="392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2878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2652"/>
            <a:ext cx="8991600" cy="210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36436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200"/>
            <a:ext cx="8764832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09116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19044"/>
            <a:ext cx="8991600" cy="205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35043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2433416"/>
            <a:ext cx="8839200" cy="212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98299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45989"/>
            <a:ext cx="9144001" cy="350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31535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2695575"/>
            <a:ext cx="863917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90385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1750"/>
            <a:ext cx="9144000" cy="1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13583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495515"/>
            <a:ext cx="9144001" cy="186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76445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2662518"/>
            <a:ext cx="8763000" cy="154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45552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/>
              <a:t>Lecture content </a:t>
            </a:r>
            <a:r>
              <a:rPr lang="en-US" i="1" dirty="0"/>
              <a:t>adapted from </a:t>
            </a:r>
            <a:r>
              <a:rPr lang="en-US" i="1" dirty="0">
                <a:hlinkClick r:id="rId2"/>
              </a:rPr>
              <a:t>https://docs.mongodb.com/manual</a:t>
            </a:r>
            <a:r>
              <a:rPr lang="en-US" i="1" dirty="0" smtClean="0">
                <a:hlinkClick r:id="rId2"/>
              </a:rPr>
              <a:t>/</a:t>
            </a:r>
            <a:r>
              <a:rPr lang="en-US" i="1" dirty="0"/>
              <a:t> &amp; </a:t>
            </a:r>
            <a:r>
              <a:rPr lang="en-US" i="1" dirty="0">
                <a:hlinkClick r:id="rId3"/>
              </a:rPr>
              <a:t>http://nicholasjohnson.com/mongo/course/workbook</a:t>
            </a:r>
            <a:r>
              <a:rPr lang="en-US" i="1" dirty="0" smtClean="0">
                <a:hlinkClick r:id="rId3"/>
              </a:rPr>
              <a:t>/</a:t>
            </a:r>
            <a:r>
              <a:rPr lang="en-US" i="1" dirty="0" smtClean="0"/>
              <a:t> 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xmlns="" val="83541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3231</TotalTime>
  <Words>27</Words>
  <Application>Microsoft Office PowerPoint</Application>
  <PresentationFormat>On-screen Show (4:3)</PresentationFormat>
  <Paragraphs>6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Advanced Database Management Systems (CSC-234)</vt:lpstr>
      <vt:lpstr>Interacting with cursors</vt:lpstr>
      <vt:lpstr>Slide 3</vt:lpstr>
      <vt:lpstr>Slide 4</vt:lpstr>
      <vt:lpstr>Slide 5</vt:lpstr>
      <vt:lpstr>http://docs.mongodb.org/manual/reference/method/js-cursor/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Database Management Systems (CSC-302)</dc:title>
  <dc:creator>huda</dc:creator>
  <cp:lastModifiedBy>Pc</cp:lastModifiedBy>
  <cp:revision>267</cp:revision>
  <dcterms:created xsi:type="dcterms:W3CDTF">2006-08-16T00:00:00Z</dcterms:created>
  <dcterms:modified xsi:type="dcterms:W3CDTF">2025-05-21T04:24:39Z</dcterms:modified>
</cp:coreProperties>
</file>