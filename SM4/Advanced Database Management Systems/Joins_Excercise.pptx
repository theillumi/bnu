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261" r:id="rId4"/>
    <p:sldId id="275" r:id="rId5"/>
    <p:sldId id="279" r:id="rId6"/>
    <p:sldId id="277" r:id="rId7"/>
    <p:sldId id="281" r:id="rId8"/>
    <p:sldId id="283" r:id="rId9"/>
    <p:sldId id="285"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3" d="100"/>
          <a:sy n="63" d="100"/>
        </p:scale>
        <p:origin x="-1506" y="-11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CD39195-FA37-45F6-BACD-EA076F14225A}" type="datetimeFigureOut">
              <a:rPr lang="en-US" smtClean="0"/>
              <a:pPr/>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C21E5-DBE4-40CE-A019-463506655D8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D39195-FA37-45F6-BACD-EA076F14225A}" type="datetimeFigureOut">
              <a:rPr lang="en-US" smtClean="0"/>
              <a:pPr/>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C21E5-DBE4-40CE-A019-463506655D8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CD39195-FA37-45F6-BACD-EA076F14225A}" type="datetimeFigureOut">
              <a:rPr lang="en-US" smtClean="0"/>
              <a:pPr/>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C21E5-DBE4-40CE-A019-463506655D8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CD39195-FA37-45F6-BACD-EA076F14225A}" type="datetimeFigureOut">
              <a:rPr lang="en-US" smtClean="0"/>
              <a:pPr/>
              <a:t>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DC21E5-DBE4-40CE-A019-463506655D8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CD39195-FA37-45F6-BACD-EA076F14225A}" type="datetimeFigureOut">
              <a:rPr lang="en-US" smtClean="0"/>
              <a:pPr/>
              <a:t>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DC21E5-DBE4-40CE-A019-463506655D8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CD39195-FA37-45F6-BACD-EA076F14225A}" type="datetimeFigureOut">
              <a:rPr lang="en-US" smtClean="0"/>
              <a:pPr/>
              <a:t>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DC21E5-DBE4-40CE-A019-463506655D8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D39195-FA37-45F6-BACD-EA076F14225A}" type="datetimeFigureOut">
              <a:rPr lang="en-US" smtClean="0"/>
              <a:pPr/>
              <a:t>2/25/2025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DC21E5-DBE4-40CE-A019-463506655D8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D39195-FA37-45F6-BACD-EA076F14225A}" type="datetimeFigureOut">
              <a:rPr lang="en-US" smtClean="0"/>
              <a:pPr/>
              <a:t>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DC21E5-DBE4-40CE-A019-463506655D8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D39195-FA37-45F6-BACD-EA076F14225A}" type="datetimeFigureOut">
              <a:rPr lang="en-US" smtClean="0"/>
              <a:pPr/>
              <a:t>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DC21E5-DBE4-40CE-A019-463506655D8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D39195-FA37-45F6-BACD-EA076F14225A}" type="datetimeFigureOut">
              <a:rPr lang="en-US" smtClean="0"/>
              <a:pPr/>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C21E5-DBE4-40CE-A019-463506655D8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D39195-FA37-45F6-BACD-EA076F14225A}" type="datetimeFigureOut">
              <a:rPr lang="en-US" smtClean="0"/>
              <a:pPr/>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C21E5-DBE4-40CE-A019-463506655D8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D39195-FA37-45F6-BACD-EA076F14225A}" type="datetimeFigureOut">
              <a:rPr lang="en-US" smtClean="0"/>
              <a:pPr/>
              <a:t>2/25/2025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DC21E5-DBE4-40CE-A019-463506655D8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SQL Joins - Exercise</a:t>
            </a:r>
            <a:endParaRPr lang="en-US" dirty="0"/>
          </a:p>
        </p:txBody>
      </p:sp>
      <p:sp>
        <p:nvSpPr>
          <p:cNvPr id="3" name="Subtitle 2"/>
          <p:cNvSpPr>
            <a:spLocks noGrp="1"/>
          </p:cNvSpPr>
          <p:nvPr>
            <p:ph type="subTitle" idx="1"/>
          </p:nvPr>
        </p:nvSpPr>
        <p:spPr/>
        <p:txBody>
          <a:bodyPr/>
          <a:lstStyle/>
          <a:p>
            <a:r>
              <a:rPr lang="en-US" dirty="0" smtClean="0"/>
              <a:t>Case </a:t>
            </a:r>
            <a:r>
              <a:rPr lang="en-US" dirty="0" smtClean="0"/>
              <a:t>Study</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Case Study: </a:t>
            </a:r>
            <a:r>
              <a:rPr lang="en-US" dirty="0" err="1" smtClean="0"/>
              <a:t>TechCorp</a:t>
            </a:r>
            <a:r>
              <a:rPr lang="en-US" dirty="0" smtClean="0"/>
              <a:t> Database Join Challenge</a:t>
            </a:r>
            <a:endParaRPr lang="en-US" dirty="0"/>
          </a:p>
        </p:txBody>
      </p:sp>
      <p:sp>
        <p:nvSpPr>
          <p:cNvPr id="3" name="Content Placeholder 2"/>
          <p:cNvSpPr>
            <a:spLocks noGrp="1"/>
          </p:cNvSpPr>
          <p:nvPr>
            <p:ph idx="1"/>
          </p:nvPr>
        </p:nvSpPr>
        <p:spPr/>
        <p:txBody>
          <a:bodyPr/>
          <a:lstStyle/>
          <a:p>
            <a:pPr algn="just"/>
            <a:r>
              <a:rPr lang="en-US" dirty="0" err="1" smtClean="0"/>
              <a:t>TechCorp</a:t>
            </a:r>
            <a:r>
              <a:rPr lang="en-US" dirty="0" smtClean="0"/>
              <a:t> maintains a relational database to manage information about its employees, departments, projects, training sessions, and services offered. The following tables are part of the database:</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57200" y="228600"/>
            <a:ext cx="4040188" cy="6324600"/>
          </a:xfrm>
        </p:spPr>
        <p:txBody>
          <a:bodyPr/>
          <a:lstStyle/>
          <a:p>
            <a:pPr marL="457200" indent="-457200">
              <a:buNone/>
            </a:pPr>
            <a:r>
              <a:rPr lang="en-US" b="1" dirty="0" smtClean="0"/>
              <a:t>Employees</a:t>
            </a:r>
            <a:endParaRPr lang="en-US" dirty="0" smtClean="0"/>
          </a:p>
          <a:p>
            <a:r>
              <a:rPr lang="en-US" dirty="0" err="1" smtClean="0"/>
              <a:t>employee_id</a:t>
            </a:r>
            <a:r>
              <a:rPr lang="en-US" dirty="0" smtClean="0"/>
              <a:t> (Primary Key)</a:t>
            </a:r>
          </a:p>
          <a:p>
            <a:r>
              <a:rPr lang="en-US" dirty="0" err="1" smtClean="0"/>
              <a:t>employee_name</a:t>
            </a:r>
            <a:endParaRPr lang="en-US" dirty="0" smtClean="0"/>
          </a:p>
          <a:p>
            <a:r>
              <a:rPr lang="en-US" dirty="0" err="1" smtClean="0"/>
              <a:t>dept_id</a:t>
            </a:r>
            <a:r>
              <a:rPr lang="en-US" dirty="0" smtClean="0"/>
              <a:t> (Foreign Key to Departments)</a:t>
            </a:r>
          </a:p>
          <a:p>
            <a:r>
              <a:rPr lang="en-US" dirty="0" err="1" smtClean="0"/>
              <a:t>manager_id</a:t>
            </a:r>
            <a:r>
              <a:rPr lang="en-US" dirty="0" smtClean="0"/>
              <a:t> (References </a:t>
            </a:r>
            <a:r>
              <a:rPr lang="en-US" dirty="0" err="1" smtClean="0"/>
              <a:t>employee_id</a:t>
            </a:r>
            <a:r>
              <a:rPr lang="en-US" dirty="0" smtClean="0"/>
              <a:t> within the same table)</a:t>
            </a:r>
          </a:p>
          <a:p>
            <a:pPr marL="457200" indent="-457200">
              <a:buNone/>
            </a:pPr>
            <a:r>
              <a:rPr lang="en-US" b="1" dirty="0" smtClean="0"/>
              <a:t>Departments</a:t>
            </a:r>
            <a:endParaRPr lang="en-US" dirty="0" smtClean="0"/>
          </a:p>
          <a:p>
            <a:r>
              <a:rPr lang="en-US" dirty="0" err="1" smtClean="0"/>
              <a:t>dept_id</a:t>
            </a:r>
            <a:r>
              <a:rPr lang="en-US" dirty="0" smtClean="0"/>
              <a:t> (Primary Key)</a:t>
            </a:r>
          </a:p>
          <a:p>
            <a:r>
              <a:rPr lang="en-US" dirty="0" err="1" smtClean="0"/>
              <a:t>dept_name</a:t>
            </a:r>
            <a:endParaRPr lang="en-US" dirty="0" smtClean="0"/>
          </a:p>
          <a:p>
            <a:pPr>
              <a:buNone/>
            </a:pPr>
            <a:r>
              <a:rPr lang="en-US" b="1" dirty="0" smtClean="0"/>
              <a:t>Services</a:t>
            </a:r>
            <a:endParaRPr lang="en-US" dirty="0" smtClean="0"/>
          </a:p>
          <a:p>
            <a:r>
              <a:rPr lang="en-US" dirty="0" err="1" smtClean="0"/>
              <a:t>service_id</a:t>
            </a:r>
            <a:r>
              <a:rPr lang="en-US" dirty="0" smtClean="0"/>
              <a:t> (Primary Key)</a:t>
            </a:r>
          </a:p>
          <a:p>
            <a:r>
              <a:rPr lang="en-US" dirty="0" err="1" smtClean="0"/>
              <a:t>service_name</a:t>
            </a:r>
            <a:endParaRPr lang="en-US" dirty="0" smtClean="0"/>
          </a:p>
          <a:p>
            <a:pPr>
              <a:buNone/>
            </a:pPr>
            <a:endParaRPr lang="en-US" dirty="0" smtClean="0"/>
          </a:p>
          <a:p>
            <a:pPr>
              <a:buNone/>
            </a:pPr>
            <a:endParaRPr lang="en-US" dirty="0" smtClean="0"/>
          </a:p>
          <a:p>
            <a:pPr>
              <a:buNone/>
            </a:pPr>
            <a:endParaRPr lang="en-US" dirty="0" smtClean="0"/>
          </a:p>
          <a:p>
            <a:endParaRPr lang="en-US" dirty="0"/>
          </a:p>
        </p:txBody>
      </p:sp>
      <p:sp>
        <p:nvSpPr>
          <p:cNvPr id="6" name="Content Placeholder 5"/>
          <p:cNvSpPr>
            <a:spLocks noGrp="1"/>
          </p:cNvSpPr>
          <p:nvPr>
            <p:ph sz="quarter" idx="4"/>
          </p:nvPr>
        </p:nvSpPr>
        <p:spPr>
          <a:xfrm>
            <a:off x="4645025" y="228600"/>
            <a:ext cx="4041775" cy="6248400"/>
          </a:xfrm>
        </p:spPr>
        <p:txBody>
          <a:bodyPr/>
          <a:lstStyle/>
          <a:p>
            <a:pPr>
              <a:buNone/>
            </a:pPr>
            <a:r>
              <a:rPr lang="en-US" b="1" dirty="0" smtClean="0"/>
              <a:t>Projects</a:t>
            </a:r>
            <a:endParaRPr lang="en-US" dirty="0" smtClean="0"/>
          </a:p>
          <a:p>
            <a:r>
              <a:rPr lang="en-US" dirty="0" err="1" smtClean="0"/>
              <a:t>project_id</a:t>
            </a:r>
            <a:r>
              <a:rPr lang="en-US" dirty="0" smtClean="0"/>
              <a:t> (Primary Key)</a:t>
            </a:r>
          </a:p>
          <a:p>
            <a:r>
              <a:rPr lang="en-US" dirty="0" err="1" smtClean="0"/>
              <a:t>project_name</a:t>
            </a:r>
            <a:endParaRPr lang="en-US" dirty="0" smtClean="0"/>
          </a:p>
          <a:p>
            <a:r>
              <a:rPr lang="en-US" dirty="0" err="1" smtClean="0"/>
              <a:t>employee_id</a:t>
            </a:r>
            <a:r>
              <a:rPr lang="en-US" dirty="0" smtClean="0"/>
              <a:t> (Foreign Key to Employees; the employee assigned to the project)</a:t>
            </a:r>
          </a:p>
          <a:p>
            <a:pPr>
              <a:buNone/>
            </a:pPr>
            <a:endParaRPr lang="en-US" dirty="0" smtClean="0"/>
          </a:p>
          <a:p>
            <a:pPr>
              <a:buNone/>
            </a:pPr>
            <a:r>
              <a:rPr lang="en-US" b="1" dirty="0" err="1"/>
              <a:t>T</a:t>
            </a:r>
            <a:r>
              <a:rPr lang="en-US" b="1" dirty="0" err="1" smtClean="0"/>
              <a:t>raining_Sessions</a:t>
            </a:r>
            <a:endParaRPr lang="en-US" dirty="0" smtClean="0"/>
          </a:p>
          <a:p>
            <a:r>
              <a:rPr lang="en-US" dirty="0" err="1" smtClean="0"/>
              <a:t>session_id</a:t>
            </a:r>
            <a:r>
              <a:rPr lang="en-US" dirty="0" smtClean="0"/>
              <a:t> (Primary Key)</a:t>
            </a:r>
          </a:p>
          <a:p>
            <a:r>
              <a:rPr lang="en-US" dirty="0" err="1" smtClean="0"/>
              <a:t>employee_id</a:t>
            </a:r>
            <a:r>
              <a:rPr lang="en-US" dirty="0" smtClean="0"/>
              <a:t> (Foreign Key to Employees; the employee who attended)</a:t>
            </a:r>
          </a:p>
          <a:p>
            <a:r>
              <a:rPr lang="en-US" dirty="0" err="1" smtClean="0"/>
              <a:t>session_topic</a:t>
            </a:r>
            <a:endParaRPr lang="en-US" dirty="0" smtClean="0"/>
          </a:p>
          <a:p>
            <a:r>
              <a:rPr lang="en-US" dirty="0" err="1" smtClean="0"/>
              <a:t>session_date</a:t>
            </a:r>
            <a:endParaRPr lang="en-US" dirty="0" smtClean="0"/>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1</a:t>
            </a:r>
            <a:endParaRPr lang="en-US" dirty="0"/>
          </a:p>
        </p:txBody>
      </p:sp>
      <p:sp>
        <p:nvSpPr>
          <p:cNvPr id="3" name="Content Placeholder 2"/>
          <p:cNvSpPr>
            <a:spLocks noGrp="1"/>
          </p:cNvSpPr>
          <p:nvPr>
            <p:ph idx="1"/>
          </p:nvPr>
        </p:nvSpPr>
        <p:spPr/>
        <p:txBody>
          <a:bodyPr/>
          <a:lstStyle/>
          <a:p>
            <a:pPr algn="just"/>
            <a:r>
              <a:rPr lang="en-US" dirty="0" smtClean="0"/>
              <a:t>List each employee along with the name of the department they belong to.</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2</a:t>
            </a:r>
            <a:endParaRPr lang="en-US" dirty="0"/>
          </a:p>
        </p:txBody>
      </p:sp>
      <p:sp>
        <p:nvSpPr>
          <p:cNvPr id="3" name="Content Placeholder 2"/>
          <p:cNvSpPr>
            <a:spLocks noGrp="1"/>
          </p:cNvSpPr>
          <p:nvPr>
            <p:ph idx="1"/>
          </p:nvPr>
        </p:nvSpPr>
        <p:spPr/>
        <p:txBody>
          <a:bodyPr/>
          <a:lstStyle/>
          <a:p>
            <a:pPr algn="just"/>
            <a:r>
              <a:rPr lang="en-US" dirty="0" smtClean="0"/>
              <a:t>List all departments along with the employees working in each department, including departments that might not have any employees assigned.</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3</a:t>
            </a:r>
            <a:endParaRPr lang="en-US" dirty="0"/>
          </a:p>
        </p:txBody>
      </p:sp>
      <p:sp>
        <p:nvSpPr>
          <p:cNvPr id="3" name="Content Placeholder 2"/>
          <p:cNvSpPr>
            <a:spLocks noGrp="1"/>
          </p:cNvSpPr>
          <p:nvPr>
            <p:ph idx="1"/>
          </p:nvPr>
        </p:nvSpPr>
        <p:spPr/>
        <p:txBody>
          <a:bodyPr/>
          <a:lstStyle/>
          <a:p>
            <a:pPr algn="just"/>
            <a:r>
              <a:rPr lang="en-US" dirty="0" smtClean="0"/>
              <a:t>List all employees along with any project they are working on. Ensure that employees without an assigned project are also included in the results.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4</a:t>
            </a:r>
            <a:endParaRPr lang="en-US" dirty="0"/>
          </a:p>
        </p:txBody>
      </p:sp>
      <p:sp>
        <p:nvSpPr>
          <p:cNvPr id="3" name="Content Placeholder 2"/>
          <p:cNvSpPr>
            <a:spLocks noGrp="1"/>
          </p:cNvSpPr>
          <p:nvPr>
            <p:ph idx="1"/>
          </p:nvPr>
        </p:nvSpPr>
        <p:spPr/>
        <p:txBody>
          <a:bodyPr/>
          <a:lstStyle/>
          <a:p>
            <a:pPr algn="just"/>
            <a:r>
              <a:rPr lang="en-US" dirty="0" smtClean="0"/>
              <a:t>Generate a complete list that combines employee details with their training sessions, pairing them where available. Include employees who have not attended any training and training sessions that are not linked to an employee (if any).</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5</a:t>
            </a:r>
            <a:endParaRPr lang="en-US" dirty="0"/>
          </a:p>
        </p:txBody>
      </p:sp>
      <p:sp>
        <p:nvSpPr>
          <p:cNvPr id="3" name="Content Placeholder 2"/>
          <p:cNvSpPr>
            <a:spLocks noGrp="1"/>
          </p:cNvSpPr>
          <p:nvPr>
            <p:ph idx="1"/>
          </p:nvPr>
        </p:nvSpPr>
        <p:spPr/>
        <p:txBody>
          <a:bodyPr/>
          <a:lstStyle/>
          <a:p>
            <a:pPr algn="just"/>
            <a:r>
              <a:rPr lang="en-US" dirty="0" smtClean="0"/>
              <a:t>List each employee along with the name of their manager from the same Employees table.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6</a:t>
            </a:r>
            <a:endParaRPr lang="en-US" dirty="0"/>
          </a:p>
        </p:txBody>
      </p:sp>
      <p:sp>
        <p:nvSpPr>
          <p:cNvPr id="3" name="Content Placeholder 2"/>
          <p:cNvSpPr>
            <a:spLocks noGrp="1"/>
          </p:cNvSpPr>
          <p:nvPr>
            <p:ph idx="1"/>
          </p:nvPr>
        </p:nvSpPr>
        <p:spPr/>
        <p:txBody>
          <a:bodyPr/>
          <a:lstStyle/>
          <a:p>
            <a:pPr algn="just"/>
            <a:r>
              <a:rPr lang="en-US" dirty="0" smtClean="0"/>
              <a:t>Generate a list of all possible combinations of employees and the services offered by </a:t>
            </a:r>
            <a:r>
              <a:rPr lang="en-US" dirty="0" err="1" smtClean="0"/>
              <a:t>TechCorp</a:t>
            </a:r>
            <a:r>
              <a:rPr lang="en-US" dirty="0" smtClean="0"/>
              <a:t>. This will help the marketing team explore potential service-employee pairings for future initiatives.</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TotalTime>
  <Words>283</Words>
  <Application>Microsoft Office PowerPoint</Application>
  <PresentationFormat>On-screen Show (4:3)</PresentationFormat>
  <Paragraphs>39</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SQL Joins - Exercise</vt:lpstr>
      <vt:lpstr>Case Study: TechCorp Database Join Challenge</vt:lpstr>
      <vt:lpstr>Slide 3</vt:lpstr>
      <vt:lpstr>Task 1</vt:lpstr>
      <vt:lpstr>Task 2</vt:lpstr>
      <vt:lpstr>Task 3</vt:lpstr>
      <vt:lpstr>Task 4</vt:lpstr>
      <vt:lpstr>Task 5</vt:lpstr>
      <vt:lpstr>Task 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Pc</dc:creator>
  <cp:lastModifiedBy>Pc</cp:lastModifiedBy>
  <cp:revision>16</cp:revision>
  <dcterms:created xsi:type="dcterms:W3CDTF">2025-02-24T05:01:19Z</dcterms:created>
  <dcterms:modified xsi:type="dcterms:W3CDTF">2025-02-25T03:58:01Z</dcterms:modified>
</cp:coreProperties>
</file>