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</p:sldMasterIdLst>
  <p:notesMasterIdLst>
    <p:notesMasterId r:id="rId22"/>
  </p:notesMasterIdLst>
  <p:sldIdLst>
    <p:sldId id="256" r:id="rId20"/>
    <p:sldId id="527" r:id="rId21"/>
    <p:sldId id="530" r:id="rId23"/>
    <p:sldId id="536" r:id="rId24"/>
    <p:sldId id="543" r:id="rId25"/>
    <p:sldId id="545" r:id="rId26"/>
    <p:sldId id="557" r:id="rId27"/>
    <p:sldId id="560" r:id="rId28"/>
    <p:sldId id="563" r:id="rId29"/>
    <p:sldId id="561" r:id="rId30"/>
    <p:sldId id="562" r:id="rId31"/>
    <p:sldId id="564" r:id="rId32"/>
    <p:sldId id="568" r:id="rId33"/>
    <p:sldId id="566" r:id="rId34"/>
    <p:sldId id="567" r:id="rId35"/>
    <p:sldId id="565" r:id="rId36"/>
    <p:sldId id="570" r:id="rId37"/>
    <p:sldId id="569" r:id="rId38"/>
    <p:sldId id="571" r:id="rId39"/>
    <p:sldId id="572" r:id="rId40"/>
    <p:sldId id="573" r:id="rId41"/>
    <p:sldId id="574" r:id="rId42"/>
    <p:sldId id="575" r:id="rId43"/>
    <p:sldId id="576" r:id="rId44"/>
    <p:sldId id="577" r:id="rId45"/>
    <p:sldId id="578" r:id="rId46"/>
    <p:sldId id="591" r:id="rId47"/>
    <p:sldId id="580" r:id="rId48"/>
    <p:sldId id="581" r:id="rId49"/>
    <p:sldId id="587" r:id="rId50"/>
    <p:sldId id="379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31.xml"/><Relationship Id="rId50" Type="http://schemas.openxmlformats.org/officeDocument/2006/relationships/slide" Target="slides/slide3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9.xml"/><Relationship Id="rId48" Type="http://schemas.openxmlformats.org/officeDocument/2006/relationships/slide" Target="slides/slide28.xml"/><Relationship Id="rId47" Type="http://schemas.openxmlformats.org/officeDocument/2006/relationships/slide" Target="slides/slide27.xml"/><Relationship Id="rId46" Type="http://schemas.openxmlformats.org/officeDocument/2006/relationships/slide" Target="slides/slide26.xml"/><Relationship Id="rId45" Type="http://schemas.openxmlformats.org/officeDocument/2006/relationships/slide" Target="slides/slide25.xml"/><Relationship Id="rId44" Type="http://schemas.openxmlformats.org/officeDocument/2006/relationships/slide" Target="slides/slide24.xml"/><Relationship Id="rId43" Type="http://schemas.openxmlformats.org/officeDocument/2006/relationships/slide" Target="slides/slide23.xml"/><Relationship Id="rId42" Type="http://schemas.openxmlformats.org/officeDocument/2006/relationships/slide" Target="slides/slide22.xml"/><Relationship Id="rId41" Type="http://schemas.openxmlformats.org/officeDocument/2006/relationships/slide" Target="slides/slide21.xml"/><Relationship Id="rId40" Type="http://schemas.openxmlformats.org/officeDocument/2006/relationships/slide" Target="slides/slide2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9.xml"/><Relationship Id="rId38" Type="http://schemas.openxmlformats.org/officeDocument/2006/relationships/slide" Target="slides/slide18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example after this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2" Type="http://schemas.openxmlformats.org/officeDocument/2006/relationships/theme" Target="../theme/theme15.xml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2" Type="http://schemas.openxmlformats.org/officeDocument/2006/relationships/theme" Target="../theme/theme16.xml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2" Type="http://schemas.openxmlformats.org/officeDocument/2006/relationships/theme" Target="../theme/theme17.xml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2" Type="http://schemas.openxmlformats.org/officeDocument/2006/relationships/theme" Target="../theme/theme18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9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2.xml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5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9.xml"/><Relationship Id="rId1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7.xml"/><Relationship Id="rId1" Type="http://schemas.openxmlformats.org/officeDocument/2006/relationships/image" Target="../media/image2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12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2-04-2025 at 10.4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186940"/>
            <a:ext cx="8229600" cy="2239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/>
              <a:t>The set of shifting and rotation instructions is one of the most useful set in any processor’s instruction set</a:t>
            </a:r>
            <a:endParaRPr lang="en-US" sz="2400"/>
          </a:p>
          <a:p>
            <a:pPr algn="just"/>
            <a:r>
              <a:rPr lang="en-US" sz="2400"/>
              <a:t>They simplify really complex tasks to a very neat and concise algorithm</a:t>
            </a:r>
            <a:endParaRPr lang="en-US" sz="2400"/>
          </a:p>
          <a:p>
            <a:pPr algn="just"/>
            <a:r>
              <a:rPr lang="en-US" sz="2400"/>
              <a:t>The shifting and rotation operations which are available in our processor are mentioned in the next slide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latin typeface="Verdana Bold" panose="020B0604030504040204" charset="0"/>
                <a:cs typeface="Verdana Bold" panose="020B0604030504040204" charset="0"/>
              </a:rPr>
              <a:t>4.2. SHIFTING AND ROTATIONS</a:t>
            </a:r>
            <a:endParaRPr lang="en-US" b="1">
              <a:latin typeface="Verdana Bold" panose="020B0604030504040204" charset="0"/>
              <a:cs typeface="Verdana Bold" panose="020B060403050404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060" y="751840"/>
            <a:ext cx="8424545" cy="5492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3.) Shift Arithmetic Left (SAL)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3.) Shift Arithmetic Left (SAL)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4" name="Content Placeholder 2" descr="Image 24-04-2024 at 1.1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64030"/>
            <a:ext cx="8229600" cy="4194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4.) Shift Arithmetic Right (SAR)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4-04-2024 at 1.2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6540" y="1600200"/>
            <a:ext cx="8630920" cy="454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4.) Shift Arithmetic Right (SAR)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2-04-2025 at 11.3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77060"/>
            <a:ext cx="8229600" cy="31038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4.) Shift Arithmetic Right (SAR)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4-04-2024 at 1.2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" y="1447800"/>
            <a:ext cx="8686800" cy="49218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4.) Shift Arithmetic Right (SAR)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4-04-2024 at 1.2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600200"/>
            <a:ext cx="8229600" cy="41897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4.) Shift Arithmetic Right (SAR)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5.) Rotate Left (ROL)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4-04-2024 at 1.2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752600"/>
            <a:ext cx="8686800" cy="35483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5.) Rotate Left (ROL)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5.) Rotate Left (ROL)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5" name="Content Placeholder 4" descr="Image 22-04-2025 at 11.59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28800"/>
            <a:ext cx="8229600" cy="33254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4-04-2024 at 1.2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7495" y="1371600"/>
            <a:ext cx="8589010" cy="50171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5.) Rotate Left (ROL)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228600" y="2362200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6.) Rotate Right (ROR)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4-04-2024 at 1.3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447800"/>
            <a:ext cx="8700770" cy="3702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6.) Rotate Right (ROR)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6.) Rotate Right (ROR)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5" name="Content Placeholder 4" descr="Image 22-04-2025 at 11.5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52600"/>
            <a:ext cx="8229600" cy="3164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4-04-2024 at 1.3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600200"/>
            <a:ext cx="8582025" cy="37922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6.) Rotate Right (ROR)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7.) Rotate Carry Left (RCL)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4-04-2024 at 1.5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" y="1600200"/>
            <a:ext cx="8679180" cy="4520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7.) Rotate Carry Left (RCL)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7.) Rotate Carry Left (RCL)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5" name="Content Placeholder 4" descr="Image 22-04-2025 at 12.0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24000"/>
            <a:ext cx="8229600" cy="31515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8.) Rotate Carry Right (RCR)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8.) Rotate Carry Right (RCR)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5" name="Content Placeholder 3" descr="Image 24-04-2024 at 1.5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52600"/>
            <a:ext cx="8229600" cy="3387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8.) Rotate Carry Right (RCR)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4" name="Content Placeholder 3" descr="Image 22-04-2025 at 12.0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828800"/>
            <a:ext cx="8229600" cy="30054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9.) Shift Left Double  (SHLD)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4-04-2024 at 1.5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447800"/>
            <a:ext cx="8505825" cy="500507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9.) </a:t>
            </a:r>
            <a:r>
              <a:rPr sz="3600" b="1">
                <a:latin typeface="Arial Bold" panose="020B0604020202020204" charset="0"/>
                <a:cs typeface="Arial Bold" panose="020B0604020202020204" charset="0"/>
                <a:sym typeface="+mn-ea"/>
              </a:rPr>
              <a:t>Shift Left Double  (SHLD)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10.) Shift Right Double  (SHRD)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4-04-2024 at 1.5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447800"/>
            <a:ext cx="8672830" cy="49396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10.) </a:t>
            </a:r>
            <a:r>
              <a:rPr sz="3600" b="1">
                <a:latin typeface="Arial Bold" panose="020B0604020202020204" charset="0"/>
                <a:cs typeface="Arial Bold" panose="020B0604020202020204" charset="0"/>
                <a:sym typeface="+mn-ea"/>
              </a:rPr>
              <a:t>Shift Right Double  (SHRD)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1676400"/>
            <a:ext cx="8229600" cy="2936240"/>
          </a:xfrm>
        </p:spPr>
        <p:txBody>
          <a:bodyPr>
            <a:normAutofit/>
          </a:bodyPr>
          <a:p>
            <a:pPr marL="0" indent="0" algn="l">
              <a:buNone/>
            </a:pPr>
            <a:r>
              <a:rPr lang="en-US" sz="2800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</a:rPr>
              <a:t>Announcement :</a:t>
            </a:r>
            <a:r>
              <a:rPr lang="en-US" sz="5335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</a:rPr>
              <a:t> </a:t>
            </a:r>
            <a:endParaRPr lang="en-US" sz="5335" b="1">
              <a:solidFill>
                <a:srgbClr val="FF0000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ctr">
              <a:buNone/>
            </a:pPr>
            <a:r>
              <a:rPr lang="en-US" sz="2000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“Quiz 3 in next class”</a:t>
            </a:r>
            <a:endParaRPr lang="en-US" sz="2000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ctr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  <a:sym typeface="+mn-ea"/>
              </a:rPr>
              <a:t>Date: (30-4-2025) / Wednesday</a:t>
            </a:r>
            <a:endParaRPr lang="en-US" sz="2000" b="1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ctr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Syallabus : Chap 4 (Shifting and Rotatiion)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1177</Words>
  <Application>WPS Presentation</Application>
  <PresentationFormat>On-screen Show (4:3)</PresentationFormat>
  <Paragraphs>77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31</vt:i4>
      </vt:variant>
    </vt:vector>
  </HeadingPairs>
  <TitlesOfParts>
    <vt:vector size="63" baseType="lpstr">
      <vt:lpstr>Arial</vt:lpstr>
      <vt:lpstr>SimSun</vt:lpstr>
      <vt:lpstr>Wingdings</vt:lpstr>
      <vt:lpstr>Wingdings 2</vt:lpstr>
      <vt:lpstr>Wingdings 2</vt:lpstr>
      <vt:lpstr>Verdana Bold</vt:lpstr>
      <vt:lpstr>Arial Bold</vt:lpstr>
      <vt:lpstr>Verdana</vt:lpstr>
      <vt:lpstr>Microsoft YaHei</vt:lpstr>
      <vt:lpstr>汉仪旗黑</vt:lpstr>
      <vt:lpstr>Calibri</vt:lpstr>
      <vt:lpstr>Helvetica Neue</vt:lpstr>
      <vt:lpstr>宋体-简</vt:lpstr>
      <vt:lpstr>Arial Unicode MS</vt:lpstr>
      <vt:lpstr>Paper</vt:lpstr>
      <vt:lpstr>1_Paper</vt:lpstr>
      <vt:lpstr>2_Paper</vt:lpstr>
      <vt:lpstr>3_Paper</vt:lpstr>
      <vt:lpstr>4_Paper</vt:lpstr>
      <vt:lpstr>5_Paper</vt:lpstr>
      <vt:lpstr>6_Paper</vt:lpstr>
      <vt:lpstr>7_Paper</vt:lpstr>
      <vt:lpstr>8_Paper</vt:lpstr>
      <vt:lpstr>9_Paper</vt:lpstr>
      <vt:lpstr>10_Paper</vt:lpstr>
      <vt:lpstr>11_Paper</vt:lpstr>
      <vt:lpstr>12_Paper</vt:lpstr>
      <vt:lpstr>13_Paper</vt:lpstr>
      <vt:lpstr>14_Paper</vt:lpstr>
      <vt:lpstr>16_Paper</vt:lpstr>
      <vt:lpstr>17_Paper</vt:lpstr>
      <vt:lpstr>18_Paper</vt:lpstr>
      <vt:lpstr>Computer Organization &amp; Assembly Language (CSC-236)</vt:lpstr>
      <vt:lpstr>PowerPoint 演示文稿</vt:lpstr>
      <vt:lpstr>4.2. SHIFTING AND ROTATIONS</vt:lpstr>
      <vt:lpstr>PowerPoint 演示文稿</vt:lpstr>
      <vt:lpstr>PowerPoint 演示文稿</vt:lpstr>
      <vt:lpstr>3.) Shift Arithmetic Left (SAL)</vt:lpstr>
      <vt:lpstr>PowerPoint 演示文稿</vt:lpstr>
      <vt:lpstr>4.) Shift Arithmetic Right (SAR)</vt:lpstr>
      <vt:lpstr>4.) Shift Arithmetic Right (SAR)</vt:lpstr>
      <vt:lpstr>4.) Shift Arithmetic Right (SAR)</vt:lpstr>
      <vt:lpstr>4.) Shift Arithmetic Right (SAR)</vt:lpstr>
      <vt:lpstr>PowerPoint 演示文稿</vt:lpstr>
      <vt:lpstr>5.) Rotate Left (ROL)</vt:lpstr>
      <vt:lpstr>5.) Rotate Left (ROL)</vt:lpstr>
      <vt:lpstr>5.) Rotate Left (ROL)</vt:lpstr>
      <vt:lpstr>PowerPoint 演示文稿</vt:lpstr>
      <vt:lpstr>6.) Rotate Right (ROR)</vt:lpstr>
      <vt:lpstr>6.) Rotate Right (ROR)</vt:lpstr>
      <vt:lpstr>6.) Rotate Right (ROR)</vt:lpstr>
      <vt:lpstr>PowerPoint 演示文稿</vt:lpstr>
      <vt:lpstr>7.) Rotate Carry Left (RCL)</vt:lpstr>
      <vt:lpstr>7.) Rotate Carry Left (RCL)</vt:lpstr>
      <vt:lpstr>PowerPoint 演示文稿</vt:lpstr>
      <vt:lpstr>8.) Rotate Carry Right (RCR)</vt:lpstr>
      <vt:lpstr>8.) Rotate Carry Right (RCR)</vt:lpstr>
      <vt:lpstr>PowerPoint 演示文稿</vt:lpstr>
      <vt:lpstr>9.) Shift Left Double  (SHLD)</vt:lpstr>
      <vt:lpstr>PowerPoint 演示文稿</vt:lpstr>
      <vt:lpstr>10.) Shift Right Double  (SHRD)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261</cp:revision>
  <dcterms:created xsi:type="dcterms:W3CDTF">2025-04-28T11:32:52Z</dcterms:created>
  <dcterms:modified xsi:type="dcterms:W3CDTF">2025-04-28T11:32:52Z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