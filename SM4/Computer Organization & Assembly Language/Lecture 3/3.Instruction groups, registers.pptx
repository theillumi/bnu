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364" r:id="rId4"/>
    <p:sldId id="365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2" r:id="rId19"/>
    <p:sldId id="37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3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OPERAND TYPES</a:t>
            </a:r>
            <a:endParaRPr lang="en-US"/>
          </a:p>
        </p:txBody>
      </p:sp>
      <p:pic>
        <p:nvPicPr>
          <p:cNvPr id="4" name="Content Placeholder 3" descr="Image 14-02-2024 at 1.2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2760" y="1524000"/>
            <a:ext cx="8193405" cy="511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OPERAND TYPES</a:t>
            </a:r>
            <a:endParaRPr lang="en-US"/>
          </a:p>
        </p:txBody>
      </p:sp>
      <p:pic>
        <p:nvPicPr>
          <p:cNvPr id="4" name="Content Placeholder 3" descr="Image 14-02-2024 at 1.2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24000"/>
            <a:ext cx="8229600" cy="5060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Memory</a:t>
            </a:r>
            <a:endParaRPr lang="en-US"/>
          </a:p>
        </p:txBody>
      </p:sp>
      <p:pic>
        <p:nvPicPr>
          <p:cNvPr id="4" name="Content Placeholder 3" descr="Image 24-02-2025 at 11.4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877820"/>
            <a:ext cx="8229600" cy="1863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Memory</a:t>
            </a:r>
            <a:endParaRPr lang="en-US"/>
          </a:p>
        </p:txBody>
      </p:sp>
      <p:pic>
        <p:nvPicPr>
          <p:cNvPr id="5" name="Content Placeholder 4" descr="Image 24-02-2025 at 11.4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037715"/>
            <a:ext cx="8229600" cy="35439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Memory</a:t>
            </a:r>
            <a:endParaRPr lang="en-US"/>
          </a:p>
        </p:txBody>
      </p:sp>
      <p:pic>
        <p:nvPicPr>
          <p:cNvPr id="4" name="Content Placeholder 3" descr="Image 24-02-2025 at 11.51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0220" y="1718945"/>
            <a:ext cx="8162925" cy="4554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1) General Purpose Registers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4" name="Picture 3" descr="Image 24-02-2025 at 12.05 PM (1)"/>
          <p:cNvPicPr>
            <a:picLocks noChangeAspect="1"/>
          </p:cNvPicPr>
          <p:nvPr/>
        </p:nvPicPr>
        <p:blipFill>
          <a:blip r:embed="rId1"/>
          <a:srcRect t="20000" r="60847"/>
          <a:stretch>
            <a:fillRect/>
          </a:stretch>
        </p:blipFill>
        <p:spPr>
          <a:xfrm>
            <a:off x="2133600" y="2590800"/>
            <a:ext cx="4957445" cy="2724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1.) General Purpose Registers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5" name="Picture 4" descr="Image 24-02-2025 at 12.05 PM (1)"/>
          <p:cNvPicPr>
            <a:picLocks noChangeAspect="1"/>
          </p:cNvPicPr>
          <p:nvPr/>
        </p:nvPicPr>
        <p:blipFill>
          <a:blip r:embed="rId1"/>
          <a:srcRect t="16170"/>
          <a:stretch>
            <a:fillRect/>
          </a:stretch>
        </p:blipFill>
        <p:spPr>
          <a:xfrm>
            <a:off x="76200" y="2743200"/>
            <a:ext cx="8940165" cy="2195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2.) Segment Regisers 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6" name="Picture 5" descr="Image 24-02-2025 at 12.19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895600"/>
            <a:ext cx="7366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2.) Segment Regisers 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6" name="Picture 5" descr="Image 24-02-2025 at 12.1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5181600"/>
            <a:ext cx="1927225" cy="1617345"/>
          </a:xfrm>
          <a:prstGeom prst="rect">
            <a:avLst/>
          </a:prstGeom>
        </p:spPr>
      </p:pic>
      <p:pic>
        <p:nvPicPr>
          <p:cNvPr id="7" name="Picture 6" descr="Image 24-02-2025 at 12.20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" y="2362200"/>
            <a:ext cx="6630035" cy="3747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3.) Index Regisers 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4" name="Picture 3" descr="Image 24-02-2025 at 12.2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2971800"/>
            <a:ext cx="7569200" cy="147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Index Registers</a:t>
            </a:r>
            <a:endParaRPr lang="en-US" sz="3200"/>
          </a:p>
        </p:txBody>
      </p:sp>
      <p:pic>
        <p:nvPicPr>
          <p:cNvPr id="5" name="Picture 4" descr="Image 24-02-2025 at 12.2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43000"/>
            <a:ext cx="8019415" cy="5709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4.) Special Purpose Regisers 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5" name="Picture 4" descr="Image 24-02-2025 at 12.2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" y="2743200"/>
            <a:ext cx="81026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74090"/>
            <a:ext cx="8229600" cy="5748655"/>
          </a:xfrm>
        </p:spPr>
        <p:txBody>
          <a:bodyPr/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6845" cy="723900"/>
          </a:xfrm>
        </p:spPr>
        <p:txBody>
          <a:bodyPr/>
          <a:p>
            <a:r>
              <a:rPr lang="en-US" sz="3200"/>
              <a:t>Special Purpose Registers</a:t>
            </a:r>
            <a:endParaRPr lang="en-US" sz="3200"/>
          </a:p>
        </p:txBody>
      </p:sp>
      <p:pic>
        <p:nvPicPr>
          <p:cNvPr id="6" name="Picture 5" descr="Image 24-02-2025 at 12.2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98525"/>
            <a:ext cx="8229600" cy="5959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5.) Flag Regiser 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4" name="Picture 3" descr="Image 24-02-2025 at 12.2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00" y="2882900"/>
            <a:ext cx="71882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88915"/>
          </a:xfrm>
        </p:spPr>
        <p:txBody>
          <a:bodyPr/>
          <a:p>
            <a:r>
              <a:rPr lang="en-US" sz="2400"/>
              <a:t>There are 14 types of registers: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6.) Base Pointer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3290"/>
          </a:xfrm>
        </p:spPr>
        <p:txBody>
          <a:bodyPr/>
          <a:p>
            <a:r>
              <a:rPr lang="en-US" sz="3200"/>
              <a:t>Types of Registers</a:t>
            </a:r>
            <a:endParaRPr lang="en-US" sz="3200"/>
          </a:p>
        </p:txBody>
      </p:sp>
      <p:pic>
        <p:nvPicPr>
          <p:cNvPr id="5" name="Picture 4" descr="Image 24-02-2025 at 12.29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2792095"/>
            <a:ext cx="8428990" cy="1354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Quiz 1 in next class (Syallbus is from lecture 1 to lecture 3)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Reminder !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825</Words>
  <Application>WPS Presentation</Application>
  <PresentationFormat>On-screen Show (4:3)</PresentationFormat>
  <Paragraphs>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BASIC OPERAND TYPES</vt:lpstr>
      <vt:lpstr>BASIC OPERAND TYPES</vt:lpstr>
      <vt:lpstr>Memory</vt:lpstr>
      <vt:lpstr>Memory</vt:lpstr>
      <vt:lpstr>Memory</vt:lpstr>
      <vt:lpstr>Types of Registers</vt:lpstr>
      <vt:lpstr>Types of Registers</vt:lpstr>
      <vt:lpstr>Types of Registers</vt:lpstr>
      <vt:lpstr>Types of Registers</vt:lpstr>
      <vt:lpstr>Types of Registers</vt:lpstr>
      <vt:lpstr>Index Registers</vt:lpstr>
      <vt:lpstr>Types of Registers</vt:lpstr>
      <vt:lpstr>Special Purpose Registers</vt:lpstr>
      <vt:lpstr>Types of Registers</vt:lpstr>
      <vt:lpstr>Types of Registers</vt:lpstr>
      <vt:lpstr>Reminder !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186</cp:revision>
  <dcterms:created xsi:type="dcterms:W3CDTF">2025-02-24T10:15:35Z</dcterms:created>
  <dcterms:modified xsi:type="dcterms:W3CDTF">2025-02-24T10:15:35Z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