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359" r:id="rId4"/>
    <p:sldId id="401" r:id="rId5"/>
    <p:sldId id="383" r:id="rId6"/>
    <p:sldId id="384" r:id="rId7"/>
    <p:sldId id="385" r:id="rId8"/>
    <p:sldId id="386" r:id="rId9"/>
    <p:sldId id="389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399" r:id="rId19"/>
    <p:sldId id="400" r:id="rId20"/>
    <p:sldId id="435" r:id="rId21"/>
    <p:sldId id="436" r:id="rId22"/>
    <p:sldId id="437" r:id="rId23"/>
    <p:sldId id="438" r:id="rId24"/>
    <p:sldId id="43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6</a:t>
            </a:r>
            <a:endParaRPr lang="en-US" dirty="0" smtClean="0"/>
          </a:p>
          <a:p>
            <a:r>
              <a:rPr lang="en-US" sz="3200" dirty="0"/>
              <a:t>Data Transfer and Addressing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(CSC-205)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Contents of this Lecture</a:t>
            </a:r>
            <a:endParaRPr lang="en-US"/>
          </a:p>
        </p:txBody>
      </p:sp>
      <p:pic>
        <p:nvPicPr>
          <p:cNvPr id="5" name="Content Placeholder 4" descr="Image 26-02-2024 at 10.53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4490" y="1945005"/>
            <a:ext cx="8568055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10.17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150620"/>
            <a:ext cx="8282305" cy="5079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Image 26-02-2024 at 11.04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2270" y="1365250"/>
            <a:ext cx="8397875" cy="49193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Image 26-02-2024 at 11.12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075180"/>
            <a:ext cx="82296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Image 26-02-2024 at 11.12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463040"/>
            <a:ext cx="8413750" cy="4734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26-02-2024 at 11.20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198245"/>
            <a:ext cx="8475345" cy="53124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6-02-2024 at 11.20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372870"/>
            <a:ext cx="8384540" cy="4823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9.46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713105"/>
            <a:ext cx="8341995" cy="546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9.47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7505" y="1203960"/>
            <a:ext cx="8549640" cy="41967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9.48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305560"/>
            <a:ext cx="8229600" cy="45237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9.49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447800"/>
            <a:ext cx="8229600" cy="43218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9.49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460500"/>
            <a:ext cx="8229600" cy="39103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9.50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51104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52400" y="152400"/>
            <a:ext cx="83451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Do it yourself and ask questions in next class if you face any confusion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9.50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066800"/>
            <a:ext cx="8282305" cy="4740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9.53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6090" y="1033145"/>
            <a:ext cx="8211820" cy="47910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9.54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577975"/>
            <a:ext cx="8229600" cy="42303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9.54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317625"/>
            <a:ext cx="8229600" cy="44742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Some Practise Questions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7538720" cy="932815"/>
          </a:xfrm>
        </p:spPr>
        <p:txBody>
          <a:bodyPr/>
          <a:p>
            <a:r>
              <a:rPr lang="en-US"/>
              <a:t>Example</a:t>
            </a:r>
            <a:endParaRPr lang="en-US"/>
          </a:p>
        </p:txBody>
      </p:sp>
      <p:pic>
        <p:nvPicPr>
          <p:cNvPr id="4" name="Content Placeholder 3" descr="Image 10-03-2025 at 12.07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6545" y="1357630"/>
            <a:ext cx="8669655" cy="51066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7538720" cy="932815"/>
          </a:xfrm>
        </p:spPr>
        <p:txBody>
          <a:bodyPr/>
          <a:p>
            <a:r>
              <a:rPr lang="en-US"/>
              <a:t>Example</a:t>
            </a:r>
            <a:endParaRPr lang="en-US"/>
          </a:p>
        </p:txBody>
      </p:sp>
      <p:pic>
        <p:nvPicPr>
          <p:cNvPr id="5" name="Content Placeholder 4" descr="Image 10-03-2025 at 12.1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" y="1524000"/>
            <a:ext cx="8370570" cy="35013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7538720" cy="932815"/>
          </a:xfrm>
        </p:spPr>
        <p:txBody>
          <a:bodyPr/>
          <a:p>
            <a:r>
              <a:rPr lang="en-US"/>
              <a:t>Example</a:t>
            </a:r>
            <a:endParaRPr lang="en-US"/>
          </a:p>
        </p:txBody>
      </p:sp>
      <p:pic>
        <p:nvPicPr>
          <p:cNvPr id="4" name="Content Placeholder 3" descr="Image 10-03-2025 at 12.12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870710"/>
            <a:ext cx="8229600" cy="38773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244</Words>
  <Application>WPS Writer</Application>
  <PresentationFormat>On-screen Show (4:3)</PresentationFormat>
  <Paragraphs>19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SimSun</vt:lpstr>
      <vt:lpstr>Wingdings</vt:lpstr>
      <vt:lpstr>Wingdings 2</vt:lpstr>
      <vt:lpstr>Wingdings 2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Paper</vt:lpstr>
      <vt:lpstr>Computer Organization &amp; Assembly Language (CSC-205)</vt:lpstr>
      <vt:lpstr>Contents of this Lecture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</vt:lpstr>
      <vt:lpstr>Example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 Abbas</cp:lastModifiedBy>
  <cp:revision>209</cp:revision>
  <dcterms:created xsi:type="dcterms:W3CDTF">2025-03-10T07:15:26Z</dcterms:created>
  <dcterms:modified xsi:type="dcterms:W3CDTF">2025-03-10T07:15:26Z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