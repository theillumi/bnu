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503" r:id="rId4"/>
    <p:sldId id="504" r:id="rId6"/>
    <p:sldId id="505" r:id="rId7"/>
    <p:sldId id="506" r:id="rId8"/>
    <p:sldId id="507" r:id="rId9"/>
    <p:sldId id="508" r:id="rId10"/>
    <p:sldId id="514" r:id="rId11"/>
    <p:sldId id="510" r:id="rId12"/>
    <p:sldId id="511" r:id="rId13"/>
    <p:sldId id="455" r:id="rId14"/>
    <p:sldId id="496" r:id="rId15"/>
    <p:sldId id="530" r:id="rId16"/>
    <p:sldId id="531" r:id="rId17"/>
    <p:sldId id="533" r:id="rId18"/>
    <p:sldId id="534" r:id="rId19"/>
    <p:sldId id="535" r:id="rId20"/>
    <p:sldId id="536" r:id="rId21"/>
    <p:sldId id="537" r:id="rId22"/>
    <p:sldId id="538" r:id="rId23"/>
    <p:sldId id="539" r:id="rId24"/>
    <p:sldId id="540" r:id="rId25"/>
    <p:sldId id="541" r:id="rId26"/>
    <p:sldId id="3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upto this one. 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10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4.) Write an Assembly program that counts the number of negative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numbers in an array. 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Store the result in CX.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The array ends with -1.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1800">
                <a:solidFill>
                  <a:srgbClr val="FF0000"/>
                </a:solidFill>
              </a:rPr>
              <a:t>Note: Use a loop and check the sign flag (SF) using JS.</a:t>
            </a: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24-03-2025 at 11.5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0" y="816610"/>
            <a:ext cx="7458075" cy="6010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5.) Write an Assembly program that swaps two numbers in memory if they are not in ascending order.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Example: If AX = 5, BX = 2, swap them to AX = 2, BX = 5.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1800">
                <a:solidFill>
                  <a:srgbClr val="FF0000"/>
                </a:solidFill>
              </a:rPr>
              <a:t>Note: Use CMP AX, BX, followed by a jump (JG) to swap.</a:t>
            </a: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4-03-2025 at 12.0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15" y="914400"/>
            <a:ext cx="8552815" cy="5655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6.) Write an Assembly program that scans an array for the first non-zero number and stores it in BX. The array ends with -1.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24-03-2025 at 12.0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38200"/>
            <a:ext cx="786765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7.) Write an Assembly program that takes a number in AX and checks if it is even or odd.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If even, store 1 in BX.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If odd, store 0 in BX.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4-03-2025 at 11.50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914400"/>
            <a:ext cx="8425815" cy="5582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Write an assembly program that which finds if an array ‘digits’ is duplicate or not. The array ends on a -1. If the number in the array is duplicate, set bx to 1 and 0 otherwise.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For 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If digits: 1,1,2,1,1, -1,  set bx=1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If digits: 1,2,3,4,-1,  set bx=0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81280"/>
            <a:ext cx="8361045" cy="60147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24-03-2025 at 11.41 A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533400"/>
            <a:ext cx="7475220" cy="6292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81280"/>
            <a:ext cx="8361045" cy="60147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4-03-2025 at 11.41 AM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" y="1176020"/>
            <a:ext cx="8910955" cy="4505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Sort a liist of 10 numbers using bubble sort.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/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data: dw   60, 55, 45, 50, 40, 35, 25, 30, 10, 0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81280"/>
            <a:ext cx="8361045" cy="60147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7-04-2025 at 1.4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205740"/>
            <a:ext cx="8930005" cy="6445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age 01-04-2024 at 12.0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710180"/>
            <a:ext cx="8229600" cy="2198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01-04-2024 at 12.0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6110" y="638175"/>
            <a:ext cx="7967980" cy="5457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1-04-2024 at 12.0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5025" y="609600"/>
            <a:ext cx="7535545" cy="56451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01-04-2024 at 12.0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7855" y="652145"/>
            <a:ext cx="8074660" cy="56934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1-04-2024 at 12.0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315" y="1524000"/>
            <a:ext cx="81661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01-04-2024 at 12.1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9275" y="548005"/>
            <a:ext cx="8142605" cy="55479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1-04-2024 at 12.1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4055" y="666115"/>
            <a:ext cx="7769225" cy="57689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04-04-2024 at 9.28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" y="838200"/>
            <a:ext cx="8054340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4-04-2024 at 9.31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2665" y="714375"/>
            <a:ext cx="7056120" cy="57346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1241</Words>
  <Application>WPS Presentation</Application>
  <PresentationFormat>On-screen Show (4:3)</PresentationFormat>
  <Paragraphs>86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Wingdings 2</vt:lpstr>
      <vt:lpstr>Wingdings 2</vt:lpstr>
      <vt:lpstr>Verdana Bold</vt:lpstr>
      <vt:lpstr>Verdana</vt:lpstr>
      <vt:lpstr>Microsoft YaHei</vt:lpstr>
      <vt:lpstr>汉仪旗黑</vt:lpstr>
      <vt:lpstr>Arial Unicode MS</vt:lpstr>
      <vt:lpstr>Calibri</vt:lpstr>
      <vt:lpstr>Helvetica Neue</vt:lpstr>
      <vt:lpstr>Paper</vt:lpstr>
      <vt:lpstr>Computer Organization &amp; Assembly Language (CSC-205)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239</cp:revision>
  <dcterms:created xsi:type="dcterms:W3CDTF">2025-04-11T13:01:58Z</dcterms:created>
  <dcterms:modified xsi:type="dcterms:W3CDTF">2025-04-11T13:01:58Z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