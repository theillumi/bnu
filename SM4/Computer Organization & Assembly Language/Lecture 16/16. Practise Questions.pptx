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11"/>
  </p:notesMasterIdLst>
  <p:sldIdLst>
    <p:sldId id="256" r:id="rId6"/>
    <p:sldId id="596" r:id="rId7"/>
    <p:sldId id="598" r:id="rId8"/>
    <p:sldId id="599" r:id="rId9"/>
    <p:sldId id="37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16</a:t>
            </a:r>
            <a:endParaRPr lang="en-US" sz="2400" dirty="0" smtClean="0"/>
          </a:p>
          <a:p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(CSC-236)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676400"/>
            <a:ext cx="8229600" cy="1219200"/>
          </a:xfrm>
        </p:spPr>
        <p:txBody>
          <a:bodyPr/>
          <a:p>
            <a:pPr algn="ctr"/>
            <a:r>
              <a:rPr lang="en-US"/>
              <a:t>Practise Questions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24485"/>
            <a:ext cx="8229600" cy="577151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1. Swap Two Numbers</a:t>
            </a:r>
            <a:endParaRPr lang="en-US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600">
                <a:solidFill>
                  <a:schemeClr val="tx1"/>
                </a:solidFill>
              </a:rPr>
              <a:t>Write a main program that takes two 8-bit numbers in AL and BL. Use a subroutine called SWAP to interchange their values. Return to the main program and store the swapped values in memory.</a:t>
            </a:r>
            <a:endParaRPr lang="en-US" sz="160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600">
                <a:solidFill>
                  <a:srgbClr val="FF0000"/>
                </a:solidFill>
                <a:sym typeface="+mn-ea"/>
              </a:rPr>
              <a:t>2. Find Maximum of Two Numbers </a:t>
            </a:r>
            <a:endParaRPr lang="en-US" sz="26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sz="1600">
                <a:sym typeface="+mn-ea"/>
              </a:rPr>
              <a:t>Write a subroutine FIND_MAX that accepts two 8-bit numbers in AL and BL, compares them, and returns the maximum in CL.</a:t>
            </a:r>
            <a:endParaRPr lang="en-US" sz="1600">
              <a:sym typeface="+mn-ea"/>
            </a:endParaRPr>
          </a:p>
          <a:p>
            <a:pPr marL="0" indent="0">
              <a:buNone/>
            </a:pPr>
            <a:endParaRPr lang="en-US" sz="1600">
              <a:sym typeface="+mn-ea"/>
            </a:endParaRPr>
          </a:p>
          <a:p>
            <a:pPr marL="0" indent="0">
              <a:buNone/>
            </a:pPr>
            <a:r>
              <a:rPr lang="en-US" sz="2600">
                <a:solidFill>
                  <a:srgbClr val="FF0000"/>
                </a:solidFill>
                <a:sym typeface="+mn-ea"/>
              </a:rPr>
              <a:t>3. Count Vowels in a String </a:t>
            </a:r>
            <a:endParaRPr lang="en-US" sz="26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</a:rPr>
              <a:t>Given a null-terminated string in memory, write a main program that calls a subroutine COUNT_VOWELS to count the vowels and return the result in AL.</a:t>
            </a:r>
            <a:endParaRPr 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600">
                <a:solidFill>
                  <a:srgbClr val="FF0000"/>
                </a:solidFill>
              </a:rPr>
              <a:t>4. Factorial Calculation</a:t>
            </a:r>
            <a:endParaRPr lang="en-US" sz="26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/>
              <a:t>Write a subroutine FACTORIAL that takes a number in AX and calculates its factorial using a loop. Return the result in BX.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2600">
                <a:solidFill>
                  <a:srgbClr val="FF0000"/>
                </a:solidFill>
                <a:sym typeface="+mn-ea"/>
              </a:rPr>
              <a:t>5. Sum of an Array </a:t>
            </a:r>
            <a:endParaRPr lang="en-US" sz="26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sz="1600"/>
              <a:t>Create an array of 5 bytes in memory. Write a subroutine SUM_ARRAY that receives the base address and count, and returns the total sum in AX.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24485"/>
            <a:ext cx="8229600" cy="577151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6. Reverse a String </a:t>
            </a: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</a:rPr>
              <a:t>Write a subroutine REVERSE_STRING that reverses a null-terminated string in memory. The main program should pass the starting address in SI.</a:t>
            </a:r>
            <a:endParaRPr lang="en-US" sz="160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600">
                <a:solidFill>
                  <a:srgbClr val="FF0000"/>
                </a:solidFill>
                <a:sym typeface="+mn-ea"/>
              </a:rPr>
              <a:t>7. Check Palindrome </a:t>
            </a:r>
            <a:endParaRPr lang="en-US" sz="26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sz="1600">
                <a:sym typeface="+mn-ea"/>
              </a:rPr>
              <a:t>Create a procedure IS_PALINDROME that checks if a string is a palindrome. Return 1 in AL if true, 0 otherwise.</a:t>
            </a:r>
            <a:endParaRPr lang="en-US" sz="1600">
              <a:sym typeface="+mn-ea"/>
            </a:endParaRPr>
          </a:p>
          <a:p>
            <a:pPr marL="0" indent="0">
              <a:buNone/>
            </a:pPr>
            <a:endParaRPr lang="en-US" sz="1600">
              <a:sym typeface="+mn-ea"/>
            </a:endParaRPr>
          </a:p>
          <a:p>
            <a:pPr marL="0" indent="0">
              <a:buNone/>
            </a:pPr>
            <a:r>
              <a:rPr lang="en-US" sz="2600">
                <a:solidFill>
                  <a:srgbClr val="FF0000"/>
                </a:solidFill>
                <a:sym typeface="+mn-ea"/>
              </a:rPr>
              <a:t>8. Count Words in a Sentence </a:t>
            </a:r>
            <a:endParaRPr lang="en-US" sz="26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</a:rPr>
              <a:t>Given a string containing words separated by spaces, write a subroutine COUNT_WORDS that counts the number of words. Return the count in AL.</a:t>
            </a:r>
            <a:endParaRPr 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600">
                <a:solidFill>
                  <a:srgbClr val="FF0000"/>
                </a:solidFill>
              </a:rPr>
              <a:t>9. Digit Sum </a:t>
            </a:r>
            <a:endParaRPr lang="en-US" sz="26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/>
              <a:t>Write a subroutine DIGIT_SUM that takes a number in AX and returns the sum of its digits in BX. For example, if AX = 1234, BX = 1+2+3+4 = 10.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2600">
                <a:solidFill>
                  <a:srgbClr val="FF0000"/>
                </a:solidFill>
                <a:sym typeface="+mn-ea"/>
              </a:rPr>
              <a:t>10. Convert Lowercase to Uppercase </a:t>
            </a:r>
            <a:endParaRPr lang="en-US" sz="260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sz="1600"/>
              <a:t>Given a null-terminated string of lowercase characters in memory, write a subroutine TO_UPPERCASE that converts all characters to uppercase in-place.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1729</Words>
  <Application>WPS Presentation</Application>
  <PresentationFormat>On-screen Show (4:3)</PresentationFormat>
  <Paragraphs>39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SimSun</vt:lpstr>
      <vt:lpstr>Wingdings</vt:lpstr>
      <vt:lpstr>Wingdings 2</vt:lpstr>
      <vt:lpstr>Wingdings 2</vt:lpstr>
      <vt:lpstr>Verdana Bold</vt:lpstr>
      <vt:lpstr>Arial Bold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1_Paper</vt:lpstr>
      <vt:lpstr>2_Paper</vt:lpstr>
      <vt:lpstr>3_Paper</vt:lpstr>
      <vt:lpstr>Computer Organization &amp; Assembly Language (CSC-236)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 Abbas</cp:lastModifiedBy>
  <cp:revision>262</cp:revision>
  <dcterms:created xsi:type="dcterms:W3CDTF">2025-05-18T10:02:26Z</dcterms:created>
  <dcterms:modified xsi:type="dcterms:W3CDTF">2025-05-18T10:02:26Z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