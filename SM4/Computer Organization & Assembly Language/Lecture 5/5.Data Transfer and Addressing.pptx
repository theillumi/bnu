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359" r:id="rId4"/>
    <p:sldId id="370" r:id="rId5"/>
    <p:sldId id="367" r:id="rId6"/>
    <p:sldId id="369" r:id="rId8"/>
    <p:sldId id="368" r:id="rId9"/>
    <p:sldId id="371" r:id="rId10"/>
    <p:sldId id="380" r:id="rId11"/>
    <p:sldId id="381" r:id="rId12"/>
    <p:sldId id="382" r:id="rId13"/>
    <p:sldId id="383" r:id="rId14"/>
    <p:sldId id="384" r:id="rId15"/>
    <p:sldId id="372" r:id="rId16"/>
    <p:sldId id="385" r:id="rId17"/>
    <p:sldId id="388" r:id="rId18"/>
    <p:sldId id="389" r:id="rId19"/>
    <p:sldId id="386" r:id="rId20"/>
    <p:sldId id="387" r:id="rId21"/>
    <p:sldId id="390" r:id="rId22"/>
    <p:sldId id="391" r:id="rId23"/>
    <p:sldId id="392" r:id="rId24"/>
    <p:sldId id="393" r:id="rId25"/>
    <p:sldId id="394" r:id="rId26"/>
    <p:sldId id="37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9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ax(accumulator register), bx(base register), 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5</a:t>
            </a:r>
            <a:endParaRPr lang="en-US" dirty="0" smtClean="0"/>
          </a:p>
          <a:p>
            <a:r>
              <a:rPr lang="en-US" sz="3200" dirty="0"/>
              <a:t>Data Transfer and Addressing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Contents of this Lecture</a:t>
            </a:r>
            <a:endParaRPr lang="en-US"/>
          </a:p>
        </p:txBody>
      </p:sp>
      <p:pic>
        <p:nvPicPr>
          <p:cNvPr id="5" name="Content Placeholder 4" descr="Image 26-02-2024 at 10.53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4490" y="1945005"/>
            <a:ext cx="8568055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6-02-2024 at 10.53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3995" y="1032510"/>
            <a:ext cx="8718550" cy="5280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Image 26-02-2024 at 10.54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3840" y="1115060"/>
            <a:ext cx="8591550" cy="506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>
                <a:sym typeface="+mn-ea"/>
              </a:rPr>
            </a:br>
            <a:r>
              <a:rPr>
                <a:sym typeface="+mn-ea"/>
              </a:rPr>
              <a:t>Data Transfer</a:t>
            </a:r>
            <a:br>
              <a:rPr lang="en-US"/>
            </a:br>
            <a:endParaRPr lang="en-US"/>
          </a:p>
        </p:txBody>
      </p:sp>
      <p:pic>
        <p:nvPicPr>
          <p:cNvPr id="5" name="Content Placeholder 4" descr="Image 26-02-2024 at 10.54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11630"/>
            <a:ext cx="8229600" cy="4474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Rules for MOV</a:t>
            </a:r>
            <a:endParaRPr lang="en-US"/>
          </a:p>
        </p:txBody>
      </p:sp>
      <p:pic>
        <p:nvPicPr>
          <p:cNvPr id="5" name="Content Placeholder 4" descr="Image 26-02-2024 at 10.5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0195" y="1894840"/>
            <a:ext cx="8595995" cy="431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 26-02-2024 at 10.5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" y="1403350"/>
            <a:ext cx="8629015" cy="4711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 05-03-2025 at 10.20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2049780"/>
            <a:ext cx="9144000" cy="2731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 05-03-2025 at 10.20 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45030"/>
            <a:ext cx="9144000" cy="25673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 05-03-2025 at 10.2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12365"/>
            <a:ext cx="9144000" cy="2033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 05-03-2025 at 10.2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92375"/>
            <a:ext cx="9144000" cy="1873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Image 05-03-2025 at 10.2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37130"/>
            <a:ext cx="9144000" cy="1983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67105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Example</a:t>
            </a:r>
            <a:br>
              <a:rPr lang="en-US"/>
            </a:br>
            <a:endParaRPr lang="en-US"/>
          </a:p>
        </p:txBody>
      </p:sp>
      <p:sp>
        <p:nvSpPr>
          <p:cNvPr id="2" name="Content Placeholder 1"/>
          <p:cNvSpPr/>
          <p:nvPr>
            <p:ph idx="1"/>
          </p:nvPr>
        </p:nvSpPr>
        <p:spPr/>
        <p:txBody>
          <a:bodyPr/>
          <a:p>
            <a:r>
              <a:rPr lang="en-US"/>
              <a:t>Tell me the output at each line.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Mov ax, 1;</a:t>
            </a:r>
            <a:endParaRPr lang="en-US"/>
          </a:p>
          <a:p>
            <a:pPr marL="0" indent="0">
              <a:buNone/>
            </a:pPr>
            <a:r>
              <a:rPr lang="en-US"/>
              <a:t>Mov bl, 0Ah;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Mov bl, 8FE2h;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Mov ah, 000010001b;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Mov ah, 10o;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Mov CX, AX;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967105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Example</a:t>
            </a:r>
            <a:br>
              <a:rPr lang="en-US"/>
            </a:br>
            <a:endParaRPr lang="en-US"/>
          </a:p>
        </p:txBody>
      </p:sp>
      <p:pic>
        <p:nvPicPr>
          <p:cNvPr id="5" name="Content Placeholder 4" descr="Image 26-02-2024 at 10.57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29410"/>
            <a:ext cx="8290560" cy="4591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Image 26-02-2024 at 11.01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3065" y="1524000"/>
            <a:ext cx="8358505" cy="41763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/>
            </a:br>
            <a:r>
              <a:rPr lang="en-US"/>
              <a:t>Data Declaractions </a:t>
            </a:r>
            <a:br>
              <a:rPr lang="en-US"/>
            </a:br>
            <a:endParaRPr lang="en-US"/>
          </a:p>
        </p:txBody>
      </p:sp>
      <p:pic>
        <p:nvPicPr>
          <p:cNvPr id="5" name="Content Placeholder 4" descr="Image 26-02-2024 at 11.03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7030" y="1301750"/>
            <a:ext cx="8489950" cy="49758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8-02-2024 at 10.17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150620"/>
            <a:ext cx="8282305" cy="50793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6-02-2024 at 11.04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2270" y="1365250"/>
            <a:ext cx="8397875" cy="49193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4-03-2024 at 9.4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9730" y="527685"/>
            <a:ext cx="8465820" cy="57175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6-02-2024 at 11.12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075180"/>
            <a:ext cx="82296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6-02-2024 at 11.12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463040"/>
            <a:ext cx="8413750" cy="4734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26-02-2024 at 11.20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198245"/>
            <a:ext cx="8475345" cy="53124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6-02-2024 at 11.20 AM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372870"/>
            <a:ext cx="8384540" cy="48234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303</Words>
  <Application>WPS Presentation</Application>
  <PresentationFormat>On-screen Show (4:3)</PresentationFormat>
  <Paragraphs>33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Wingdings 2</vt:lpstr>
      <vt:lpstr>Wingdings 2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Computer Organization &amp; Assembly Language (CSC-205)</vt:lpstr>
      <vt:lpstr>Contents of this Lecture</vt:lpstr>
      <vt:lpstr>PowerPoint 演示文稿</vt:lpstr>
      <vt:lpstr>PowerPoint 演示文稿</vt:lpstr>
      <vt:lpstr> Data Transfer </vt:lpstr>
      <vt:lpstr>Rules for MOV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 </vt:lpstr>
      <vt:lpstr>Example </vt:lpstr>
      <vt:lpstr>PowerPoint 演示文稿</vt:lpstr>
      <vt:lpstr> Data Declaractions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nimraabbas</cp:lastModifiedBy>
  <cp:revision>202</cp:revision>
  <dcterms:created xsi:type="dcterms:W3CDTF">2025-03-05T05:31:31Z</dcterms:created>
  <dcterms:modified xsi:type="dcterms:W3CDTF">2025-03-05T05:31:31Z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