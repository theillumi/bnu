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2" r:id="rId4"/>
    <p:sldMasterId id="2147483684" r:id="rId5"/>
  </p:sldMasterIdLst>
  <p:notesMasterIdLst>
    <p:notesMasterId r:id="rId8"/>
  </p:notesMasterIdLst>
  <p:sldIdLst>
    <p:sldId id="256" r:id="rId6"/>
    <p:sldId id="511" r:id="rId7"/>
    <p:sldId id="455" r:id="rId9"/>
    <p:sldId id="527" r:id="rId10"/>
    <p:sldId id="530" r:id="rId11"/>
    <p:sldId id="529" r:id="rId12"/>
    <p:sldId id="531" r:id="rId13"/>
    <p:sldId id="532" r:id="rId14"/>
    <p:sldId id="533" r:id="rId15"/>
    <p:sldId id="544" r:id="rId16"/>
    <p:sldId id="538" r:id="rId17"/>
    <p:sldId id="542" r:id="rId18"/>
    <p:sldId id="539" r:id="rId19"/>
    <p:sldId id="540" r:id="rId20"/>
    <p:sldId id="541" r:id="rId21"/>
    <p:sldId id="543" r:id="rId22"/>
    <p:sldId id="535" r:id="rId23"/>
    <p:sldId id="534" r:id="rId24"/>
    <p:sldId id="536" r:id="rId25"/>
    <p:sldId id="537" r:id="rId26"/>
    <p:sldId id="556" r:id="rId27"/>
    <p:sldId id="379" r:id="rId28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nimraabbas" initials="n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5" d="100"/>
          <a:sy n="65" d="100"/>
        </p:scale>
        <p:origin x="1536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3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2.xml"/><Relationship Id="rId6" Type="http://schemas.openxmlformats.org/officeDocument/2006/relationships/slide" Target="slides/slide1.xml"/><Relationship Id="rId5" Type="http://schemas.openxmlformats.org/officeDocument/2006/relationships/slideMaster" Target="slideMasters/slideMaster4.xml"/><Relationship Id="rId4" Type="http://schemas.openxmlformats.org/officeDocument/2006/relationships/slideMaster" Target="slideMasters/slideMaster3.xml"/><Relationship Id="rId32" Type="http://schemas.openxmlformats.org/officeDocument/2006/relationships/commentAuthors" Target="commentAuthors.xml"/><Relationship Id="rId31" Type="http://schemas.openxmlformats.org/officeDocument/2006/relationships/tableStyles" Target="tableStyles.xml"/><Relationship Id="rId30" Type="http://schemas.openxmlformats.org/officeDocument/2006/relationships/viewProps" Target="viewProps.xml"/><Relationship Id="rId3" Type="http://schemas.openxmlformats.org/officeDocument/2006/relationships/slideMaster" Target="slideMasters/slideMaster2.xml"/><Relationship Id="rId29" Type="http://schemas.openxmlformats.org/officeDocument/2006/relationships/presProps" Target="presProps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0" Type="http://schemas.openxmlformats.org/officeDocument/2006/relationships/slide" Target="slides/slide14.xml"/><Relationship Id="rId2" Type="http://schemas.openxmlformats.org/officeDocument/2006/relationships/theme" Target="theme/theme1.xml"/><Relationship Id="rId19" Type="http://schemas.openxmlformats.org/officeDocument/2006/relationships/slide" Target="slides/slide13.xml"/><Relationship Id="rId18" Type="http://schemas.openxmlformats.org/officeDocument/2006/relationships/slide" Target="slides/slide12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EFD42F7-718C-4B98-AAEC-167E6DDD60A7}" type="datetimeFigureOut">
              <a:rPr lang="en-US" smtClean="0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1B2AA4F-B828-4D7C-AFD3-893933DAFCB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/>
          <p:nvPr>
            <p:ph type="sldImg" idx="2"/>
          </p:nvPr>
        </p:nvSpPr>
        <p:spPr/>
      </p:sp>
      <p:sp>
        <p:nvSpPr>
          <p:cNvPr id="3" name="Text Placeholder 2"/>
          <p:cNvSpPr/>
          <p:nvPr>
            <p:ph type="body" idx="3"/>
          </p:nvPr>
        </p:nvSpPr>
        <p:spPr/>
        <p:txBody>
          <a:bodyPr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  <a:endParaRPr lang="en-US" smtClean="0"/>
          </a:p>
          <a:p>
            <a:pPr lvl="1" eaLnBrk="1" latinLnBrk="0" hangingPunct="1"/>
            <a:r>
              <a:rPr lang="en-US" smtClean="0"/>
              <a:t>Second level</a:t>
            </a:r>
            <a:endParaRPr lang="en-US" smtClean="0"/>
          </a:p>
          <a:p>
            <a:pPr lvl="2" eaLnBrk="1" latinLnBrk="0" hangingPunct="1"/>
            <a:r>
              <a:rPr lang="en-US" smtClean="0"/>
              <a:t>Third level</a:t>
            </a:r>
            <a:endParaRPr lang="en-US" smtClean="0"/>
          </a:p>
          <a:p>
            <a:pPr lvl="3" eaLnBrk="1" latinLnBrk="0" hangingPunct="1"/>
            <a:r>
              <a:rPr lang="en-US" smtClean="0"/>
              <a:t>Fourth level</a:t>
            </a:r>
            <a:endParaRPr lang="en-US" smtClean="0"/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2" Type="http://schemas.openxmlformats.org/officeDocument/2006/relationships/theme" Target="../theme/theme2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1.xml"/><Relationship Id="rId8" Type="http://schemas.openxmlformats.org/officeDocument/2006/relationships/slideLayout" Target="../slideLayouts/slideLayout30.xml"/><Relationship Id="rId7" Type="http://schemas.openxmlformats.org/officeDocument/2006/relationships/slideLayout" Target="../slideLayouts/slideLayout29.xml"/><Relationship Id="rId6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6.xml"/><Relationship Id="rId3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4.xml"/><Relationship Id="rId12" Type="http://schemas.openxmlformats.org/officeDocument/2006/relationships/theme" Target="../theme/theme3.xml"/><Relationship Id="rId11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32.xml"/><Relationship Id="rId1" Type="http://schemas.openxmlformats.org/officeDocument/2006/relationships/slideLayout" Target="../slideLayouts/slideLayout23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0.xml"/><Relationship Id="rId6" Type="http://schemas.openxmlformats.org/officeDocument/2006/relationships/slideLayout" Target="../slideLayouts/slideLayout39.xml"/><Relationship Id="rId5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6.xml"/><Relationship Id="rId2" Type="http://schemas.openxmlformats.org/officeDocument/2006/relationships/slideLayout" Target="../slideLayouts/slideLayout35.xml"/><Relationship Id="rId12" Type="http://schemas.openxmlformats.org/officeDocument/2006/relationships/theme" Target="../theme/theme4.xml"/><Relationship Id="rId11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3.xml"/><Relationship Id="rId1" Type="http://schemas.openxmlformats.org/officeDocument/2006/relationships/slideLayout" Target="../slideLayouts/slideLayout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  <a:endParaRPr kumimoji="0" lang="en-US" smtClean="0"/>
          </a:p>
          <a:p>
            <a:pPr lvl="1" eaLnBrk="1" latinLnBrk="0" hangingPunct="1"/>
            <a:r>
              <a:rPr kumimoji="0" lang="en-US" smtClean="0"/>
              <a:t>Second level</a:t>
            </a:r>
            <a:endParaRPr kumimoji="0" lang="en-US" smtClean="0"/>
          </a:p>
          <a:p>
            <a:pPr lvl="2" eaLnBrk="1" latinLnBrk="0" hangingPunct="1"/>
            <a:r>
              <a:rPr kumimoji="0" lang="en-US" smtClean="0"/>
              <a:t>Third level</a:t>
            </a:r>
            <a:endParaRPr kumimoji="0" lang="en-US" smtClean="0"/>
          </a:p>
          <a:p>
            <a:pPr lvl="3" eaLnBrk="1" latinLnBrk="0" hangingPunct="1"/>
            <a:r>
              <a:rPr kumimoji="0" lang="en-US" smtClean="0"/>
              <a:t>Fourth level</a:t>
            </a:r>
            <a:endParaRPr kumimoji="0" lang="en-US" smtClean="0"/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1D8BD707-D9CF-40AE-B4C6-C98DA3205C09}" type="datetimeFigureOut">
              <a:rPr lang="en-US" smtClean="0"/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B6F15528-21DE-4FAA-801E-634DDDAF4B2B}" type="slidenum">
              <a:rPr lang="en-US" smtClean="0"/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 panose="05020102010507070707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 panose="05020102010507070707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anose="05020102010507070707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jpe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jpe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6.jpe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7.jpe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8.jpe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9.jpe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1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2.jpe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3.jpe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4.jpeg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5.jpe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6.jpeg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17.jpeg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sz="2400" dirty="0" smtClean="0"/>
              <a:t>Lecture 11</a:t>
            </a:r>
            <a:endParaRPr lang="en-US" sz="2400" dirty="0" smtClean="0"/>
          </a:p>
          <a:p>
            <a:endParaRPr lang="en-US" sz="3200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Computer Organization &amp; Assembly Language</a:t>
            </a:r>
            <a:br>
              <a:rPr lang="en-US" dirty="0" smtClean="0"/>
            </a:br>
            <a:r>
              <a:rPr lang="en-US" dirty="0" smtClean="0"/>
              <a:t>(CSC-236)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22-04-2025 at 10.4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2186940"/>
            <a:ext cx="8229600" cy="223964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/>
          <p:nvPr>
            <p:ph idx="1"/>
          </p:nvPr>
        </p:nvSpPr>
        <p:spPr>
          <a:xfrm>
            <a:off x="457200" y="81280"/>
            <a:ext cx="8361045" cy="6014720"/>
          </a:xfrm>
        </p:spPr>
        <p:txBody>
          <a:bodyPr/>
          <a:p>
            <a:pPr marL="0" indent="0" algn="just">
              <a:buNone/>
            </a:pPr>
            <a:endParaRPr lang="en-US" sz="1800" b="1">
              <a:latin typeface="Verdana Bold" panose="020B0604030504040204" charset="0"/>
              <a:cs typeface="Verdana Bold" panose="020B0604030504040204" charset="0"/>
            </a:endParaRPr>
          </a:p>
          <a:p>
            <a:pPr marL="0" indent="0" algn="just">
              <a:buNone/>
            </a:pPr>
            <a:endParaRPr lang="en-US" sz="1660"/>
          </a:p>
        </p:txBody>
      </p:sp>
      <p:pic>
        <p:nvPicPr>
          <p:cNvPr id="4" name="Picture 3" descr="Image 22-04-2025 at 10.48 AM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075" y="609600"/>
            <a:ext cx="8959850" cy="60140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p>
            <a:pPr algn="just"/>
            <a:r>
              <a:rPr lang="en-US" sz="2400"/>
              <a:t>The set of shifting and rotation instructions is one of the most useful set in any processor’s instruction set</a:t>
            </a:r>
            <a:endParaRPr lang="en-US" sz="2400"/>
          </a:p>
          <a:p>
            <a:pPr algn="just"/>
            <a:r>
              <a:rPr lang="en-US" sz="2400"/>
              <a:t>They simplify really complex tasks to a very neat and concise algorithm</a:t>
            </a:r>
            <a:endParaRPr lang="en-US" sz="2400"/>
          </a:p>
          <a:p>
            <a:pPr algn="just"/>
            <a:r>
              <a:rPr lang="en-US" sz="2400"/>
              <a:t>The shifting and rotation operations which are available in our processor are mentioned in the next slide</a:t>
            </a:r>
            <a:endParaRPr lang="en-US" sz="2400"/>
          </a:p>
          <a:p>
            <a:pPr marL="0" indent="0" algn="just">
              <a:buNone/>
            </a:pPr>
            <a:endParaRPr lang="en-US" sz="240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p>
            <a:r>
              <a:rPr lang="en-US" b="1">
                <a:latin typeface="Verdana Bold" panose="020B0604030504040204" charset="0"/>
                <a:cs typeface="Verdana Bold" panose="020B0604030504040204" charset="0"/>
              </a:rPr>
              <a:t>4.2. SHIFTING AND ROTATIONS</a:t>
            </a:r>
            <a:endParaRPr lang="en-US" b="1">
              <a:latin typeface="Verdana Bold" panose="020B0604030504040204" charset="0"/>
              <a:cs typeface="Verdana Bold" panose="020B060403050404020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5-04-2024 at 1.2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78460" y="652145"/>
            <a:ext cx="8508365" cy="459549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04-04-2024 at 9.46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824230" y="630555"/>
            <a:ext cx="7425055" cy="580453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27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791845"/>
            <a:ext cx="8229600" cy="49764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5-04-2024 at 1.31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910590"/>
            <a:ext cx="8229600" cy="505396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33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53060" y="751840"/>
            <a:ext cx="8424545" cy="5492115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1.) Shift Left / Shift Logical Left (SHL)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5-04-2024 at 1.35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295400"/>
            <a:ext cx="8276590" cy="532066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1.) Shift Left/ Shift Logical Left (SHL)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5" name="Content Placeholder 4" descr="Image 22-04-2025 at 11.14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828800"/>
            <a:ext cx="8229600" cy="3190240"/>
          </a:xfrm>
          <a:prstGeom prst="rect">
            <a:avLst/>
          </a:prstGeom>
        </p:spPr>
      </p:pic>
      <p:sp>
        <p:nvSpPr>
          <p:cNvPr id="7" name="Title 1"/>
          <p:cNvSpPr>
            <a:spLocks noGrp="1"/>
          </p:cNvSpPr>
          <p:nvPr/>
        </p:nvSpPr>
        <p:spPr>
          <a:xfrm>
            <a:off x="304800" y="533400"/>
            <a:ext cx="8229600" cy="712470"/>
          </a:xfrm>
          <a:prstGeom prst="rect">
            <a:avLst/>
          </a:prstGeom>
          <a:ln w="6350" cap="rnd">
            <a:noFill/>
          </a:ln>
        </p:spPr>
        <p:txBody>
          <a:bodyPr vert="horz" rtlCol="0" anchor="b" anchorCtr="0">
            <a:normAutofit/>
          </a:bodyPr>
          <a:lstStyle>
            <a:lvl1pPr algn="l" rtl="0" eaLnBrk="1" latinLnBrk="0" hangingPunct="1">
              <a:spcBef>
                <a:spcPct val="0"/>
              </a:spcBef>
              <a:buNone/>
              <a:defRPr kumimoji="0" lang="en-US" sz="4200" b="0" kern="1200" spc="-100" baseline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prstClr val="black">
                      <a:alpha val="70000"/>
                    </a:prstClr>
                  </a:innerShdw>
                </a:effectLst>
                <a:latin typeface="+mj-lt"/>
                <a:ea typeface="+mj-ea"/>
                <a:cs typeface="+mj-cs"/>
              </a:defRPr>
            </a:lvl1pPr>
          </a:lstStyle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1.) Shift Left/ Shift Logical Left (SHL)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36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68935" y="1219200"/>
            <a:ext cx="8406130" cy="5525135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1.) Shift Left/ Shift Logical Left (SHL)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5-04-2024 at 1.3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295400"/>
            <a:ext cx="8558530" cy="50165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1.) Shift Left/ Shift Logical Left (SHL)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3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3385" y="1371600"/>
            <a:ext cx="8317230" cy="5054600"/>
          </a:xfrm>
          <a:prstGeom prst="rect">
            <a:avLst/>
          </a:prstGeom>
        </p:spPr>
      </p:pic>
      <p:sp>
        <p:nvSpPr>
          <p:cNvPr id="5" name="Title 4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1.) Shift Left/ Shift Logical Left (SHL)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2367915"/>
            <a:ext cx="8229600" cy="712470"/>
          </a:xfrm>
        </p:spPr>
        <p:txBody>
          <a:bodyPr/>
          <a:p>
            <a:pPr marL="0" indent="0" algn="ctr">
              <a:buNone/>
            </a:pPr>
            <a:r>
              <a:rPr lang="en-US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  <a:sym typeface="+mn-ea"/>
              </a:rPr>
              <a:t>2.) Shift Right / Shift Logical Right (SHR)</a:t>
            </a:r>
            <a:endParaRPr lang="en-US" b="1">
              <a:latin typeface="Arial Bold" panose="020B0604020202020204" charset="0"/>
              <a:cs typeface="Arial Bold" panose="020B0604020202020204" charset="0"/>
            </a:endParaRPr>
          </a:p>
          <a:p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5-04-2024 at 1.48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1000" y="1219200"/>
            <a:ext cx="8503285" cy="533908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 fontScale="90000"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2.) Shift Right / Shift Logical Right (SHR)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 fontScale="90000"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2.) Shift Right / Shift Logical Right (SHR)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  <p:pic>
        <p:nvPicPr>
          <p:cNvPr id="4" name="Content Placeholder 3" descr="Image 22-04-2025 at 10.57 A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33400" y="1600200"/>
            <a:ext cx="8229600" cy="3622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4" name="Content Placeholder 3" descr="Image 15-04-2024 at 1.49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57200" y="1219200"/>
            <a:ext cx="8229600" cy="5220970"/>
          </a:xfrm>
          <a:prstGeom prst="rect">
            <a:avLst/>
          </a:prstGeom>
        </p:spPr>
      </p:pic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 fontScale="90000"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2.) Shift Right / Shift Logical Right (SHR)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pic>
        <p:nvPicPr>
          <p:cNvPr id="3" name="Content Placeholder 2" descr="Image 15-04-2024 at 1.50 PM"/>
          <p:cNvPicPr>
            <a:picLocks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416560" y="1219200"/>
            <a:ext cx="8311515" cy="523303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0" y="304800"/>
            <a:ext cx="8229600" cy="712470"/>
          </a:xfrm>
        </p:spPr>
        <p:txBody>
          <a:bodyPr>
            <a:normAutofit fontScale="90000"/>
          </a:bodyPr>
          <a:p>
            <a:r>
              <a:rPr lang="en-US" sz="3600" b="1">
                <a:latin typeface="Arial Bold" panose="020B0604020202020204" charset="0"/>
                <a:cs typeface="Arial Bold" panose="020B0604020202020204" charset="0"/>
              </a:rPr>
              <a:t>2.) Shift Right / Shift Logical Right (SHR)</a:t>
            </a:r>
            <a:endParaRPr lang="en-US" sz="36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" name="Content Placeholder 3"/>
          <p:cNvSpPr/>
          <p:nvPr>
            <p:ph idx="1"/>
          </p:nvPr>
        </p:nvSpPr>
        <p:spPr>
          <a:xfrm>
            <a:off x="457200" y="1676400"/>
            <a:ext cx="8229600" cy="2936240"/>
          </a:xfrm>
        </p:spPr>
        <p:txBody>
          <a:bodyPr>
            <a:normAutofit/>
          </a:bodyPr>
          <a:p>
            <a:pPr marL="0" indent="0" algn="l">
              <a:buNone/>
            </a:pPr>
            <a:r>
              <a:rPr lang="en-US" sz="2800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</a:rPr>
              <a:t>Announcement :</a:t>
            </a:r>
            <a:r>
              <a:rPr lang="en-US" sz="5335" b="1">
                <a:solidFill>
                  <a:srgbClr val="FF0000"/>
                </a:solidFill>
                <a:latin typeface="Arial Bold" panose="020B0604020202020204" charset="0"/>
                <a:cs typeface="Arial Bold" panose="020B0604020202020204" charset="0"/>
              </a:rPr>
              <a:t> </a:t>
            </a:r>
            <a:endParaRPr lang="en-US" sz="5335" b="1">
              <a:solidFill>
                <a:srgbClr val="FF0000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ctr">
              <a:buNone/>
            </a:pPr>
            <a:r>
              <a:rPr lang="en-US" sz="2000" b="1">
                <a:solidFill>
                  <a:schemeClr val="tx1"/>
                </a:solidFill>
                <a:latin typeface="Arial Bold" panose="020B0604020202020204" charset="0"/>
                <a:cs typeface="Arial Bold" panose="020B0604020202020204" charset="0"/>
              </a:rPr>
              <a:t>Quiz 3 in next week , second class: </a:t>
            </a:r>
            <a:endParaRPr lang="en-US" sz="2000" b="1">
              <a:solidFill>
                <a:schemeClr val="tx1"/>
              </a:solidFill>
              <a:latin typeface="Arial Bold" panose="020B0604020202020204" charset="0"/>
              <a:cs typeface="Arial Bold" panose="020B0604020202020204" charset="0"/>
            </a:endParaRPr>
          </a:p>
          <a:p>
            <a:pPr marL="0" indent="0" algn="ctr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  <a:sym typeface="+mn-ea"/>
              </a:rPr>
              <a:t>Date: (30-4-2025) / Wednesday</a:t>
            </a:r>
            <a:endParaRPr lang="en-US" sz="2000" b="1">
              <a:latin typeface="Arial Bold" panose="020B0604020202020204" charset="0"/>
              <a:cs typeface="Arial Bold" panose="020B0604020202020204" charset="0"/>
              <a:sym typeface="+mn-ea"/>
            </a:endParaRPr>
          </a:p>
          <a:p>
            <a:pPr marL="0" indent="0" algn="ctr">
              <a:buNone/>
            </a:pPr>
            <a:r>
              <a:rPr lang="en-US" sz="2000" b="1">
                <a:latin typeface="Arial Bold" panose="020B0604020202020204" charset="0"/>
                <a:cs typeface="Arial Bold" panose="020B0604020202020204" charset="0"/>
              </a:rPr>
              <a:t>Syallabus : Chap 4 (Shifting and Rotation)</a:t>
            </a:r>
            <a:endParaRPr lang="en-US" sz="2000" b="1">
              <a:latin typeface="Arial Bold" panose="020B0604020202020204" charset="0"/>
              <a:cs typeface="Arial Bold" panose="020B0604020202020204" charset="0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457200" y="2049780"/>
            <a:ext cx="8229600" cy="4046220"/>
          </a:xfrm>
        </p:spPr>
        <p:txBody>
          <a:bodyPr/>
          <a:p>
            <a:pPr marL="0" indent="0" algn="ctr">
              <a:buNone/>
            </a:pPr>
            <a:r>
              <a:rPr lang="en-US"/>
              <a:t> End of Lecture</a:t>
            </a:r>
            <a:endParaRPr lang="en-US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_rels/them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2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3_Pap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spect">
      <a:maj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ajorFont>
      <a:minorFont>
        <a:latin typeface="Verdana"/>
        <a:ea typeface=""/>
        <a:cs typeface=""/>
        <a:font script="Jpan" typeface="ＭＳ ゴシック"/>
        <a:font script="Hang" typeface="굴림"/>
        <a:font script="Hans" typeface="微软雅黑"/>
        <a:font script="Hant" typeface="微軟正黑體"/>
        <a:font script="Arab" typeface="Tahoma"/>
        <a:font script="Hebr" typeface="Tahoma"/>
        <a:font script="Thai" typeface="Frees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1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0</TotalTime>
  <Words>968</Words>
  <Application>WPS Presentation</Application>
  <PresentationFormat>On-screen Show (4:3)</PresentationFormat>
  <Paragraphs>45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4</vt:i4>
      </vt:variant>
      <vt:variant>
        <vt:lpstr>幻灯片标题</vt:lpstr>
      </vt:variant>
      <vt:variant>
        <vt:i4>22</vt:i4>
      </vt:variant>
    </vt:vector>
  </HeadingPairs>
  <TitlesOfParts>
    <vt:vector size="40" baseType="lpstr">
      <vt:lpstr>Arial</vt:lpstr>
      <vt:lpstr>SimSun</vt:lpstr>
      <vt:lpstr>Wingdings</vt:lpstr>
      <vt:lpstr>Wingdings 2</vt:lpstr>
      <vt:lpstr>Wingdings 2</vt:lpstr>
      <vt:lpstr>Verdana Bold</vt:lpstr>
      <vt:lpstr>Arial Bold</vt:lpstr>
      <vt:lpstr>Verdana</vt:lpstr>
      <vt:lpstr>Microsoft YaHei</vt:lpstr>
      <vt:lpstr>汉仪旗黑</vt:lpstr>
      <vt:lpstr>Arial Unicode MS</vt:lpstr>
      <vt:lpstr>Calibri</vt:lpstr>
      <vt:lpstr>Helvetica Neue</vt:lpstr>
      <vt:lpstr>宋体-简</vt:lpstr>
      <vt:lpstr>Paper</vt:lpstr>
      <vt:lpstr>1_Paper</vt:lpstr>
      <vt:lpstr>2_Paper</vt:lpstr>
      <vt:lpstr>3_Paper</vt:lpstr>
      <vt:lpstr>Computer Organization &amp; Assembly Language (CSC-236)</vt:lpstr>
      <vt:lpstr>PowerPoint 演示文稿</vt:lpstr>
      <vt:lpstr>PowerPoint 演示文稿</vt:lpstr>
      <vt:lpstr>4.2. SHIFTING AND ROTATIONS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1.) Shift Left/ Shift Logical Left (SHL)</vt:lpstr>
      <vt:lpstr>PowerPoint 演示文稿</vt:lpstr>
      <vt:lpstr>1.) Shift Left/ Shift Logical Left (SHL)</vt:lpstr>
      <vt:lpstr>1.) Shift Left/ Shift Logical Left (SHL)</vt:lpstr>
      <vt:lpstr>1.) Shift Left/ Shift Logical Left (SHL)</vt:lpstr>
      <vt:lpstr>PowerPoint 演示文稿</vt:lpstr>
      <vt:lpstr>2.) Shift Right / Shift Logical Right (SHR)</vt:lpstr>
      <vt:lpstr>2.) Shift Right / Shift Logical Right (SHR)</vt:lpstr>
      <vt:lpstr>2.) Shift Right / Shift Logical Right (SHR)</vt:lpstr>
      <vt:lpstr>2.) Shift Right / Shift Logical Right (SHR)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Creating Digital Content (CSC-</dc:title>
  <dc:creator>Huda Sarfraz</dc:creator>
  <cp:lastModifiedBy>nimraabbas</cp:lastModifiedBy>
  <cp:revision>251</cp:revision>
  <dcterms:created xsi:type="dcterms:W3CDTF">2025-04-22T07:33:11Z</dcterms:created>
  <dcterms:modified xsi:type="dcterms:W3CDTF">2025-04-22T07:33:11Z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1033-5.7.0.8090</vt:lpwstr>
  </property>
</Properties>
</file>