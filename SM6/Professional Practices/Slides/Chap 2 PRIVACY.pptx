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5" r:id="rId3"/>
    <p:sldId id="259" r:id="rId4"/>
    <p:sldId id="316" r:id="rId5"/>
    <p:sldId id="294" r:id="rId6"/>
    <p:sldId id="295" r:id="rId7"/>
    <p:sldId id="296" r:id="rId8"/>
    <p:sldId id="297" r:id="rId9"/>
    <p:sldId id="317" r:id="rId10"/>
    <p:sldId id="318" r:id="rId11"/>
    <p:sldId id="298" r:id="rId12"/>
    <p:sldId id="299" r:id="rId13"/>
    <p:sldId id="300" r:id="rId14"/>
    <p:sldId id="301" r:id="rId15"/>
    <p:sldId id="303" r:id="rId16"/>
    <p:sldId id="304" r:id="rId17"/>
    <p:sldId id="319" r:id="rId18"/>
    <p:sldId id="305" r:id="rId19"/>
    <p:sldId id="306" r:id="rId20"/>
    <p:sldId id="307" r:id="rId21"/>
    <p:sldId id="320" r:id="rId22"/>
    <p:sldId id="308" r:id="rId23"/>
    <p:sldId id="338" r:id="rId24"/>
    <p:sldId id="337" r:id="rId25"/>
    <p:sldId id="309" r:id="rId26"/>
    <p:sldId id="339" r:id="rId27"/>
    <p:sldId id="310" r:id="rId28"/>
    <p:sldId id="311" r:id="rId29"/>
    <p:sldId id="312" r:id="rId30"/>
    <p:sldId id="313" r:id="rId31"/>
    <p:sldId id="321" r:id="rId32"/>
    <p:sldId id="322" r:id="rId33"/>
    <p:sldId id="323" r:id="rId34"/>
    <p:sldId id="336" r:id="rId35"/>
    <p:sldId id="324" r:id="rId36"/>
    <p:sldId id="332" r:id="rId37"/>
    <p:sldId id="325" r:id="rId38"/>
    <p:sldId id="333" r:id="rId39"/>
    <p:sldId id="328" r:id="rId40"/>
    <p:sldId id="334" r:id="rId41"/>
    <p:sldId id="329" r:id="rId42"/>
    <p:sldId id="335" r:id="rId43"/>
    <p:sldId id="330" r:id="rId44"/>
    <p:sldId id="331" r:id="rId45"/>
    <p:sldId id="262" r:id="rId46"/>
    <p:sldId id="263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youtu.be/Qcwk90n84vI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2119257"/>
            <a:ext cx="6766560" cy="360381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Practices (HUM-305)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SPRING SEMESTER 2026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Prof 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Engr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Muhammad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Raheel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Iqbal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Butt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Resource Person 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Contact: +92 321 7433568</a:t>
            </a:r>
          </a:p>
          <a:p>
            <a:pPr marL="0" indent="0" algn="ctr">
              <a:buNone/>
            </a:pPr>
            <a:endParaRPr lang="en-US" sz="22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School of Computer &amp; Information Technology</a:t>
            </a:r>
            <a:endParaRPr lang="en-US" sz="2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3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Beaconhouse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National University, Lahore</a:t>
            </a:r>
            <a:endParaRPr lang="en-US" sz="3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3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899614"/>
            <a:ext cx="1627496" cy="1964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76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838199"/>
            <a:ext cx="7473096" cy="5334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361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2: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600200"/>
            <a:ext cx="7010400" cy="44196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Privacy Risks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Principles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What Is Privacy?</a:t>
            </a: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New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Technology, New Risks</a:t>
            </a: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Terminology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Principles for Managing Personal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New Technologies, Supreme Court Decisions, and Expectation of Privacy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Search and Seizure of Computers and Phones Video Surveillance and Face Recognition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Marketing and Personalization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Our Social and Personal Activity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Location Tracking</a:t>
            </a: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Privacy Risks and Principles</a:t>
            </a:r>
            <a:endParaRPr lang="en-US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828799"/>
            <a:ext cx="6477000" cy="4259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772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Privacy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What is Privacy?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Privacy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means the right of individuals to control how their personal information is collected, used, stored, and shared.</a:t>
            </a:r>
          </a:p>
          <a:p>
            <a:pPr marL="0" inden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IT, privacy mainly concerns: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Personal data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Digital identity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Online behavior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Communication records</a:t>
            </a:r>
          </a:p>
        </p:txBody>
      </p:sp>
    </p:spTree>
    <p:extLst>
      <p:ext uri="{BB962C8B-B14F-4D97-AF65-F5344CB8AC3E}">
        <p14:creationId xmlns:p14="http://schemas.microsoft.com/office/powerpoint/2010/main" val="2868333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Privacy Risks</a:t>
            </a: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Privacy risks are potential dangers that may lead to unauthorized access, misuse, exposure, or loss of personal information.</a:t>
            </a: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Major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Privacy Risks (with CS/IT Examples)</a:t>
            </a: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1: Data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Breaches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When hackers gain unauthorized access to databases.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👉 Example: A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cyberattack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exposing user passwords from a company like Facebook.</a:t>
            </a: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2: Identity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Theft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When someone steals personal information to impersonate another person.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Using stolen CNIC or credit card details for fraud.</a:t>
            </a:r>
          </a:p>
        </p:txBody>
      </p:sp>
    </p:spTree>
    <p:extLst>
      <p:ext uri="{BB962C8B-B14F-4D97-AF65-F5344CB8AC3E}">
        <p14:creationId xmlns:p14="http://schemas.microsoft.com/office/powerpoint/2010/main" val="2592733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Unauthorized Data Sharing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Organizations sharing user data without consent.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 app selling user location data to third parties.</a:t>
            </a: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4: Surveillance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&amp; Tracking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Continuous monitoring of user activity online.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Tracking browsing behavior through cookies by platforms like Google.</a:t>
            </a: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5: Insider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Threats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Employees misusing customer data.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database administrator copying customer phone numbers.</a:t>
            </a:r>
          </a:p>
        </p:txBody>
      </p:sp>
    </p:spTree>
    <p:extLst>
      <p:ext uri="{BB962C8B-B14F-4D97-AF65-F5344CB8AC3E}">
        <p14:creationId xmlns:p14="http://schemas.microsoft.com/office/powerpoint/2010/main" val="3519758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Weak Security Controls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Poor encryption, weak passwords, or outdated systems.</a:t>
            </a:r>
          </a:p>
          <a:p>
            <a:pPr marL="0" inden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Storing passwords in plain text instead of encrypted form.</a:t>
            </a:r>
          </a:p>
          <a:p>
            <a:pPr marL="0" indent="0"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7: AI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&amp; Big Data Misuse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Artificial Intelligence analyzing personal data without transparency.</a:t>
            </a:r>
          </a:p>
          <a:p>
            <a:pPr marL="0" inden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Facial recognition systems collecting biometric data without consent.</a:t>
            </a:r>
          </a:p>
        </p:txBody>
      </p:sp>
    </p:spTree>
    <p:extLst>
      <p:ext uri="{BB962C8B-B14F-4D97-AF65-F5344CB8AC3E}">
        <p14:creationId xmlns:p14="http://schemas.microsoft.com/office/powerpoint/2010/main" val="4222090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 tooltip="Share link"/>
              </a:rPr>
              <a:t>https://youtu.be/Qcwk90n84vI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743200"/>
            <a:ext cx="7162800" cy="3338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3450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8201"/>
            <a:ext cx="7410734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575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Privacy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Privacy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principles are guidelines that organizations must follow to protect personal information.</a:t>
            </a:r>
          </a:p>
          <a:p>
            <a:pPr marL="0" indent="0"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Many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global frameworks define these principles, such 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OECD Privacy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Guidelines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General Data Protection Regulation (GDPR)</a:t>
            </a:r>
          </a:p>
        </p:txBody>
      </p:sp>
    </p:spTree>
    <p:extLst>
      <p:ext uri="{BB962C8B-B14F-4D97-AF65-F5344CB8AC3E}">
        <p14:creationId xmlns:p14="http://schemas.microsoft.com/office/powerpoint/2010/main" val="4192927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Privacy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Core Privacy Principles</a:t>
            </a: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1: Lawfulness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, Fairness &amp; Transparency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must be collected legally and transparently.</a:t>
            </a:r>
          </a:p>
          <a:p>
            <a:pPr marL="0" indent="0"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Users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must know: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What data is collected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Why it is collected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How it will be used</a:t>
            </a:r>
          </a:p>
          <a:p>
            <a:pPr marL="0" indent="0" algn="just"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2: Purpose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Limitation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should be collected for a specific purpose only.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If data is collected for account creation, it should not be used for marketing without consent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857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Privacy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3: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Minimization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Collect only necessary data.</a:t>
            </a:r>
          </a:p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 online form should not ask for marital status if not required.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4: Accuracy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Data must be correct and updated.</a:t>
            </a:r>
          </a:p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Allow users to update their profile information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 Storage Limitation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 not store data longer than necessary.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Delete inactive user accounts after a specific period.</a:t>
            </a: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228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Privacy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Integrity &amp; Confidentiality (Security)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Protect data using: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Encryption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Firewalls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Access controls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Authentication</a:t>
            </a:r>
          </a:p>
          <a:p>
            <a:pPr marL="0" indent="0" algn="just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7: Accountability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Organizations must be responsible for protecting user data.</a:t>
            </a:r>
          </a:p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Appointing a Data Protection Officer (DPO).</a:t>
            </a:r>
          </a:p>
        </p:txBody>
      </p:sp>
    </p:spTree>
    <p:extLst>
      <p:ext uri="{BB962C8B-B14F-4D97-AF65-F5344CB8AC3E}">
        <p14:creationId xmlns:p14="http://schemas.microsoft.com/office/powerpoint/2010/main" val="2233690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838199"/>
            <a:ext cx="7284962" cy="4975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4656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Types of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Types of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Privacy</a:t>
            </a:r>
          </a:p>
          <a:p>
            <a:pPr marL="0" indent="0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Information Privacy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Protection of personal data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Communication Privacy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Protection of emails, calls, messages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3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Physical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Privacy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Freedom from surveillance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4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Decisional Privacy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Freedom to make personal choices</a:t>
            </a:r>
          </a:p>
        </p:txBody>
      </p:sp>
    </p:spTree>
    <p:extLst>
      <p:ext uri="{BB962C8B-B14F-4D97-AF65-F5344CB8AC3E}">
        <p14:creationId xmlns:p14="http://schemas.microsoft.com/office/powerpoint/2010/main" val="246476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85801"/>
            <a:ext cx="7279943" cy="5428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6723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New Technology, New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Modern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technologies bring convenience but also increase privacy risks.</a:t>
            </a: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Examples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of New Technologies &amp; Risks</a:t>
            </a: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1: Artificial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Intelligence (AI)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Collects and analyzes massive personal data.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Risk: Biased decisions, facial recognition misuse.</a:t>
            </a: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2: Social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Media Platforms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Like Facebook and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Instagram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Risks: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Data mining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Targeted advertising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Identity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theft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832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New Technology, New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3: Cloud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Computing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Data stored on remote servers.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Risk: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Data breaches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Unauthorized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access</a:t>
            </a: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Internet of Things (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Smart devices (smart watches, CCTV, smart homes).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Risk: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Continuous surveillance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Location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tracking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404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New Technology, New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5: Big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&amp; Data Analytics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Companies like Google collect browsing history.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Risk: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Profiling users without consent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Behavioral tracking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Why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New Risks Occur?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Large-scale data collection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Weak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cybersecurity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Lack of user awareness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Complex AI algorithms</a:t>
            </a:r>
          </a:p>
        </p:txBody>
      </p:sp>
    </p:spTree>
    <p:extLst>
      <p:ext uri="{BB962C8B-B14F-4D97-AF65-F5344CB8AC3E}">
        <p14:creationId xmlns:p14="http://schemas.microsoft.com/office/powerpoint/2010/main" val="3626608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57" y="685801"/>
            <a:ext cx="7369791" cy="5428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129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Terminology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and Principles for Managing Personal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Important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Terminology</a:t>
            </a:r>
          </a:p>
          <a:p>
            <a:pPr marL="0" indent="0" algn="just"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1: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Personal Data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Any information that identifies a person.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Example: Name, CNIC, email, IP address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2: Data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Subject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individual whose data is collected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Data Controller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Organization that decides how data is used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349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Terminology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and Principles for Managing Personal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Processor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Entity that processes data on behalf of the controller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Sensitive Data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Highly confidential data: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Health records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Biometric data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Financial information</a:t>
            </a:r>
          </a:p>
        </p:txBody>
      </p:sp>
    </p:spTree>
    <p:extLst>
      <p:ext uri="{BB962C8B-B14F-4D97-AF65-F5344CB8AC3E}">
        <p14:creationId xmlns:p14="http://schemas.microsoft.com/office/powerpoint/2010/main" val="10669361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99" y="747356"/>
            <a:ext cx="7279943" cy="5407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3635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Principles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for Managing Personal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Many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laws like the General Data Protection Regulation (GDPR) define these principles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Lawfulness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&amp; Transparency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Collect data legally and inform users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Purpose Limitation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 data only for specific purposes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Minimization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Collect only necessary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2037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Principles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for Managing Personal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4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Accuracy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Keep data correct and updated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Storage Limitation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 not store data forever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6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Security (Integrity &amp; Confidentiality)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 encryption and strong access control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7 Accountability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Organizations must be responsible for data protection.</a:t>
            </a: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3988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New Technologies, Supreme Court Decisions, and Expectation of Privacy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Expectation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of Privacy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means what level of privacy a person reasonably expects in a situation.</a:t>
            </a:r>
          </a:p>
          <a:p>
            <a:pPr algn="just"/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You expect privacy in your home.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You expect less privacy on public roads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206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New Technologies, Supreme Court Decisions, and Expectation of Privacy</a:t>
            </a:r>
            <a:endParaRPr lang="en-US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Role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of Supreme Court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Courts decide how privacy rights apply to new technologies.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Example 1: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 the United States, the Supreme Court of the United States has ruled that: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Police need a warrant to access mobile phone data in certain cases.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GPS tracking without permission can violate privacy rights.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These decisions show that even with new technologies, privacy rights must be protected.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Technology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Law Challenge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Technology evolves fast.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Law develops slowly.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Courts interpret constitutional rights in modern contexts.</a:t>
            </a:r>
          </a:p>
          <a:p>
            <a:pPr marL="0" indent="0" algn="just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9791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CS / IT Professional Responsibility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CS / IT Professional Responsibility</a:t>
            </a:r>
          </a:p>
          <a:p>
            <a:pPr marL="0" indent="0" algn="just"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 IT professional, you must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Design privacy-by-design systems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Encrypt databases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Protect user credentials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Avoid unauthorized surveillance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Follow ethical standards like those from Association for Computing Machinery</a:t>
            </a:r>
          </a:p>
        </p:txBody>
      </p:sp>
    </p:spTree>
    <p:extLst>
      <p:ext uri="{BB962C8B-B14F-4D97-AF65-F5344CB8AC3E}">
        <p14:creationId xmlns:p14="http://schemas.microsoft.com/office/powerpoint/2010/main" val="22228242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990600"/>
            <a:ext cx="7048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92277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04" y="762000"/>
            <a:ext cx="7281233" cy="5270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34997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Search and Seizure of Computers and Phones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315200" cy="4724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1) Search and Seizure of Computers and Phones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Meaning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Search and seizure refers to the legal authority of law enforcement agencies to search digital devices (computers, laptops, smartphones, servers) and confiscate them as evidence in criminal investigations.</a:t>
            </a: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Why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It Is Important in IT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Computers and phones store: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Emails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Messages 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WhatsApp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Messenger)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Photos and videos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Browsing history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Financial records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Cloud data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 digital devices often contain critical evidence.</a:t>
            </a:r>
          </a:p>
        </p:txBody>
      </p:sp>
    </p:spTree>
    <p:extLst>
      <p:ext uri="{BB962C8B-B14F-4D97-AF65-F5344CB8AC3E}">
        <p14:creationId xmlns:p14="http://schemas.microsoft.com/office/powerpoint/2010/main" val="8289470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Search and Seizure of Computers and Phones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Legal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Framework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 the United States, digital searches are governed under the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Fourth Amendment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which protects against unreasonable searches and seizures.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landmark case: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Riley v. California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Supreme Court ruled that police must obtain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warrant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before searching a mobile phone seized during an arrest.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Issues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 Digital Search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Access to encrypted data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Cloud storage jurisdiction problems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Scope of warrant (how much data can be searched?)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Privacy of unrelated third parties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Ethical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Concerns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Mass data copying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Retaining irrelevant personal data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Violating user privacy rights</a:t>
            </a:r>
          </a:p>
        </p:txBody>
      </p:sp>
    </p:spTree>
    <p:extLst>
      <p:ext uri="{BB962C8B-B14F-4D97-AF65-F5344CB8AC3E}">
        <p14:creationId xmlns:p14="http://schemas.microsoft.com/office/powerpoint/2010/main" val="41375638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61999"/>
            <a:ext cx="7521963" cy="5352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40636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Video Surveillance and Face Recognition</a:t>
            </a: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2) Video Surveillance and Face Recognition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Video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Surveillance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Use of cameras (CCTV, IP cameras, smart cameras) to monitor public and private spaces.</a:t>
            </a:r>
          </a:p>
          <a:p>
            <a:pPr marL="0" indent="0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Examples: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Airports</a:t>
            </a:r>
          </a:p>
          <a:p>
            <a:pPr lvl="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Universities</a:t>
            </a:r>
          </a:p>
          <a:p>
            <a:pPr lvl="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Shopping malls</a:t>
            </a:r>
          </a:p>
          <a:p>
            <a:pPr lvl="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Smart cities</a:t>
            </a:r>
          </a:p>
          <a:p>
            <a:pPr marL="0" indent="0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Benefits: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Crime prevention</a:t>
            </a:r>
          </a:p>
          <a:p>
            <a:pPr lvl="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Evidence collection</a:t>
            </a:r>
          </a:p>
          <a:p>
            <a:pPr lvl="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Public safety</a:t>
            </a:r>
          </a:p>
          <a:p>
            <a:pPr marL="0" indent="0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Risks: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Constant monitoring</a:t>
            </a:r>
          </a:p>
          <a:p>
            <a:pPr lvl="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Chilling effect on freedom</a:t>
            </a:r>
          </a:p>
          <a:p>
            <a:pPr lvl="0"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Misuse by authorities</a:t>
            </a:r>
          </a:p>
        </p:txBody>
      </p:sp>
    </p:spTree>
    <p:extLst>
      <p:ext uri="{BB962C8B-B14F-4D97-AF65-F5344CB8AC3E}">
        <p14:creationId xmlns:p14="http://schemas.microsoft.com/office/powerpoint/2010/main" val="25682048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149965"/>
            <a:ext cx="6876579" cy="477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73201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Face Recognition Technology (FRT)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Face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Recognition Technology (FRT)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Face recognition uses AI algorithms to identify individuals from images or video.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How It Works: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Capture face image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Extract facial features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Match with database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Real-world Example: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Clearview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AI – Scraped billions of images from the internet to create a face database.</a:t>
            </a: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Privacy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Concerns: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Biometric data misuse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False positives (especially minorities)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No consent from individuals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Mass surveillance risks</a:t>
            </a:r>
          </a:p>
        </p:txBody>
      </p:sp>
    </p:spTree>
    <p:extLst>
      <p:ext uri="{BB962C8B-B14F-4D97-AF65-F5344CB8AC3E}">
        <p14:creationId xmlns:p14="http://schemas.microsoft.com/office/powerpoint/2010/main" val="28202449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838199"/>
            <a:ext cx="7555173" cy="5166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49252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Marketing and Personalization</a:t>
            </a: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3) Marketing and Personalization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What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Is It?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Companies collect user data to show personalized ads, recommendations, and content.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Google uses browsing history to personalize ads.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Facebook tracks likes, shares, and interests to target advertisements.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Used: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Search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history, Purchase history, Location data, Social interactions, Device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information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Benefits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Relevant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ads, Better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user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experience, Customized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content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Risks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Manipulation of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behavior, Political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micro-targeting</a:t>
            </a: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breaches, Loss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autonomy</a:t>
            </a:r>
          </a:p>
        </p:txBody>
      </p:sp>
    </p:spTree>
    <p:extLst>
      <p:ext uri="{BB962C8B-B14F-4D97-AF65-F5344CB8AC3E}">
        <p14:creationId xmlns:p14="http://schemas.microsoft.com/office/powerpoint/2010/main" val="9495250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8200"/>
            <a:ext cx="7406916" cy="5112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34169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Our Social and Personal Activity (Digital Footprint)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4) Our Social and Personal Activity (Digital Footprint)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What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Is Digital Footprint?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trail of data we leave online.</a:t>
            </a: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Active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Footprint: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Posting on social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media, Commenting, Uploading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photos</a:t>
            </a: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Passive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Footprint: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Cookies,  Background tracking, IP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logging</a:t>
            </a: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Platforms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Collecting Data: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Instagram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TikTok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LinkedIn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Risks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Identity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theft, Reputation damage, Profiling,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Cyberstalking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1828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14399"/>
            <a:ext cx="7301552" cy="5090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43086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Location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5) Location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Tracking</a:t>
            </a:r>
          </a:p>
          <a:p>
            <a:pPr marL="0" indent="0" algn="just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What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Is Location Tracking?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Monitoring and recording a person's geographical position via:</a:t>
            </a:r>
          </a:p>
          <a:p>
            <a:pPr lvl="0"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GPS, Wi-Fi, Cell towers, Bluetooth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beacons</a:t>
            </a: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Example: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Apple and Google collect location history for services like maps and recommendations.</a:t>
            </a: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Legal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Case: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Carpenter v. United States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court ruled that accessing historical cell phone location records requires a warrant.</a:t>
            </a: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Risks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Stalking, Government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mass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tracking, Behavioral profiling, Loss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anonymity</a:t>
            </a:r>
          </a:p>
        </p:txBody>
      </p:sp>
    </p:spTree>
    <p:extLst>
      <p:ext uri="{BB962C8B-B14F-4D97-AF65-F5344CB8AC3E}">
        <p14:creationId xmlns:p14="http://schemas.microsoft.com/office/powerpoint/2010/main" val="3417283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Computer Science and IT professionals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algn="just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Understand privacy laws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Implement data minimization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 encryption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Follow ethical data practices</a:t>
            </a: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Apply Privacy by Design principles</a:t>
            </a:r>
          </a:p>
          <a:p>
            <a:pPr algn="just"/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Technology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creates convenience, but it also introduces serious privacy and ethical challenges. IT professionals must balance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innovation with responsibility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7280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38200"/>
            <a:ext cx="704510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47409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0"/>
            <a:ext cx="713619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6513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4160</TotalTime>
  <Words>1391</Words>
  <Application>Microsoft Office PowerPoint</Application>
  <PresentationFormat>On-screen Show (4:3)</PresentationFormat>
  <Paragraphs>346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Pushpin</vt:lpstr>
      <vt:lpstr>PowerPoint Presentation</vt:lpstr>
      <vt:lpstr>PowerPoint Presentation</vt:lpstr>
      <vt:lpstr>Chap 2: PRIVACY</vt:lpstr>
      <vt:lpstr>Privacy Risks and Principles</vt:lpstr>
      <vt:lpstr>Privacy</vt:lpstr>
      <vt:lpstr>Privacy</vt:lpstr>
      <vt:lpstr>Privacy</vt:lpstr>
      <vt:lpstr>Privacy</vt:lpstr>
      <vt:lpstr>Video</vt:lpstr>
      <vt:lpstr>PowerPoint Presentation</vt:lpstr>
      <vt:lpstr>Privacy Principles</vt:lpstr>
      <vt:lpstr>Privacy Principles</vt:lpstr>
      <vt:lpstr>Privacy Principles</vt:lpstr>
      <vt:lpstr>Privacy Principles</vt:lpstr>
      <vt:lpstr>PowerPoint Presentation</vt:lpstr>
      <vt:lpstr>Types of Privacy</vt:lpstr>
      <vt:lpstr>PowerPoint Presentation</vt:lpstr>
      <vt:lpstr>New Technology, New Risks</vt:lpstr>
      <vt:lpstr>New Technology, New Risks</vt:lpstr>
      <vt:lpstr>New Technology, New Risks</vt:lpstr>
      <vt:lpstr>PowerPoint Presentation</vt:lpstr>
      <vt:lpstr>Terminology and Principles for Managing Personal Data</vt:lpstr>
      <vt:lpstr>Terminology and Principles for Managing Personal Data</vt:lpstr>
      <vt:lpstr>PowerPoint Presentation</vt:lpstr>
      <vt:lpstr>Principles for Managing Personal Data</vt:lpstr>
      <vt:lpstr>Principles for Managing Personal Data</vt:lpstr>
      <vt:lpstr>New Technologies, Supreme Court Decisions, and Expectation of Privacy</vt:lpstr>
      <vt:lpstr>New Technologies, Supreme Court Decisions, and Expectation of Privacy</vt:lpstr>
      <vt:lpstr> CS / IT Professional Responsibility</vt:lpstr>
      <vt:lpstr>PowerPoint Presentation</vt:lpstr>
      <vt:lpstr>PowerPoint Presentation</vt:lpstr>
      <vt:lpstr>Search and Seizure of Computers and Phones</vt:lpstr>
      <vt:lpstr>Search and Seizure of Computers and Phones</vt:lpstr>
      <vt:lpstr>PowerPoint Presentation</vt:lpstr>
      <vt:lpstr>Video Surveillance and Face Recognition</vt:lpstr>
      <vt:lpstr>PowerPoint Presentation</vt:lpstr>
      <vt:lpstr>Face Recognition Technology (FRT)</vt:lpstr>
      <vt:lpstr>PowerPoint Presentation</vt:lpstr>
      <vt:lpstr>Marketing and Personalization</vt:lpstr>
      <vt:lpstr>PowerPoint Presentation</vt:lpstr>
      <vt:lpstr>Our Social and Personal Activity (Digital Footprint)</vt:lpstr>
      <vt:lpstr>PowerPoint Presentation</vt:lpstr>
      <vt:lpstr>Location Tracking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56</cp:revision>
  <dcterms:created xsi:type="dcterms:W3CDTF">2023-10-01T18:45:03Z</dcterms:created>
  <dcterms:modified xsi:type="dcterms:W3CDTF">2026-02-23T14:18:41Z</dcterms:modified>
</cp:coreProperties>
</file>