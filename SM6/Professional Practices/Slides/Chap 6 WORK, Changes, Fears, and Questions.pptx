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59" r:id="rId4"/>
    <p:sldId id="341" r:id="rId5"/>
    <p:sldId id="331" r:id="rId6"/>
    <p:sldId id="351" r:id="rId7"/>
    <p:sldId id="342" r:id="rId8"/>
    <p:sldId id="332" r:id="rId9"/>
    <p:sldId id="352" r:id="rId10"/>
    <p:sldId id="343" r:id="rId11"/>
    <p:sldId id="333" r:id="rId12"/>
    <p:sldId id="344" r:id="rId13"/>
    <p:sldId id="334" r:id="rId14"/>
    <p:sldId id="345" r:id="rId15"/>
    <p:sldId id="335" r:id="rId16"/>
    <p:sldId id="346" r:id="rId17"/>
    <p:sldId id="336" r:id="rId18"/>
    <p:sldId id="353" r:id="rId19"/>
    <p:sldId id="347" r:id="rId20"/>
    <p:sldId id="337" r:id="rId21"/>
    <p:sldId id="350" r:id="rId22"/>
    <p:sldId id="338" r:id="rId23"/>
    <p:sldId id="262" r:id="rId24"/>
    <p:sldId id="26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685801"/>
            <a:ext cx="7489186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6: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WORK, Changes, Fears, and Questions</a:t>
            </a: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Impacts on Employment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Job Destruction and Creation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Changing Skills and Skill Levels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Telecommuting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Global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Workforce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Employee Communication and Monitoring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Learning About Job Applicants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Risks and Rules for Work and Personal Communications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49" y="790575"/>
            <a:ext cx="7418477" cy="5323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Impacts on 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Information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and digital transformation have significantly changed the nature of employment worldwide.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Key Points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Automation, artificial intelligence, and digital platforms are transforming traditional workplaces.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Many routine jobs are being replaced by machines and software.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At the same time, technology is creating entirely new industries and job categories.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Organizations are shifting toward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digital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remote, and flexible work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environments.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Employees are now expected to continuously update their technical and professional skills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Impacts on Employment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Self-checkout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machines replacing cashiers.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businesses creating jobs in digital marketing, e-commerce, and data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analytics.</a:t>
            </a:r>
          </a:p>
          <a:p>
            <a:pPr lvl="0"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does not simply remove jobs; it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changes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types of jobs available and the skills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required.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45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35640"/>
            <a:ext cx="7422840" cy="533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0582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Job Destruction and Creation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Technological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progress causes both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job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losses and job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creation.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Job Destruction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Automation replaces repetitive and manual tasks.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Manufacturing and clerical jobs are often affected.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automated factory machines replacing assembly-line workers.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Job Creation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creates new fields such as: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Cybersecurity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Artificial Intelligence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Software Development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Cloud Computing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Science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09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Job Destruction and Creation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Examples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Self-checkout machines replacing cashiers.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businesses creating jobs in digital marketing, e-commerce, and data analytics.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does not simply remove jobs; it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changes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types of jobs available and the skills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required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459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72" y="838199"/>
            <a:ext cx="7518577" cy="531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1540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</a:rPr>
              <a:t>3. Changing Skills and Skill Levels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Modern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workplaces require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skills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Demand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Skills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literacy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analysis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Programming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software development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Cybersecurity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knowledge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Problem-solving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critical thinking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Shift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 Skill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Levels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Demand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high-skilled workers is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increasing.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Demand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low-skilled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routine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jobs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decreasing.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Continuous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learning and professional development are necessary.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Traditional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accounting tasks are automated, but accountants now need skills in financial software and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4072212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799"/>
            <a:ext cx="7413369" cy="5551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6305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Telecommuting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Telecommuting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(remote work) allows employees to work from home or outside the traditional office using digital communication tools.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Flexible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working hours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Reduced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travel time and transportation costs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Better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work-life balance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Access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a wider talent pool for companies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Disadvantages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Reduced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face-to-face collaboration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Possible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isolation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Difficulty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separating work and personal life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Security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risks in remote networks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Tools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Video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conferencing software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Cloud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collaboration platforms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Project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management tools</a:t>
            </a:r>
          </a:p>
        </p:txBody>
      </p:sp>
    </p:spTree>
    <p:extLst>
      <p:ext uri="{BB962C8B-B14F-4D97-AF65-F5344CB8AC3E}">
        <p14:creationId xmlns:p14="http://schemas.microsoft.com/office/powerpoint/2010/main" val="1682176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1999"/>
            <a:ext cx="7344351" cy="5379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1537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5. A Global Workforce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Technology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enables companies to hire employees from anywhere in the world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Key Features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Outsourcing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offshoring of work to other countries.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Online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freelance platforms connecting global talent with employers.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Multinational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teams working across different time zones.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Benefits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Access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specialized skills worldwide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Reduced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labor costs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Increased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diversity and innovation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Challenges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Cultural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differences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Communication barriers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Legal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labor regulations in different countries</a:t>
            </a:r>
          </a:p>
        </p:txBody>
      </p:sp>
    </p:spTree>
    <p:extLst>
      <p:ext uri="{BB962C8B-B14F-4D97-AF65-F5344CB8AC3E}">
        <p14:creationId xmlns:p14="http://schemas.microsoft.com/office/powerpoint/2010/main" val="3157251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7441480" cy="5592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7787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 Employee Communication and Monitoring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Employers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 technology to communicate with employees and monitor workplace activities.</a:t>
            </a:r>
          </a:p>
          <a:p>
            <a:pPr marL="0" indent="0" algn="just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Communication Tools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Email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Messaging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platforms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Video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meetings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Internal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collaboration software</a:t>
            </a:r>
          </a:p>
          <a:p>
            <a:pPr marL="0" indent="0" algn="just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Monitoring Methods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Monitoring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employee emails and internet usage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Tracking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productivity through software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Recording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calls in customer service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departments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349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 Employee Communication and Monitoring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Purpose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Improve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productivity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Ensure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compliance with company policies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Protect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company data and intellectual property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Ethical Concern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* Excessive monitoring may invade employee privacy.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738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820429"/>
            <a:ext cx="7369997" cy="5362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809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</a:rPr>
              <a:t>7. Learning About Job Applicants 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Employers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increasingly use digital tools to evaluate potential employees.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Methods Used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Online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job applications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Social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media screening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Background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checks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AI-based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resume screening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Online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skill assessments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Faster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hiring processes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Ability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analyze large numbers of applicants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Better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evaluation of skills and qualifications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Risks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Bias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automated systems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Privacy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concerns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Misinterpretation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social media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activity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25763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1999"/>
            <a:ext cx="7457559" cy="544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3487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1800" b="1" dirty="0">
                <a:solidFill>
                  <a:srgbClr val="C00000"/>
                </a:solidFill>
              </a:rPr>
              <a:t>8. Risks and Rules for Work and Personal Communications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Technology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blurs the line between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personal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professional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Major Risks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Sharing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confidential information accidentally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Posting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inappropriate content on social media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Cybersecurity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threats such as phishing emails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Misuse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company communication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systems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Workplace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Rules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company email for professional communication only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Avoid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sharing sensitive company data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Follow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cybersecurity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policies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Maintain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respectful communication online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Best Practices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Think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before posting or sending messages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Keep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professional boundaries online</a:t>
            </a:r>
          </a:p>
        </p:txBody>
      </p:sp>
    </p:spTree>
    <p:extLst>
      <p:ext uri="{BB962C8B-B14F-4D97-AF65-F5344CB8AC3E}">
        <p14:creationId xmlns:p14="http://schemas.microsoft.com/office/powerpoint/2010/main" val="887756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4226</TotalTime>
  <Words>466</Words>
  <Application>Microsoft Office PowerPoint</Application>
  <PresentationFormat>On-screen Show (4:3)</PresentationFormat>
  <Paragraphs>154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Pushpin</vt:lpstr>
      <vt:lpstr>PowerPoint Presentation</vt:lpstr>
      <vt:lpstr>PowerPoint Presentation</vt:lpstr>
      <vt:lpstr>Chap 6: WORK, Changes, Fears, and Questions </vt:lpstr>
      <vt:lpstr>PowerPoint Presentation</vt:lpstr>
      <vt:lpstr>1. Impacts on Employment</vt:lpstr>
      <vt:lpstr>1. Impacts on Employment</vt:lpstr>
      <vt:lpstr>PowerPoint Presentation</vt:lpstr>
      <vt:lpstr>2. Job Destruction and Creation</vt:lpstr>
      <vt:lpstr>2. Job Destruction and Creation</vt:lpstr>
      <vt:lpstr>PowerPoint Presentation</vt:lpstr>
      <vt:lpstr>3. Changing Skills and Skill Levels</vt:lpstr>
      <vt:lpstr>PowerPoint Presentation</vt:lpstr>
      <vt:lpstr>4. Telecommuting</vt:lpstr>
      <vt:lpstr>PowerPoint Presentation</vt:lpstr>
      <vt:lpstr>5. A Global Workforce</vt:lpstr>
      <vt:lpstr>PowerPoint Presentation</vt:lpstr>
      <vt:lpstr>6. Employee Communication and Monitoring</vt:lpstr>
      <vt:lpstr>6. Employee Communication and Monitoring</vt:lpstr>
      <vt:lpstr>PowerPoint Presentation</vt:lpstr>
      <vt:lpstr>7. Learning About Job Applicants </vt:lpstr>
      <vt:lpstr>PowerPoint Presentation</vt:lpstr>
      <vt:lpstr>8. Risks and Rules for Work and Personal Communications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66</cp:revision>
  <dcterms:created xsi:type="dcterms:W3CDTF">2023-10-01T18:45:03Z</dcterms:created>
  <dcterms:modified xsi:type="dcterms:W3CDTF">2026-03-30T03:52:22Z</dcterms:modified>
</cp:coreProperties>
</file>