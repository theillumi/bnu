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7" r:id="rId2"/>
    <p:sldId id="265" r:id="rId3"/>
    <p:sldId id="259" r:id="rId4"/>
    <p:sldId id="341" r:id="rId5"/>
    <p:sldId id="331" r:id="rId6"/>
    <p:sldId id="342" r:id="rId7"/>
    <p:sldId id="343" r:id="rId8"/>
    <p:sldId id="352" r:id="rId9"/>
    <p:sldId id="344" r:id="rId10"/>
    <p:sldId id="345" r:id="rId11"/>
    <p:sldId id="346" r:id="rId12"/>
    <p:sldId id="353" r:id="rId13"/>
    <p:sldId id="347" r:id="rId14"/>
    <p:sldId id="348" r:id="rId15"/>
    <p:sldId id="349" r:id="rId16"/>
    <p:sldId id="354" r:id="rId17"/>
    <p:sldId id="350" r:id="rId18"/>
    <p:sldId id="355" r:id="rId19"/>
    <p:sldId id="351" r:id="rId20"/>
    <p:sldId id="262" r:id="rId21"/>
    <p:sldId id="26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50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762000"/>
            <a:ext cx="7358743" cy="5421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12: System Admin Audit, Network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Security (SANS)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Code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Ethics</a:t>
            </a:r>
          </a:p>
          <a:p>
            <a:pPr algn="just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Human Resource Management and IT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914400"/>
            <a:ext cx="7200511" cy="528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Security (SANS)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1. Security (SANS)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SANS Institute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a leading global organization in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training and research.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Focuses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information security awareness, best practices, and incident response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Areas of SANS Security</a:t>
            </a:r>
          </a:p>
          <a:p>
            <a:pPr algn="just"/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Cyber security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Provides certifications like GIAC.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Threat Intelligence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Identifies and analyzes cyber threats.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Incident Response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Helps organizations respond to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cyber attacks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quickly. 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Security (SANS)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SANS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Security Principles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Defense in Depth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Multiple layers of security (firewalls, encryption, monitoring).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Least Privilege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get only the access they need.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Continuous Monitoring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Systems should be monitored 24/7.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Risk Management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Identify and reduce vulnerabilities.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Common Security Controls (SANS Top Practices)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Access control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protection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Network security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Security awareness training </a:t>
            </a:r>
          </a:p>
        </p:txBody>
      </p:sp>
    </p:spTree>
    <p:extLst>
      <p:ext uri="{BB962C8B-B14F-4D97-AF65-F5344CB8AC3E}">
        <p14:creationId xmlns:p14="http://schemas.microsoft.com/office/powerpoint/2010/main" val="1669396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Security (SANS)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Importance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Protects organizations from cyber threats.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confidentiality, integrity, and availability (CIA triad)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Reduces financial and reputational loss</a:t>
            </a:r>
          </a:p>
        </p:txBody>
      </p:sp>
    </p:spTree>
    <p:extLst>
      <p:ext uri="{BB962C8B-B14F-4D97-AF65-F5344CB8AC3E}">
        <p14:creationId xmlns:p14="http://schemas.microsoft.com/office/powerpoint/2010/main" val="1973395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761999"/>
            <a:ext cx="7447764" cy="5377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254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IT Code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Code of Ethics defines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moral principles and standards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IT professionals.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Ensures responsible use of technology and data. 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Principles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Confidentiality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Protect user and organizational data.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Ensure accuracy and reliability of systems.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Availability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Systems should be accessible when needed. </a:t>
            </a:r>
          </a:p>
        </p:txBody>
      </p:sp>
    </p:spTree>
    <p:extLst>
      <p:ext uri="{BB962C8B-B14F-4D97-AF65-F5344CB8AC3E}">
        <p14:creationId xmlns:p14="http://schemas.microsoft.com/office/powerpoint/2010/main" val="385019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IT Code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Responsibilities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 unauthorized access to systems.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 not misuse data or software.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 laws and organizational policies.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Report security breaches responsibly.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Ethical Issues in IT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privacy violations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Cybercrime (hacking, phishing)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Software piracy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AI misuse and bias </a:t>
            </a:r>
          </a:p>
        </p:txBody>
      </p:sp>
    </p:spTree>
    <p:extLst>
      <p:ext uri="{BB962C8B-B14F-4D97-AF65-F5344CB8AC3E}">
        <p14:creationId xmlns:p14="http://schemas.microsoft.com/office/powerpoint/2010/main" val="400334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IT Code of Ethics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Best Practices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 organizational IT policies.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 strong passwords and encryption.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Maintain transparency in system design. 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Importance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Builds trust between users and organizations.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Prevents misuse of technology.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Promotes responsible innovation. </a:t>
            </a:r>
          </a:p>
        </p:txBody>
      </p:sp>
    </p:spTree>
    <p:extLst>
      <p:ext uri="{BB962C8B-B14F-4D97-AF65-F5344CB8AC3E}">
        <p14:creationId xmlns:p14="http://schemas.microsoft.com/office/powerpoint/2010/main" val="19305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761999"/>
            <a:ext cx="7463971" cy="5435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254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Human Resource Management and IT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Human Resource Management (HRM) and IT work together to improve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organizational efficiency and employee management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plays a key role in modern HR systems. 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Role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of IT in HRM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Payroll, attendance, recruitment systems.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HR Information Systems (HRIS)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Centralized employee data management.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E-Recruitment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Online job portals and applicant tracking.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Performance Management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Digital evaluation and feedback systems. </a:t>
            </a:r>
          </a:p>
        </p:txBody>
      </p:sp>
    </p:spTree>
    <p:extLst>
      <p:ext uri="{BB962C8B-B14F-4D97-AF65-F5344CB8AC3E}">
        <p14:creationId xmlns:p14="http://schemas.microsoft.com/office/powerpoint/2010/main" val="4163631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Human Resource Management and IT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Benefits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of IT in HRM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Saves time and cost.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data accuracy.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Enhances decision-making.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Enables remote work and digital collaboration.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Challenges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privacy concerns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security risks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Employee resistance to technology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 implementation cost </a:t>
            </a:r>
          </a:p>
        </p:txBody>
      </p:sp>
    </p:spTree>
    <p:extLst>
      <p:ext uri="{BB962C8B-B14F-4D97-AF65-F5344CB8AC3E}">
        <p14:creationId xmlns:p14="http://schemas.microsoft.com/office/powerpoint/2010/main" val="4234060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Human Resource Management and IT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Ethical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Considerations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Protect employee data confidentiality.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 bias in automated recruitment systems.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Ensure transparency in monitoring tools.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Future Trends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AI in recruitment and HR analytics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Cloud-based HR systems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Remote workforce management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tools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4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199"/>
            <a:ext cx="7430596" cy="5301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254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Combined Importance 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. Combined Importance 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Security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(SANS)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ensures protection of systems and data.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IT Code of Ethics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ensures responsible use of technology.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HRM + 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improves workforce efficiency and management. 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Together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they: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 organizational security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 ethical behavior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 productivity and decision-making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70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" y="828674"/>
            <a:ext cx="7384143" cy="5354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254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 Slide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Conclusion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Slide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Organizations must balance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technology, ethics, and people management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Following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standards from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SANS Institute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ethical practices ensures: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Secure systems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Trustworthy professionals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Efficient organizations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127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19443</TotalTime>
  <Words>583</Words>
  <Application>Microsoft Office PowerPoint</Application>
  <PresentationFormat>On-screen Show (4:3)</PresentationFormat>
  <Paragraphs>140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Pushpin</vt:lpstr>
      <vt:lpstr>PowerPoint Presentation</vt:lpstr>
      <vt:lpstr>PowerPoint Presentation</vt:lpstr>
      <vt:lpstr>Chap 12: System Admin Audit, Network</vt:lpstr>
      <vt:lpstr>PowerPoint Presentation</vt:lpstr>
      <vt:lpstr>1. Security (SANS)</vt:lpstr>
      <vt:lpstr>1. Security (SANS)</vt:lpstr>
      <vt:lpstr>1. Security (SANS)</vt:lpstr>
      <vt:lpstr>PowerPoint Presentation</vt:lpstr>
      <vt:lpstr>2. IT Code of Ethics</vt:lpstr>
      <vt:lpstr>2. IT Code of Ethics</vt:lpstr>
      <vt:lpstr>2. IT Code of Ethics</vt:lpstr>
      <vt:lpstr>PowerPoint Presentation</vt:lpstr>
      <vt:lpstr>3. Human Resource Management and IT</vt:lpstr>
      <vt:lpstr>3. Human Resource Management and IT</vt:lpstr>
      <vt:lpstr>3. Human Resource Management and IT</vt:lpstr>
      <vt:lpstr>PowerPoint Presentation</vt:lpstr>
      <vt:lpstr>4. Combined Importance </vt:lpstr>
      <vt:lpstr>PowerPoint Presentation</vt:lpstr>
      <vt:lpstr>Conclusion Slide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75</cp:revision>
  <dcterms:created xsi:type="dcterms:W3CDTF">2023-10-01T18:45:03Z</dcterms:created>
  <dcterms:modified xsi:type="dcterms:W3CDTF">2026-05-05T20:07:45Z</dcterms:modified>
</cp:coreProperties>
</file>