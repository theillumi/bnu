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7" r:id="rId2"/>
    <p:sldId id="265" r:id="rId3"/>
    <p:sldId id="259" r:id="rId4"/>
    <p:sldId id="341" r:id="rId5"/>
    <p:sldId id="347" r:id="rId6"/>
    <p:sldId id="348" r:id="rId7"/>
    <p:sldId id="357" r:id="rId8"/>
    <p:sldId id="349" r:id="rId9"/>
    <p:sldId id="350" r:id="rId10"/>
    <p:sldId id="358" r:id="rId11"/>
    <p:sldId id="351" r:id="rId12"/>
    <p:sldId id="352" r:id="rId13"/>
    <p:sldId id="359" r:id="rId14"/>
    <p:sldId id="353" r:id="rId15"/>
    <p:sldId id="354" r:id="rId16"/>
    <p:sldId id="360" r:id="rId17"/>
    <p:sldId id="356" r:id="rId18"/>
    <p:sldId id="355" r:id="rId19"/>
    <p:sldId id="262" r:id="rId20"/>
    <p:sldId id="26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424382" cy="5434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11: Code of Conduct 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 Society Code of Conduct,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IEEE Code of Ethics,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ACM Code of Ethics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Conduct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97113"/>
            <a:ext cx="7279943" cy="5330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</a:t>
            </a:r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Society Code of Conduct (IEEE Computer Society)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IEEE Computer Society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provides a Code of Conduct for computing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ensures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behavior, professionalism, and accountability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the computing field.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Principles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Be honest and trustworthy in all professional activities.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Competence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Maintain and improve technical knowledge and skills.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Accept responsibility for your work and its impact.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Respect for Privacy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Protect confidential and personal data.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Avoid Harm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Ensure systems do not harm individuals or society. </a:t>
            </a: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 Society Code of Conduct (IEEE Computer Society)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Behavior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conflicts of interest.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 not misuse company or client resources.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laws, policies, and organizational rules. 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Importance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Builds trust in computing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safe and reliable technology use.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Encourages accountability in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45087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57" y="762000"/>
            <a:ext cx="7424382" cy="5466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61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IEEE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Developed by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Applies to engineers, technologists, and computing professionals worldwide.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Core Ethical Principles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Safety First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 health, safety, and welfare of the public.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Honesty and Transparency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truthful in claims, reports, and data.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Avoid Conflicts of Interest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Disclose any potential conflicts honestly. </a:t>
            </a:r>
          </a:p>
        </p:txBody>
      </p:sp>
    </p:spTree>
    <p:extLst>
      <p:ext uri="{BB962C8B-B14F-4D97-AF65-F5344CB8AC3E}">
        <p14:creationId xmlns:p14="http://schemas.microsoft.com/office/powerpoint/2010/main" val="328773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IEEE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Reject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Corruption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bribery and unethical financial practices.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 understanding of technology and its consequences.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Treat all individuals fairly regardless of background.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Accept criticism and correct errors.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Value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Focuses strongly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societal impact and public welfare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7064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761999"/>
            <a:ext cx="7279943" cy="542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93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ACM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Developed by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Association for Computing Machinery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Widely used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software engineering and IT professions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General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Ethical Principles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Contribute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society and human well-being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harm to others.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honest and trustworthy.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Respect privacy and confidentiality.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Deliver high-quality work.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Maintain professional competence.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 laws and organizational policies.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Respect intellectual property rights. </a:t>
            </a:r>
          </a:p>
        </p:txBody>
      </p:sp>
    </p:spTree>
    <p:extLst>
      <p:ext uri="{BB962C8B-B14F-4D97-AF65-F5344CB8AC3E}">
        <p14:creationId xmlns:p14="http://schemas.microsoft.com/office/powerpoint/2010/main" val="174527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ACM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Leadership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Promote ethical practices in organizations.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 systems are safe and secure.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Support ethical decision-making within teams. </a:t>
            </a:r>
          </a:p>
          <a:p>
            <a:pPr algn="just"/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Compliance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Members must follow the code.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Violations can lead to disciplinary action.</a:t>
            </a:r>
          </a:p>
        </p:txBody>
      </p:sp>
    </p:spTree>
    <p:extLst>
      <p:ext uri="{BB962C8B-B14F-4D97-AF65-F5344CB8AC3E}">
        <p14:creationId xmlns:p14="http://schemas.microsoft.com/office/powerpoint/2010/main" val="410158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28675"/>
            <a:ext cx="7320887" cy="540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3978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Professional Conduct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Professional conduct refers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behavior, attitude, and ethics expected from professionals in the workplace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Elements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Always act honestly. </a:t>
            </a:r>
          </a:p>
          <a:p>
            <a:pPr algn="just"/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Accountability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Take responsibility for actions. </a:t>
            </a:r>
          </a:p>
          <a:p>
            <a:pPr algn="just"/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Protect sensitive information. </a:t>
            </a:r>
          </a:p>
          <a:p>
            <a:pPr algn="just"/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Respect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Treat colleagues and clients fairly. </a:t>
            </a:r>
          </a:p>
          <a:p>
            <a:pPr algn="just"/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Discipline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Follow organizational rules and standards. </a:t>
            </a:r>
          </a:p>
        </p:txBody>
      </p:sp>
    </p:spTree>
    <p:extLst>
      <p:ext uri="{BB962C8B-B14F-4D97-AF65-F5344CB8AC3E}">
        <p14:creationId xmlns:p14="http://schemas.microsoft.com/office/powerpoint/2010/main" val="2783735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Professional Conduct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Workplace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Behavior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Punctuality and commitment.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Proper communication and teamwork.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harassment or discrimination.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Decision Making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Identify the problem.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Consider stakeholders.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Evaluate alternatives.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Choose the most ethical option.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Importance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Builds a positive work environment.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Enhances organizational reputation.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Ensures long-term career success.</a:t>
            </a:r>
          </a:p>
        </p:txBody>
      </p:sp>
    </p:spTree>
    <p:extLst>
      <p:ext uri="{BB962C8B-B14F-4D97-AF65-F5344CB8AC3E}">
        <p14:creationId xmlns:p14="http://schemas.microsoft.com/office/powerpoint/2010/main" val="1571689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73740"/>
            <a:ext cx="7410734" cy="5222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8462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399"/>
            <a:ext cx="7394001" cy="509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046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 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codes guide professionals in making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responsible decisions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Organizations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like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IEEE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Association for Computing Machinery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set global standards. 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these codes ensures: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Trust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Safety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growth </a:t>
            </a:r>
          </a:p>
        </p:txBody>
      </p:sp>
    </p:spTree>
    <p:extLst>
      <p:ext uri="{BB962C8B-B14F-4D97-AF65-F5344CB8AC3E}">
        <p14:creationId xmlns:p14="http://schemas.microsoft.com/office/powerpoint/2010/main" val="2907239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19428</TotalTime>
  <Words>545</Words>
  <Application>Microsoft Office PowerPoint</Application>
  <PresentationFormat>On-screen Show (4:3)</PresentationFormat>
  <Paragraphs>125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Pushpin</vt:lpstr>
      <vt:lpstr>PowerPoint Presentation</vt:lpstr>
      <vt:lpstr>PowerPoint Presentation</vt:lpstr>
      <vt:lpstr>Chap 11: Code of Conduct </vt:lpstr>
      <vt:lpstr>PowerPoint Presentation</vt:lpstr>
      <vt:lpstr>Computer Society Code of Conduct (IEEE Computer Society)</vt:lpstr>
      <vt:lpstr>Computer Society Code of Conduct (IEEE Computer Society)</vt:lpstr>
      <vt:lpstr>PowerPoint Presentation</vt:lpstr>
      <vt:lpstr>2. IEEE Code of Ethics</vt:lpstr>
      <vt:lpstr>2. IEEE Code of Ethics</vt:lpstr>
      <vt:lpstr>PowerPoint Presentation</vt:lpstr>
      <vt:lpstr>3. ACM Code of Ethics</vt:lpstr>
      <vt:lpstr>3. ACM Code of Ethics</vt:lpstr>
      <vt:lpstr>PowerPoint Presentation</vt:lpstr>
      <vt:lpstr>4. Professional Conduct</vt:lpstr>
      <vt:lpstr>4. Professional Conduct</vt:lpstr>
      <vt:lpstr>PowerPoint Presentation</vt:lpstr>
      <vt:lpstr>PowerPoint Presentation</vt:lpstr>
      <vt:lpstr>Conclusion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75</cp:revision>
  <dcterms:created xsi:type="dcterms:W3CDTF">2023-10-01T18:45:03Z</dcterms:created>
  <dcterms:modified xsi:type="dcterms:W3CDTF">2026-05-05T19:50:31Z</dcterms:modified>
</cp:coreProperties>
</file>