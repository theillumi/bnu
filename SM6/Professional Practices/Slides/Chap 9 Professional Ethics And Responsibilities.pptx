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7" r:id="rId2"/>
    <p:sldId id="265" r:id="rId3"/>
    <p:sldId id="259" r:id="rId4"/>
    <p:sldId id="341" r:id="rId5"/>
    <p:sldId id="331" r:id="rId6"/>
    <p:sldId id="350" r:id="rId7"/>
    <p:sldId id="342" r:id="rId8"/>
    <p:sldId id="351" r:id="rId9"/>
    <p:sldId id="343" r:id="rId10"/>
    <p:sldId id="352" r:id="rId11"/>
    <p:sldId id="344" r:id="rId12"/>
    <p:sldId id="353" r:id="rId13"/>
    <p:sldId id="349" r:id="rId14"/>
    <p:sldId id="354" r:id="rId15"/>
    <p:sldId id="348" r:id="rId16"/>
    <p:sldId id="355" r:id="rId17"/>
    <p:sldId id="345" r:id="rId18"/>
    <p:sldId id="356" r:id="rId19"/>
    <p:sldId id="346" r:id="rId20"/>
    <p:sldId id="357" r:id="rId21"/>
    <p:sldId id="347" r:id="rId22"/>
    <p:sldId id="262" r:id="rId23"/>
    <p:sldId id="26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2000"/>
            <a:ext cx="7250373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Ethics And Responsibilities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What Is “Professional Ethics”?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Ethical Guidelines for Computer Professionals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Special Aspects of Professional Ethics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 Codes of Ethics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Guidelines and Professional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Responsibilities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 and Methodology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Protecting Personal Data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Designing an Email System With Targeted Ads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Webcams in School Laptops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Publishing Security Vulnerabilities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31" y="838199"/>
            <a:ext cx="7438065" cy="5257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342900" indent="-34290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Is “Professional Ethics”?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342900" indent="-342900" algn="just">
              <a:buAutoNum type="arabicPeriod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Is “Professional Ethics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”?</a:t>
            </a:r>
          </a:p>
          <a:p>
            <a:pPr marL="0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ethics refers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moral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principles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standards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guide behavior in a profession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ensures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professionals act with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honesty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integrity,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responsibility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computing, it includes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protecting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user data, avoiding harm, and maintaining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trust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Goes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beyond law → something can be legal but still unethical</a:t>
            </a:r>
          </a:p>
          <a:p>
            <a:pPr marL="0" indent="0"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 A developer not misusing user data even if access is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available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76016"/>
            <a:ext cx="7336412" cy="519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Ethical Guidelines for Computer Professionals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Ethical Guidelines for Computer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Professionals</a:t>
            </a:r>
          </a:p>
          <a:p>
            <a:pPr marL="0" indent="0" algn="just">
              <a:buNone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Respect privacy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confidentiality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users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Ensure accuracy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reliability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systems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Avoid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causing harm (physical, financial, or social)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transparent about system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limitations</a:t>
            </a: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 Not selling user data without consent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Informing users about data collection policies</a:t>
            </a:r>
          </a:p>
        </p:txBody>
      </p:sp>
    </p:spTree>
    <p:extLst>
      <p:ext uri="{BB962C8B-B14F-4D97-AF65-F5344CB8AC3E}">
        <p14:creationId xmlns:p14="http://schemas.microsoft.com/office/powerpoint/2010/main" val="1366577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799"/>
            <a:ext cx="7356750" cy="541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Special Aspects of Professional 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Ethics &amp;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Professional Codes of Ethics </a:t>
            </a:r>
            <a:b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Special Aspects of Professional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Ethics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Technology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impacts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millions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users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simultaneously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Errors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 lead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serious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consequences (financial loss, safety risks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Difficulty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assigning responsibility (team-based development)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Rapid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technological change creates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dilemmas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AI bias affecting hiring decisions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 Professional Codes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Ethics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Formal guidelines developed by organizations (e.g.,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IEEE)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Provide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framework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ethical decision-making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Promote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values like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honesty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fairness,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accountability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professionals resolve ethical conflicts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ACM Code emphasizes avoiding harm and respecting privacy</a:t>
            </a:r>
          </a:p>
        </p:txBody>
      </p:sp>
    </p:spTree>
    <p:extLst>
      <p:ext uri="{BB962C8B-B14F-4D97-AF65-F5344CB8AC3E}">
        <p14:creationId xmlns:p14="http://schemas.microsoft.com/office/powerpoint/2010/main" val="411502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685800"/>
            <a:ext cx="5567149" cy="549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 Guidelines and Professional Responsibilities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5. Guidelines and Professional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Responsibilities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Deliver high-quality,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secure, and reliable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systems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Maintain confidentiality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sensitive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information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Continuously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update skills and knowledge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Report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unethical practices when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necessary</a:t>
            </a: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Reporting a security flaw instead of hiding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responsibility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toward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clients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employers, and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society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191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838200"/>
            <a:ext cx="7023031" cy="503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6. Introduction and Methodology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Introduction and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decision-making requires 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systematic approach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Steps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Identify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problem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Gather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relevant facts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Consider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stakeholders (users, company, society)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Evaluate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possible actions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Choose 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most ethical solution</a:t>
            </a:r>
          </a:p>
          <a:p>
            <a:pPr marL="0" indent="0" algn="just"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Deciding whether to release software with known bugs</a:t>
            </a:r>
          </a:p>
          <a:p>
            <a:pPr marL="0" indent="0" algn="just"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4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29017"/>
            <a:ext cx="7315200" cy="5385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7. Protecting Personal Data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7. Protecting Personal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Personal data includes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CNIC, email, financial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details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Risks: Data breaches, identity theft,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misuse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Protection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Encryption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Secure authentication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Access control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Companies securing user passwords using hashing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duty to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collect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only necessary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319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923925"/>
            <a:ext cx="7316504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8. Designing an Email System With Targeted 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Ads</a:t>
            </a:r>
            <a:endParaRPr lang="en-US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Designing an Email System With Targeted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Ads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Emails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scanned to show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relevant advertisements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concerns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Privacy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invasion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Lack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user consent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Benefits: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Free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services funded by ads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Ethical approach: 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Transparency (inform users clearly)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Provide opt-out options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 Email services showing ads based on user activity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675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85800"/>
            <a:ext cx="7323543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9. Webcams in School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Laptops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9. Webcams in School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Laptops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Schools may install webcams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security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monitoring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issues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Violation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student privacy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Unauthorized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surveillance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Risks: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Hacking of webcams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Monitoring without consent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Ethical solution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Clear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policies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from students/parents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Limited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secure usage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Cases where schools secretly monitored students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20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609600"/>
            <a:ext cx="7333017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628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10. Publishing Security Vulnerabilities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Publishing Security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Vulnerabilities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Discovering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flaws in systems (software, websites)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dilemma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Should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be disclosed publicly or privately?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Responsible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disclosure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Inform company first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Give time to fix the issue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Risks of full public disclosure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Hackers may exploit vulnerabilities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Example: Ethical hackers reporting bugs to companies</a:t>
            </a:r>
          </a:p>
        </p:txBody>
      </p:sp>
    </p:spTree>
    <p:extLst>
      <p:ext uri="{BB962C8B-B14F-4D97-AF65-F5344CB8AC3E}">
        <p14:creationId xmlns:p14="http://schemas.microsoft.com/office/powerpoint/2010/main" val="1107720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4250</TotalTime>
  <Words>445</Words>
  <Application>Microsoft Office PowerPoint</Application>
  <PresentationFormat>On-screen Show (4:3)</PresentationFormat>
  <Paragraphs>122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Pushpin</vt:lpstr>
      <vt:lpstr>PowerPoint Presentation</vt:lpstr>
      <vt:lpstr>PowerPoint Presentation</vt:lpstr>
      <vt:lpstr>Chap 9 Professional Ethics And Responsibilities</vt:lpstr>
      <vt:lpstr>PowerPoint Presentation</vt:lpstr>
      <vt:lpstr>What Is “Professional Ethics”?</vt:lpstr>
      <vt:lpstr>PowerPoint Presentation</vt:lpstr>
      <vt:lpstr>2. Ethical Guidelines for Computer Professionals</vt:lpstr>
      <vt:lpstr>PowerPoint Presentation</vt:lpstr>
      <vt:lpstr>3. Special Aspects of Professional Ethics &amp;  4. Professional Codes of Ethics  </vt:lpstr>
      <vt:lpstr>PowerPoint Presentation</vt:lpstr>
      <vt:lpstr>5. Guidelines and Professional Responsibilities</vt:lpstr>
      <vt:lpstr>PowerPoint Presentation</vt:lpstr>
      <vt:lpstr>6. Introduction and Methodology</vt:lpstr>
      <vt:lpstr>PowerPoint Presentation</vt:lpstr>
      <vt:lpstr>7. Protecting Personal Data</vt:lpstr>
      <vt:lpstr>PowerPoint Presentation</vt:lpstr>
      <vt:lpstr>8. Designing an Email System With Targeted Ads</vt:lpstr>
      <vt:lpstr>PowerPoint Presentation</vt:lpstr>
      <vt:lpstr>9. Webcams in School Laptops</vt:lpstr>
      <vt:lpstr>PowerPoint Presentation</vt:lpstr>
      <vt:lpstr>10. Publishing Security Vulnerabilities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69</cp:revision>
  <dcterms:created xsi:type="dcterms:W3CDTF">2023-10-01T18:45:03Z</dcterms:created>
  <dcterms:modified xsi:type="dcterms:W3CDTF">2026-04-18T04:20:22Z</dcterms:modified>
</cp:coreProperties>
</file>