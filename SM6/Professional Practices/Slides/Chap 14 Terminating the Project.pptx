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7" r:id="rId2"/>
    <p:sldId id="265" r:id="rId3"/>
    <p:sldId id="259" r:id="rId4"/>
    <p:sldId id="341" r:id="rId5"/>
    <p:sldId id="331" r:id="rId6"/>
    <p:sldId id="348" r:id="rId7"/>
    <p:sldId id="342" r:id="rId8"/>
    <p:sldId id="349" r:id="rId9"/>
    <p:sldId id="343" r:id="rId10"/>
    <p:sldId id="350" r:id="rId11"/>
    <p:sldId id="344" r:id="rId12"/>
    <p:sldId id="354" r:id="rId13"/>
    <p:sldId id="345" r:id="rId14"/>
    <p:sldId id="352" r:id="rId15"/>
    <p:sldId id="346" r:id="rId16"/>
    <p:sldId id="353" r:id="rId17"/>
    <p:sldId id="347" r:id="rId18"/>
    <p:sldId id="355" r:id="rId19"/>
    <p:sldId id="262" r:id="rId20"/>
    <p:sldId id="26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D0B4-4ABD-467C-9EB4-04F653D3D41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68F07-0ECC-4CFA-BC3E-9FA163DB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119257"/>
            <a:ext cx="6766560" cy="36038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Practices (HUM-305)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SPRING SEMESTER 2026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 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Engr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Muhammad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Raheel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Iqbal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Butt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Resource Person 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Contact: +92 321 7433568</a:t>
            </a:r>
          </a:p>
          <a:p>
            <a:pPr marL="0" indent="0" algn="ctr">
              <a:buNone/>
            </a:pPr>
            <a:endParaRPr lang="en-US" sz="22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School of Computer &amp; Information Technology</a:t>
            </a:r>
            <a:endParaRPr lang="en-US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3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Beaconhouse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National University, Lahore</a:t>
            </a:r>
            <a:endParaRPr lang="en-US" sz="3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899614"/>
            <a:ext cx="1627496" cy="1964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76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85800"/>
            <a:ext cx="7316094" cy="5510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361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Terminating the Project</a:t>
            </a: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Presentation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projects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Project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Closing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</a:t>
            </a: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13321"/>
            <a:ext cx="7356143" cy="53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28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Project Overview &amp;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Objective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Effectively communicate the project's value, journey, and final deliverables.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The "Elevator Pitch":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Start with a 1-2 sentence summary of what the project achieved and its core value proposition.</a:t>
            </a:r>
          </a:p>
          <a:p>
            <a:pPr marL="0" indent="0" algn="just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Objectives: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Highlight the primary goals established at the beginning and how they map to the final results.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Key Achievements: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Use metrics and data. For example, “Delivered \(\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frac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{2}{3}\) weeks ahead of schedule” or “Increased operational efficiency by \(\$15\%\).”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Visuals &amp; Demos: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Include brief graphs, screenshots, or a live demonstration of the final product/deliverable.</a:t>
            </a:r>
          </a:p>
        </p:txBody>
      </p:sp>
    </p:spTree>
    <p:extLst>
      <p:ext uri="{BB962C8B-B14F-4D97-AF65-F5344CB8AC3E}">
        <p14:creationId xmlns:p14="http://schemas.microsoft.com/office/powerpoint/2010/main" val="193172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33449"/>
            <a:ext cx="6702188" cy="5257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3405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Project Journey &amp;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Objective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Briefly showcase the work and how the team navigated the project lifecycle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Timeline Overview: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 high-level roadmap showing major milestones from kickoff to completion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Challenges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Overcome: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Briefly mention 1-2 major hurdles (e.g., resource constraints, scope changes) and the solutions applied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Value Delivered: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Detail how the project impacts the end-user or business operations.</a:t>
            </a:r>
          </a:p>
        </p:txBody>
      </p:sp>
    </p:spTree>
    <p:extLst>
      <p:ext uri="{BB962C8B-B14F-4D97-AF65-F5344CB8AC3E}">
        <p14:creationId xmlns:p14="http://schemas.microsoft.com/office/powerpoint/2010/main" val="84274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62" y="838200"/>
            <a:ext cx="7229190" cy="5344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3802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Project Closing – Formal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Objective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Ensure all administrative and operational loose ends are tied up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Deliverables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Sign-off: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Confirm that all agreed-upon deliverables have been transferred and accepted by stakeholders.</a:t>
            </a: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Asset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Transfer: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Outline the handover of project assets, including source code, design files, documentation, and licensing.</a:t>
            </a: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Financial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Closure: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Confirm the budget utilization and final billing sign-off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143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685800"/>
            <a:ext cx="7170016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3802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Project Closing – Post-Implementation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Objective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Evaluate project performance and extract actionable insights.</a:t>
            </a: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Success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Metrics: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Review the original Key Performance Indicators (KPIs) against the final project results.</a:t>
            </a: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Lessons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Learned: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Highlight what went well and identify specific areas for future process improvement.</a:t>
            </a: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Team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Recognition: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Acknowledge key contributors, stakeholders, and project team members.</a:t>
            </a:r>
          </a:p>
        </p:txBody>
      </p:sp>
    </p:spTree>
    <p:extLst>
      <p:ext uri="{BB962C8B-B14F-4D97-AF65-F5344CB8AC3E}">
        <p14:creationId xmlns:p14="http://schemas.microsoft.com/office/powerpoint/2010/main" val="4045867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2000"/>
            <a:ext cx="7397087" cy="5475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3802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Transition to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Objective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Outline how the project will be maintained moving forward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Handover Documentation: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Ensure access to Standard Operating Procedures (SOPs), user manuals, and system architecture guides.</a:t>
            </a: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Support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Model: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Clearly define the transition from project mode to "Business as Usual" (BAU).</a:t>
            </a:r>
          </a:p>
        </p:txBody>
      </p:sp>
    </p:spTree>
    <p:extLst>
      <p:ext uri="{BB962C8B-B14F-4D97-AF65-F5344CB8AC3E}">
        <p14:creationId xmlns:p14="http://schemas.microsoft.com/office/powerpoint/2010/main" val="695705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02942"/>
            <a:ext cx="7412440" cy="5369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3802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Support &amp; Maintenance Strategy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Objective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Detail the ongoing support structure to guarantee long-term stability.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Support Tiers &amp; SLAs: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Tier 1: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Basic troubleshooting &amp; FAQs.</a:t>
            </a:r>
          </a:p>
          <a:p>
            <a:pPr lvl="1" algn="just"/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Tier 2: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Technical issue resolution.</a:t>
            </a:r>
          </a:p>
          <a:p>
            <a:pPr lvl="1" algn="just"/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Tier 3: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Critical bug fixing/escalation with defined Service Level Agreements (e.g.,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24 /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7)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availability or response within 4 hours).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Communication Channels: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Specify how users/clients can log tickets (e.g., Helpdesk Portal, dedicated email address, or ticketing system).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Maintenance Schedule: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Outline planned downtime, update cycles, and routine check-ups.</a:t>
            </a:r>
          </a:p>
        </p:txBody>
      </p:sp>
    </p:spTree>
    <p:extLst>
      <p:ext uri="{BB962C8B-B14F-4D97-AF65-F5344CB8AC3E}">
        <p14:creationId xmlns:p14="http://schemas.microsoft.com/office/powerpoint/2010/main" val="2490121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762000"/>
            <a:ext cx="7274256" cy="535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3802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Continuous Improvement &amp;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Objective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Establish a process for future enhancements and user feedback.</a:t>
            </a: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Feedback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Loop: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Detail how users can submit feature requests and suggestions for future iterations.</a:t>
            </a: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Version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Control/Updates: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Explain how future updates, patches, and upgrades will be deployed.</a:t>
            </a: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Q&amp;A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Open the floor for stakeholder questions and discussion.</a:t>
            </a:r>
          </a:p>
        </p:txBody>
      </p:sp>
    </p:spTree>
    <p:extLst>
      <p:ext uri="{BB962C8B-B14F-4D97-AF65-F5344CB8AC3E}">
        <p14:creationId xmlns:p14="http://schemas.microsoft.com/office/powerpoint/2010/main" val="300384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99873"/>
            <a:ext cx="7367516" cy="5472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0240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704510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740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713619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651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4711</TotalTime>
  <Words>539</Words>
  <Application>Microsoft Office PowerPoint</Application>
  <PresentationFormat>On-screen Show (4:3)</PresentationFormat>
  <Paragraphs>71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Pushpin</vt:lpstr>
      <vt:lpstr>PowerPoint Presentation</vt:lpstr>
      <vt:lpstr>PowerPoint Presentation</vt:lpstr>
      <vt:lpstr>Chap 14 Terminating the Project </vt:lpstr>
      <vt:lpstr>PowerPoint Presentation</vt:lpstr>
      <vt:lpstr>Project Overview &amp; Presentation</vt:lpstr>
      <vt:lpstr>PowerPoint Presentation</vt:lpstr>
      <vt:lpstr>Project Journey &amp; Highlights</vt:lpstr>
      <vt:lpstr>PowerPoint Presentation</vt:lpstr>
      <vt:lpstr>Project Closing – Formal Handover</vt:lpstr>
      <vt:lpstr>PowerPoint Presentation</vt:lpstr>
      <vt:lpstr>Project Closing – Post-Implementation Review</vt:lpstr>
      <vt:lpstr>PowerPoint Presentation</vt:lpstr>
      <vt:lpstr>Transition to Support</vt:lpstr>
      <vt:lpstr>PowerPoint Presentation</vt:lpstr>
      <vt:lpstr>Support &amp; Maintenance Strategy</vt:lpstr>
      <vt:lpstr>PowerPoint Presentation</vt:lpstr>
      <vt:lpstr>Continuous Improvement &amp; Feedback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78</cp:revision>
  <dcterms:created xsi:type="dcterms:W3CDTF">2023-10-01T18:45:03Z</dcterms:created>
  <dcterms:modified xsi:type="dcterms:W3CDTF">2026-05-31T07:36:20Z</dcterms:modified>
</cp:coreProperties>
</file>