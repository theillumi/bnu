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</a:rPr>
              <a:t>Instructions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Answer each question on your paper — one or two sentences per question.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Form a group of 4. Pool all your answer sheets together.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</a:rPr>
              <a:t>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0482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Open FigJam. Create one sticky note per answer — one idea per sticky.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2505456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15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</a:rPr>
              <a:t>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6151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Move similar sticky notes together into groups on the board.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3072384"/>
            <a:ext cx="7863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CCCC"/>
                </a:solidFill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821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Name each group. Write one sentence describing what the pattern means.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786384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Submission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34340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Record a Loom video of your FigJam board — show sticky notes being created and clustered.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908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69087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Submit the Loom link on the portal before the end of the lab.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2026-05-08T12:10:48Z</dcterms:created>
  <dcterms:modified xsi:type="dcterms:W3CDTF">2026-05-08T12:10:48Z</dcterms:modified>
</cp:coreProperties>
</file>