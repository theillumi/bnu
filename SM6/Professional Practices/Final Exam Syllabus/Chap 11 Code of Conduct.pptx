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59" r:id="rId2"/>
    <p:sldId id="347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6" r:id="rId11"/>
    <p:sldId id="35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5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0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1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24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65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4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7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26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25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0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3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11: Code of Conduct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Computer Society Code of Conduct,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IEEE Code of Ethics,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ACM Code of Ethics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Professional Conduct</a:t>
            </a: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Computer Society Code of Conduct (IEEE Computer Society)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IEEE Computer Society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provides a Code of Conduct for computing professionals.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ensures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ethical behavior, professionalism, and accountability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 the computing field. 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Principles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Integrity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Be honest and trustworthy in all professional activities.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Competence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Maintain and improve technical knowledge and skills.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Responsibility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Accept responsibility for your work and its impact.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Respect for Privacy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Protect confidential and personal data.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Avoid Harm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Ensure systems do not harm individuals or society. </a:t>
            </a:r>
          </a:p>
        </p:txBody>
      </p:sp>
    </p:spTree>
    <p:extLst>
      <p:ext uri="{BB962C8B-B14F-4D97-AF65-F5344CB8AC3E}">
        <p14:creationId xmlns:p14="http://schemas.microsoft.com/office/powerpoint/2010/main" val="110772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Computer Society Code of Conduct (IEEE Computer Society)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Professional Behavior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Avoid conflicts of interest.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 not misuse company or client resources.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Follow laws, policies, and organizational rules. </a:t>
            </a:r>
          </a:p>
          <a:p>
            <a:pPr marL="0" indent="0" algn="just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Importance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Builds trust in computing professionals.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Promotes safe and reliable technology use.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Encourages accountability in software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354508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IEEE Code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Developed by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IEEE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Applies to engineers, technologists, and computing professionals worldwide.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Core Ethical Principles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Public Safety First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Protect health, safety, and welfare of the public.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Honesty and Transparency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 truthful in claims, reports, and data.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Avoid Conflicts of Interest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Disclose any potential conflicts honestly. </a:t>
            </a:r>
          </a:p>
        </p:txBody>
      </p:sp>
    </p:spTree>
    <p:extLst>
      <p:ext uri="{BB962C8B-B14F-4D97-AF65-F5344CB8AC3E}">
        <p14:creationId xmlns:p14="http://schemas.microsoft.com/office/powerpoint/2010/main" val="3287731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IEEE Code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Reject Corruption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Avoid bribery and unethical financial practices. 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Professional Responsibilities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Improve understanding of technology and its consequences.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Treat all individuals fairly regardless of background.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Accept criticism and correct errors. 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Key Value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Focuses strongly 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societal impact and public welfare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7064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ACM Code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Developed by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Association for Computing Machinery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Widely used in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software engineering and IT professions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General Ethical Principles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Contribute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society and human well-being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Avoid harm to others.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 honest and trustworthy.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Respect privacy and confidentiality. 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Professional Responsibilities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Deliver high-quality work.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Maintain professional competence.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Follow laws and organizational policies.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Respect intellectual property rights. </a:t>
            </a:r>
          </a:p>
        </p:txBody>
      </p:sp>
    </p:spTree>
    <p:extLst>
      <p:ext uri="{BB962C8B-B14F-4D97-AF65-F5344CB8AC3E}">
        <p14:creationId xmlns:p14="http://schemas.microsoft.com/office/powerpoint/2010/main" val="174527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ACM Code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Leadership Responsibilities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Promote ethical practices in organizations.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Ensure systems are safe and secure.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Support ethical decision-making within teams. </a:t>
            </a:r>
          </a:p>
          <a:p>
            <a:pPr algn="just"/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Compliance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Members must follow the code.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Violations can lead to disciplinary action.</a:t>
            </a:r>
          </a:p>
        </p:txBody>
      </p:sp>
    </p:spTree>
    <p:extLst>
      <p:ext uri="{BB962C8B-B14F-4D97-AF65-F5344CB8AC3E}">
        <p14:creationId xmlns:p14="http://schemas.microsoft.com/office/powerpoint/2010/main" val="4101586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 Professional 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Professional conduct refers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behavior, attitude, and ethics expected from professionals in the workplace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Key Elements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Integrity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Always act honestly. </a:t>
            </a:r>
          </a:p>
          <a:p>
            <a:pPr algn="just"/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Accountability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Take responsibility for actions. </a:t>
            </a:r>
          </a:p>
          <a:p>
            <a:pPr algn="just"/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Confidentiality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Protect sensitive information. </a:t>
            </a:r>
          </a:p>
          <a:p>
            <a:pPr algn="just"/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Respect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Treat colleagues and clients fairly. </a:t>
            </a:r>
          </a:p>
          <a:p>
            <a:pPr algn="just"/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Discipline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Follow organizational rules and standards. </a:t>
            </a:r>
          </a:p>
        </p:txBody>
      </p:sp>
    </p:spTree>
    <p:extLst>
      <p:ext uri="{BB962C8B-B14F-4D97-AF65-F5344CB8AC3E}">
        <p14:creationId xmlns:p14="http://schemas.microsoft.com/office/powerpoint/2010/main" val="278373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 Professional 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Workplace Behavior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Punctuality and commitment.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Proper communication and teamwork.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Avoid harassment or discrimination. 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Ethical Decision Making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Identify the problem.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Consider stakeholders.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Evaluate alternatives.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Choose the most ethical option. 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Importance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Builds a positive work environment.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Enhances organizational reputation.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Ensures long-term career success.</a:t>
            </a:r>
          </a:p>
        </p:txBody>
      </p:sp>
    </p:spTree>
    <p:extLst>
      <p:ext uri="{BB962C8B-B14F-4D97-AF65-F5344CB8AC3E}">
        <p14:creationId xmlns:p14="http://schemas.microsoft.com/office/powerpoint/2010/main" val="157168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14399"/>
            <a:ext cx="7394001" cy="5090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6046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Ethical codes guide professionals in making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responsible decisions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Organizations like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IEEE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Association for Computing Machinery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set global standards. 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Following these codes ensures: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Trust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Safety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Professional growth </a:t>
            </a:r>
          </a:p>
        </p:txBody>
      </p:sp>
    </p:spTree>
    <p:extLst>
      <p:ext uri="{BB962C8B-B14F-4D97-AF65-F5344CB8AC3E}">
        <p14:creationId xmlns:p14="http://schemas.microsoft.com/office/powerpoint/2010/main" val="2907239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19428</TotalTime>
  <Words>540</Words>
  <Application>Microsoft Office PowerPoint</Application>
  <PresentationFormat>On-screen Show (4:3)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Office Theme</vt:lpstr>
      <vt:lpstr>Chap 11: Code of Conduct </vt:lpstr>
      <vt:lpstr>Computer Society Code of Conduct (IEEE Computer Society)</vt:lpstr>
      <vt:lpstr>Computer Society Code of Conduct (IEEE Computer Society)</vt:lpstr>
      <vt:lpstr>2. IEEE Code of Ethics</vt:lpstr>
      <vt:lpstr>2. IEEE Code of Ethics</vt:lpstr>
      <vt:lpstr>3. ACM Code of Ethics</vt:lpstr>
      <vt:lpstr>3. ACM Code of Ethics</vt:lpstr>
      <vt:lpstr>4. Professional Conduct</vt:lpstr>
      <vt:lpstr>4. Professional Conduct</vt:lpstr>
      <vt:lpstr>PowerPoint Presentation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Saad Mughal</cp:lastModifiedBy>
  <cp:revision>77</cp:revision>
  <dcterms:created xsi:type="dcterms:W3CDTF">2023-10-01T18:45:03Z</dcterms:created>
  <dcterms:modified xsi:type="dcterms:W3CDTF">2026-06-16T16:44:04Z</dcterms:modified>
</cp:coreProperties>
</file>