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9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6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43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4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5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95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4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03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3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4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7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48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8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13 Accountability and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Accountability and Auditing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Social Application of Ethics. </a:t>
            </a: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 to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Accountability is the obligation of an organization or individual to account for its activities, accept responsibility for them, and disclose results in a transparent manner.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Four Pillars: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Responsibility: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duty to perform assigned tasks.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Answerability: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Being called to explain decisions and actions.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Trustworthiness: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Building reliance through ethical conduct.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Liability: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Being bound by obligation or debt.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Accountability transforms passive duty into active action. It prevents power abuse and establishes the framework for how institutions interact with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10772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Understanding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Auditing is the independent, systematic examination of records, processes, and controls to ensure statements are accurate and complete.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Types of Audits: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Financial Audits: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Evaluate the accuracy and fairness of financial records.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Operational Audits: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Analyze efficiency and performance within the organization.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Compliance Audits: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 adherence to internal policies and external legal frameworks.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Auditing is not just about finding errors; it is the vital verification step that proves an entity's claims are honest, independent, and free from material misstatement.</a:t>
            </a:r>
          </a:p>
        </p:txBody>
      </p:sp>
    </p:spTree>
    <p:extLst>
      <p:ext uri="{BB962C8B-B14F-4D97-AF65-F5344CB8AC3E}">
        <p14:creationId xmlns:p14="http://schemas.microsoft.com/office/powerpoint/2010/main" val="218902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Ethical Principles in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Fundamental Standards: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Auditors must adhere to core professional ethics. Key principles include: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Integrity: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Being honest, fair, and candid.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Objectivity: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Making impartial judgments free from bias or conflicts of interest.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Professional Competence: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Maintaining the necessary knowledge and skill.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Confidentiality: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Protecting non-public information unless disclosure is required by law.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Without absolute independence and objectivity, an audit loses its value. The entire auditing profession relies on the public's trust in the auditor's ethical standing.</a:t>
            </a:r>
          </a:p>
        </p:txBody>
      </p:sp>
    </p:spTree>
    <p:extLst>
      <p:ext uri="{BB962C8B-B14F-4D97-AF65-F5344CB8AC3E}">
        <p14:creationId xmlns:p14="http://schemas.microsoft.com/office/powerpoint/2010/main" val="396408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Defining the Social Application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integration of moral principles and values into the structures of society to guide behavior, institutional policies, and decision-making.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Areas of Application: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Corporate &amp; Business Ethics: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Fair treatment of employees, responsible sourcing, and environmental sustainability.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Media &amp; Digital Ethics: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Objectivity, transparency, and mitigating misinformation in journalism and social media.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Public Administration: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Serving the public interest and protecting state resources.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Ethics are not just for personal life; they govern how societies solve large problems, such as resource distribution, discrimination, and corporate governance.</a:t>
            </a:r>
          </a:p>
        </p:txBody>
      </p:sp>
    </p:spTree>
    <p:extLst>
      <p:ext uri="{BB962C8B-B14F-4D97-AF65-F5344CB8AC3E}">
        <p14:creationId xmlns:p14="http://schemas.microsoft.com/office/powerpoint/2010/main" val="943711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Ethics Auditing in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systematic evaluation of an organization's ethics program, culture, and social responsibility performance.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What is Measured: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Employee treatment and workplace safety.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Compliance with labor laws and environmental standards.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Philanthropic efforts and stakeholder relationships.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 ethics audit helps organizations identify potential reputational and legal risks before they escalate. It transitions compliance from a minimum legal requirement to a core part of organizational culture.</a:t>
            </a:r>
          </a:p>
        </p:txBody>
      </p:sp>
    </p:spTree>
    <p:extLst>
      <p:ext uri="{BB962C8B-B14F-4D97-AF65-F5344CB8AC3E}">
        <p14:creationId xmlns:p14="http://schemas.microsoft.com/office/powerpoint/2010/main" val="109440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Social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Concept: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process of assessing and reporting on a company’s or government's performance in fulfilling its economic, legal, and social responsibilities.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Mechanisms: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Participatory Budgeting &amp; Citizen Monitoring: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Involving the public in evaluating development and community programs.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Public Expenditure Tracking: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Making the flow of funds transparent so resources actually reach beneficiaries.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Social Auditing bridges the gap between official data and reality. It serves as a tool for communities and civil societies to exact Social Accountability from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616182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Challenges in Measuring Ethical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The Measurement Problem: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Unlike financial audits which deal with exact numbers, ethics and social performance often rely on qualitative, non-financial data.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Challenges: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Quantifying "culture" and "integrity."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Avoiding "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greenwashing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" or superficial reporting.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Balancing profitability with societal obligations.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Measuring the social application of ethics is difficult but necessary. Developing standardized frameworks—such as ESG (Environmental, Social, and Governance) reporting—helps standardize these evaluations.</a:t>
            </a:r>
          </a:p>
        </p:txBody>
      </p:sp>
    </p:spTree>
    <p:extLst>
      <p:ext uri="{BB962C8B-B14F-4D97-AF65-F5344CB8AC3E}">
        <p14:creationId xmlns:p14="http://schemas.microsoft.com/office/powerpoint/2010/main" val="405435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Way Forward – Building an Ethical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Best Practices:</a:t>
            </a: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Clear Codes of Conduct: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Outlining expected behaviors, consequences, and disciplinary procedures.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Whistleblower Protection: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Providing secure channels for reporting unethical behavior without fear of retaliation.</a:t>
            </a:r>
          </a:p>
          <a:p>
            <a:pPr lvl="1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Continuous Monitoring: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Integrating regular ethical risk assessments alongside financial audits.</a:t>
            </a:r>
          </a:p>
          <a:p>
            <a:pPr lvl="1"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Speaker Notes: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Accountability, auditing, and ethical application are not standalone tasks; they are interconnected systems that ensure long-term sustainability and trust within society.</a:t>
            </a:r>
          </a:p>
        </p:txBody>
      </p:sp>
    </p:spTree>
    <p:extLst>
      <p:ext uri="{BB962C8B-B14F-4D97-AF65-F5344CB8AC3E}">
        <p14:creationId xmlns:p14="http://schemas.microsoft.com/office/powerpoint/2010/main" val="44332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4705</TotalTime>
  <Words>767</Words>
  <Application>Microsoft Office PowerPoint</Application>
  <PresentationFormat>On-screen Show 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Times New Roman</vt:lpstr>
      <vt:lpstr>Office Theme</vt:lpstr>
      <vt:lpstr>Chap 13 Accountability and Auditing</vt:lpstr>
      <vt:lpstr>Introduction to Accountability</vt:lpstr>
      <vt:lpstr>Understanding Auditing</vt:lpstr>
      <vt:lpstr>Ethical Principles in Auditing</vt:lpstr>
      <vt:lpstr>Defining the Social Application of Ethics</vt:lpstr>
      <vt:lpstr>Ethics Auditing in Organizations</vt:lpstr>
      <vt:lpstr>Social Auditing</vt:lpstr>
      <vt:lpstr>Challenges in Measuring Ethical Performance</vt:lpstr>
      <vt:lpstr>The Way Forward – Building an Ethical Culture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Saad Mughal</cp:lastModifiedBy>
  <cp:revision>77</cp:revision>
  <dcterms:created xsi:type="dcterms:W3CDTF">2023-10-01T18:45:03Z</dcterms:created>
  <dcterms:modified xsi:type="dcterms:W3CDTF">2026-06-16T16:45:29Z</dcterms:modified>
</cp:coreProperties>
</file>