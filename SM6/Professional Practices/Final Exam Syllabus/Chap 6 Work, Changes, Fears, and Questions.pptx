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9" r:id="rId2"/>
    <p:sldId id="331" r:id="rId3"/>
    <p:sldId id="351" r:id="rId4"/>
    <p:sldId id="332" r:id="rId5"/>
    <p:sldId id="333" r:id="rId6"/>
    <p:sldId id="334" r:id="rId7"/>
    <p:sldId id="335" r:id="rId8"/>
    <p:sldId id="336" r:id="rId9"/>
    <p:sldId id="353" r:id="rId10"/>
    <p:sldId id="337" r:id="rId11"/>
    <p:sldId id="33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7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9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6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5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7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1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7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5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8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8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6: WORK, Changes, Fears, and Questions</a:t>
            </a: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Impacts on Employment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Job Destruction and Creation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Changing Skills and Skill Levels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Telecommuting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Global Workforce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 Communication and Monitoring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Learning About Job Applicants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Risks and Rules for Work and Personal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Impacts on 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Information technology and digital transformation have significantly changed the nature of employment worldwide.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Points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Automation, artificial intelligence, and digital platforms are transforming traditional workplaces.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routine jobs are being replaced by machines and software.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At the same time, technology is creating entirely new industries and job categories.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Organizations are shifting toward digital, remote, and flexible work environments.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Employees are now expected to continuously update their technical and professional skills.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Impacts on Employment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Self-checkout machines replacing cashiers.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businesses creating jobs in digital marketing, e-commerce, and data analytics.</a:t>
            </a:r>
          </a:p>
          <a:p>
            <a:pPr lvl="0"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does not simply remove jobs; it changes the types of jobs available and the skills required.</a:t>
            </a:r>
          </a:p>
        </p:txBody>
      </p:sp>
    </p:spTree>
    <p:extLst>
      <p:ext uri="{BB962C8B-B14F-4D97-AF65-F5344CB8AC3E}">
        <p14:creationId xmlns:p14="http://schemas.microsoft.com/office/powerpoint/2010/main" val="102045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Job Destruction and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Technological progress causes both job losses and job creation.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Job Destruction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Automation replaces repetitive and manual tasks.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Manufacturing and clerical jobs are often affected.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automated factory machines replacing assembly-line workers.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Job Creation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Technology creates new fields such as: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Cybersecurity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Artificial Intelligence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Software Development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Computing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48809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</a:rPr>
              <a:t>3. Changing Skills and Skill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Modern workplaces require new types of skills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Demand Skills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Digital literacy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analysis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Programming and software development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Cybersecurity knowledge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Problem-solving and critical thinking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Shift in Skill Levels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Demand for high-skilled workers is increasing.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Demand for low-skilled routine jobs is decreasing.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Continuous learning and professional development are necessary.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Traditional accounting tasks are automated, but accountants now need skills in financial software and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072212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Telecommuting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Telecommuting (remote work) allows employees to work from home or outside the traditional office using digital communication tools.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Flexible working hours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Reduced travel time and transportation costs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Better work-life balance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Access to a wider talent pool for companies</a:t>
            </a:r>
          </a:p>
          <a:p>
            <a:pPr marL="0" indent="0"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Disadvantages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Reduced face-to-face collaboration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Possible isolation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Difficulty separating work and personal life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Security risks in remote networks</a:t>
            </a:r>
          </a:p>
          <a:p>
            <a:pPr marL="0" indent="0"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Examples of Tools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Video conferencing software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Cloud collaboration platforms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Project management tools</a:t>
            </a:r>
          </a:p>
        </p:txBody>
      </p:sp>
    </p:spTree>
    <p:extLst>
      <p:ext uri="{BB962C8B-B14F-4D97-AF65-F5344CB8AC3E}">
        <p14:creationId xmlns:p14="http://schemas.microsoft.com/office/powerpoint/2010/main" val="1682176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5. A Global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Technology enables companies to hire employees from anywhere in the world.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Features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Outsourcing and offshoring of work to other countries.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freelance platforms connecting global talent with employers.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Multinational teams working across different time zones.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Benefits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Access to specialized skills worldwide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Reduced labor costs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Increased diversity and innovation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Challenges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Cultural differences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Communication barriers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Legal and labor regulations in different countries</a:t>
            </a:r>
          </a:p>
        </p:txBody>
      </p:sp>
    </p:spTree>
    <p:extLst>
      <p:ext uri="{BB962C8B-B14F-4D97-AF65-F5344CB8AC3E}">
        <p14:creationId xmlns:p14="http://schemas.microsoft.com/office/powerpoint/2010/main" val="315725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 Employee Communication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Employers use technology to communicate with employees and monitor workplace activities.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Communication Tools 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Email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Messaging platforms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Video meetings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Internal collaboration software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Monitoring Methods 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Monitoring employee emails and internet usage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Tracking productivity through software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Recording calls in customer service departments</a:t>
            </a:r>
          </a:p>
        </p:txBody>
      </p:sp>
    </p:spTree>
    <p:extLst>
      <p:ext uri="{BB962C8B-B14F-4D97-AF65-F5344CB8AC3E}">
        <p14:creationId xmlns:p14="http://schemas.microsoft.com/office/powerpoint/2010/main" val="299534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 Employee Communication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Purpose 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 productivity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 compliance with company policies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 company data and intellectual property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Ethical Concern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Excessive monitoring may invade employee privacy.</a:t>
            </a:r>
          </a:p>
        </p:txBody>
      </p:sp>
    </p:spTree>
    <p:extLst>
      <p:ext uri="{BB962C8B-B14F-4D97-AF65-F5344CB8AC3E}">
        <p14:creationId xmlns:p14="http://schemas.microsoft.com/office/powerpoint/2010/main" val="260573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</a:rPr>
              <a:t>7. Learning About Job Applicants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Employers increasingly use digital tools to evaluate potential employees.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Methods Used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job applications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Social media screening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Background checks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AI-based resume screening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skill assessments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Faster hiring processes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Ability to analyze large numbers of applicants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Better evaluation of skills and qualifications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Risks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Bias in automated systems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Privacy concerns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Misinterpretation of social media activity </a:t>
            </a:r>
          </a:p>
        </p:txBody>
      </p:sp>
    </p:spTree>
    <p:extLst>
      <p:ext uri="{BB962C8B-B14F-4D97-AF65-F5344CB8AC3E}">
        <p14:creationId xmlns:p14="http://schemas.microsoft.com/office/powerpoint/2010/main" val="2225763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1800" b="1" dirty="0">
                <a:solidFill>
                  <a:srgbClr val="C00000"/>
                </a:solidFill>
              </a:rPr>
              <a:t>8. Risks and Rules for Work and Personal Communications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blurs the line between personal and professional communication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Major Risks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Sharing confidential information accidentally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Posting inappropriate content on social media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Cybersecurity threats such as phishing emails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Misuse of company communication systems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Common Workplace Rules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company email for professional communication only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sharing sensitive company data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Follow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policies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Maintain respectful communication online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Best Practices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Think before posting or sending messages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Keep professional boundaries online</a:t>
            </a:r>
          </a:p>
        </p:txBody>
      </p:sp>
    </p:spTree>
    <p:extLst>
      <p:ext uri="{BB962C8B-B14F-4D97-AF65-F5344CB8AC3E}">
        <p14:creationId xmlns:p14="http://schemas.microsoft.com/office/powerpoint/2010/main" val="887756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4791</TotalTime>
  <Words>672</Words>
  <Application>Microsoft Office PowerPoint</Application>
  <PresentationFormat>On-screen Show (4:3)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Chap 6: WORK, Changes, Fears, and Questions </vt:lpstr>
      <vt:lpstr>1. Impacts on Employment</vt:lpstr>
      <vt:lpstr>1. Impacts on Employment</vt:lpstr>
      <vt:lpstr>2. Job Destruction and Creation</vt:lpstr>
      <vt:lpstr>3. Changing Skills and Skill Levels</vt:lpstr>
      <vt:lpstr>4. Telecommuting</vt:lpstr>
      <vt:lpstr>5. A Global Workforce</vt:lpstr>
      <vt:lpstr>6. Employee Communication and Monitoring</vt:lpstr>
      <vt:lpstr>6. Employee Communication and Monitoring</vt:lpstr>
      <vt:lpstr>7. Learning About Job Applicants </vt:lpstr>
      <vt:lpstr>8. Risks and Rules for Work and Personal Communications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69</cp:revision>
  <dcterms:created xsi:type="dcterms:W3CDTF">2023-10-01T18:45:03Z</dcterms:created>
  <dcterms:modified xsi:type="dcterms:W3CDTF">2026-06-17T02:55:49Z</dcterms:modified>
</cp:coreProperties>
</file>