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0"/>
  </p:notesMasterIdLst>
  <p:sldIdLst>
    <p:sldId id="259" r:id="rId2"/>
    <p:sldId id="331" r:id="rId3"/>
    <p:sldId id="342" r:id="rId4"/>
    <p:sldId id="343" r:id="rId5"/>
    <p:sldId id="344" r:id="rId6"/>
    <p:sldId id="345" r:id="rId7"/>
    <p:sldId id="346" r:id="rId8"/>
    <p:sldId id="34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6BD0B4-4ABD-467C-9EB4-04F653D3D415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B68F07-0ECC-4CFA-BC3E-9FA163DB3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751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409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961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859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307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19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398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21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025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732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370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885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785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817583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Chap 14 Terminating the Project</a:t>
            </a:r>
            <a:b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828800"/>
            <a:ext cx="7010400" cy="419100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Presentation of projects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Project Closing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Support</a:t>
            </a:r>
          </a:p>
        </p:txBody>
      </p:sp>
    </p:spTree>
    <p:extLst>
      <p:ext uri="{BB962C8B-B14F-4D97-AF65-F5344CB8AC3E}">
        <p14:creationId xmlns:p14="http://schemas.microsoft.com/office/powerpoint/2010/main" val="2505460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Project Overview &amp;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Objective: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Effectively communicate the project's value, journey, and final deliverables.</a:t>
            </a: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The "Elevator Pitch":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Start with a 1-2 sentence summary of what the project achieved and its core value proposition.</a:t>
            </a:r>
          </a:p>
          <a:p>
            <a:pPr marL="0" indent="0" algn="just">
              <a:buNone/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Core Objectives: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Highlight the primary goals established at the beginning and how they map to the final results.</a:t>
            </a: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Key Achievements: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Use metrics and data. For example, “Delivered \(\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frac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{2}{3}\) weeks ahead of schedule” or “Increased operational efficiency by \(\$15\%\).”</a:t>
            </a: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Visuals &amp; Demos: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Include brief graphs, screenshots, or a live demonstration of the final product/deliverable.</a:t>
            </a:r>
          </a:p>
        </p:txBody>
      </p:sp>
    </p:spTree>
    <p:extLst>
      <p:ext uri="{BB962C8B-B14F-4D97-AF65-F5344CB8AC3E}">
        <p14:creationId xmlns:p14="http://schemas.microsoft.com/office/powerpoint/2010/main" val="1931728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Project Journey &amp;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Objective: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Briefly showcase the work and how the team navigated the project lifecycle.</a:t>
            </a: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Timeline Overview: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 high-level roadmap showing major milestones from kickoff to completion.</a:t>
            </a: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Challenges Overcome: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Briefly mention 1-2 major hurdles (e.g., resource constraints, scope changes) and the solutions applied.</a:t>
            </a: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Value Delivered: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Detail how the project impacts the end-user or business operations.</a:t>
            </a:r>
          </a:p>
        </p:txBody>
      </p:sp>
    </p:spTree>
    <p:extLst>
      <p:ext uri="{BB962C8B-B14F-4D97-AF65-F5344CB8AC3E}">
        <p14:creationId xmlns:p14="http://schemas.microsoft.com/office/powerpoint/2010/main" val="842742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Project Closing – Formal Handover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Objective: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Ensure all administrative and operational loose ends are tied up.</a:t>
            </a:r>
          </a:p>
          <a:p>
            <a:pPr algn="just"/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Deliverables Sign-off: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Confirm that all agreed-upon deliverables have been transferred and accepted by stakeholders.</a:t>
            </a:r>
          </a:p>
          <a:p>
            <a:pPr algn="just"/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Asset Transfer: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Outline the handover of project assets, including source code, design files, documentation, and licensing.</a:t>
            </a:r>
          </a:p>
          <a:p>
            <a:pPr algn="just"/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Financial Closure: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Confirm the budget utilization and final billing sign-off.</a:t>
            </a:r>
          </a:p>
        </p:txBody>
      </p:sp>
    </p:spTree>
    <p:extLst>
      <p:ext uri="{BB962C8B-B14F-4D97-AF65-F5344CB8AC3E}">
        <p14:creationId xmlns:p14="http://schemas.microsoft.com/office/powerpoint/2010/main" val="1603143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Project Closing – Post-Implementation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Objective: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Evaluate project performance and extract actionable insights.</a:t>
            </a:r>
          </a:p>
          <a:p>
            <a:pPr algn="just"/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Success Metrics: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Review the original Key Performance Indicators (KPIs) against the final project results.</a:t>
            </a:r>
          </a:p>
          <a:p>
            <a:pPr algn="just"/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Lessons Learned: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Highlight what went well and identify specific areas for future process improvement.</a:t>
            </a:r>
          </a:p>
          <a:p>
            <a:pPr algn="just"/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Team Recognition: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Acknowledge key contributors, stakeholders, and project team members.</a:t>
            </a:r>
          </a:p>
        </p:txBody>
      </p:sp>
    </p:spTree>
    <p:extLst>
      <p:ext uri="{BB962C8B-B14F-4D97-AF65-F5344CB8AC3E}">
        <p14:creationId xmlns:p14="http://schemas.microsoft.com/office/powerpoint/2010/main" val="4045867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Transition to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Objective: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Outline how the project will be maintained moving forward.</a:t>
            </a: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Handover Documentation: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Ensure access to Standard Operating Procedures (SOPs), user manuals, and system architecture guides.</a:t>
            </a:r>
          </a:p>
          <a:p>
            <a:pPr algn="just"/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Support Model: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Clearly define the transition from project mode to "Business as Usual" (BAU).</a:t>
            </a:r>
          </a:p>
        </p:txBody>
      </p:sp>
    </p:spTree>
    <p:extLst>
      <p:ext uri="{BB962C8B-B14F-4D97-AF65-F5344CB8AC3E}">
        <p14:creationId xmlns:p14="http://schemas.microsoft.com/office/powerpoint/2010/main" val="695705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Support &amp; Maintenance Strategy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Objective: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Detail the ongoing support structure to guarantee long-term stability.</a:t>
            </a: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Support Tiers &amp; SLAs: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Tier 1: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Basic troubleshooting &amp; FAQs.</a:t>
            </a:r>
          </a:p>
          <a:p>
            <a:pPr lvl="1" algn="just"/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Tier 2: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Technical issue resolution.</a:t>
            </a:r>
          </a:p>
          <a:p>
            <a:pPr lvl="1" algn="just"/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Tier 3: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Critical bug fixing/escalation with defined Service Level Agreements (e.g., (24 / 7) availability or response within 4 hours).</a:t>
            </a: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Communication Channels: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Specify how users/clients can log tickets (e.g., Helpdesk Portal, dedicated email address, or ticketing system).</a:t>
            </a: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Maintenance Schedule: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Outline planned downtime, update cycles, and routine check-ups.</a:t>
            </a:r>
          </a:p>
        </p:txBody>
      </p:sp>
    </p:spTree>
    <p:extLst>
      <p:ext uri="{BB962C8B-B14F-4D97-AF65-F5344CB8AC3E}">
        <p14:creationId xmlns:p14="http://schemas.microsoft.com/office/powerpoint/2010/main" val="2490121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Continuous Improvement &amp; Feedback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Objective: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Establish a process for future enhancements and user feedback.</a:t>
            </a:r>
          </a:p>
          <a:p>
            <a:pPr algn="just"/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Feedback Loop: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Detail how users can submit feature requests and suggestions for future iterations.</a:t>
            </a:r>
          </a:p>
          <a:p>
            <a:pPr algn="just"/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Version Control/Updates: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Explain how future updates, patches, and upgrades will be deployed.</a:t>
            </a:r>
          </a:p>
          <a:p>
            <a:pPr algn="just"/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Q&amp;A: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Open the floor for stakeholder questions and discussion.</a:t>
            </a:r>
          </a:p>
        </p:txBody>
      </p:sp>
    </p:spTree>
    <p:extLst>
      <p:ext uri="{BB962C8B-B14F-4D97-AF65-F5344CB8AC3E}">
        <p14:creationId xmlns:p14="http://schemas.microsoft.com/office/powerpoint/2010/main" val="300384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4711</TotalTime>
  <Words>553</Words>
  <Application>Microsoft Office PowerPoint</Application>
  <PresentationFormat>On-screen Show (4:3)</PresentationFormat>
  <Paragraphs>60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Times New Roman</vt:lpstr>
      <vt:lpstr>Office Theme</vt:lpstr>
      <vt:lpstr>Chap 14 Terminating the Project </vt:lpstr>
      <vt:lpstr>Project Overview &amp; Presentation</vt:lpstr>
      <vt:lpstr>Project Journey &amp; Highlights</vt:lpstr>
      <vt:lpstr>Project Closing – Formal Handover</vt:lpstr>
      <vt:lpstr>Project Closing – Post-Implementation Review</vt:lpstr>
      <vt:lpstr>Transition to Support</vt:lpstr>
      <vt:lpstr>Support &amp; Maintenance Strategy</vt:lpstr>
      <vt:lpstr>Continuous Improvement &amp; Feedback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Saad Mughal</cp:lastModifiedBy>
  <cp:revision>79</cp:revision>
  <dcterms:created xsi:type="dcterms:W3CDTF">2023-10-01T18:45:03Z</dcterms:created>
  <dcterms:modified xsi:type="dcterms:W3CDTF">2026-06-16T16:46:12Z</dcterms:modified>
</cp:coreProperties>
</file>