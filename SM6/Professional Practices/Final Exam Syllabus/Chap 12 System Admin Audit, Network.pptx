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259" r:id="rId2"/>
    <p:sldId id="331" r:id="rId3"/>
    <p:sldId id="342" r:id="rId4"/>
    <p:sldId id="343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D0B4-4ABD-467C-9EB4-04F653D3D41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68F07-0ECC-4CFA-BC3E-9FA163DB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40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2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0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07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50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52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78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879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35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3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92F55-3793-4648-AF7A-D9CEEE88ECC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12: System Admin Audit,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Security (SANS) 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Code of Ethics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Human Resource Management and IT </a:t>
            </a: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Security (SANS)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1. Security (SANS)</a:t>
            </a:r>
          </a:p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SANS Institute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is a leading global organization in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cybersecurity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training and research.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Focuses 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information security awareness, best practices, and incident response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Key Areas of SANS Security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Cyber security Training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Provides certifications like GIAC.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Threat Intelligence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Identifies and analyzes cyber threats.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Incident Response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Helps organizations respond to cyber attacks quickly. </a:t>
            </a:r>
          </a:p>
        </p:txBody>
      </p:sp>
    </p:spTree>
    <p:extLst>
      <p:ext uri="{BB962C8B-B14F-4D97-AF65-F5344CB8AC3E}">
        <p14:creationId xmlns:p14="http://schemas.microsoft.com/office/powerpoint/2010/main" val="1931728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Security (SANS)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SANS Security Principles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Defense in Depth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Multiple layers of security (firewalls, encryption, monitoring).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Least Privilege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Users get only the access they need.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Continuous Monitoring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Systems should be monitored 24/7.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Risk Management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Identify and reduce vulnerabilities.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Common Security Controls (SANS Top Practices)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Access control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Data protection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Network security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Security awareness training </a:t>
            </a:r>
          </a:p>
        </p:txBody>
      </p:sp>
    </p:spTree>
    <p:extLst>
      <p:ext uri="{BB962C8B-B14F-4D97-AF65-F5344CB8AC3E}">
        <p14:creationId xmlns:p14="http://schemas.microsoft.com/office/powerpoint/2010/main" val="1669396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1. Security (SANS)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Importance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Protects organizations from cyber threats.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Ensures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confidentiality, integrity, and availability (CIA triad)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Reduces financial and reputational loss</a:t>
            </a:r>
          </a:p>
        </p:txBody>
      </p:sp>
    </p:spTree>
    <p:extLst>
      <p:ext uri="{BB962C8B-B14F-4D97-AF65-F5344CB8AC3E}">
        <p14:creationId xmlns:p14="http://schemas.microsoft.com/office/powerpoint/2010/main" val="1973395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IT Code of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Code of Ethics defines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moral principles and standards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for IT professionals.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Ensures responsible use of technology and data. </a:t>
            </a:r>
          </a:p>
          <a:p>
            <a:pPr marL="0" indent="0" algn="just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Core Principles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Confidentiality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Protect user and organizational data. 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Integrity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Ensure accuracy and reliability of systems. </a:t>
            </a:r>
          </a:p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Availability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Systems should be accessible when needed. </a:t>
            </a:r>
          </a:p>
        </p:txBody>
      </p:sp>
    </p:spTree>
    <p:extLst>
      <p:ext uri="{BB962C8B-B14F-4D97-AF65-F5344CB8AC3E}">
        <p14:creationId xmlns:p14="http://schemas.microsoft.com/office/powerpoint/2010/main" val="3850190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IT Code of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Professional Responsibilities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Avoid unauthorized access to systems.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Do not misuse data or software.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Follow laws and organizational policies.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Report security breaches responsibly. </a:t>
            </a:r>
          </a:p>
          <a:p>
            <a:pPr marL="0" indent="0" algn="just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Ethical Issues in IT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privacy violations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Cybercrime (hacking, phishing)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Software piracy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AI misuse and bias </a:t>
            </a:r>
          </a:p>
        </p:txBody>
      </p:sp>
    </p:spTree>
    <p:extLst>
      <p:ext uri="{BB962C8B-B14F-4D97-AF65-F5344CB8AC3E}">
        <p14:creationId xmlns:p14="http://schemas.microsoft.com/office/powerpoint/2010/main" val="400334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2. IT Code of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Best Practices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Follow organizational IT policies.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 strong passwords and encryption.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Maintain transparency in system design. </a:t>
            </a:r>
          </a:p>
          <a:p>
            <a:pPr marL="0" indent="0" algn="just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Importance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Builds trust between users and organizations.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Prevents misuse of technology.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Promotes responsible innovation. </a:t>
            </a:r>
          </a:p>
        </p:txBody>
      </p:sp>
    </p:spTree>
    <p:extLst>
      <p:ext uri="{BB962C8B-B14F-4D97-AF65-F5344CB8AC3E}">
        <p14:creationId xmlns:p14="http://schemas.microsoft.com/office/powerpoint/2010/main" val="193059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Human Resource Management and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Human Resource Management (HRM) and IT work together to improve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organizational efficiency and employee management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plays a key role in modern HR systems. </a:t>
            </a:r>
          </a:p>
          <a:p>
            <a:pPr marL="0" indent="0" algn="just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Role of IT in HRM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Automation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Payroll, attendance, recruitment systems. 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HR Information Systems (HRIS)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Centralized employee data management. 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E-Recruitment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Online job portals and applicant tracking. 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Performance Management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Digital evaluation and feedback systems. </a:t>
            </a:r>
          </a:p>
        </p:txBody>
      </p:sp>
    </p:spTree>
    <p:extLst>
      <p:ext uri="{BB962C8B-B14F-4D97-AF65-F5344CB8AC3E}">
        <p14:creationId xmlns:p14="http://schemas.microsoft.com/office/powerpoint/2010/main" val="4163631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Human Resource Management and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Benefits of IT in HRM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Saves time and cost.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Improves data accuracy.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Enhances decision-making.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Enables remote work and digital collaboration. 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Challenges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 privacy concerns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System security risks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Employee resistance to technology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High implementation cost </a:t>
            </a:r>
          </a:p>
        </p:txBody>
      </p:sp>
    </p:spTree>
    <p:extLst>
      <p:ext uri="{BB962C8B-B14F-4D97-AF65-F5344CB8AC3E}">
        <p14:creationId xmlns:p14="http://schemas.microsoft.com/office/powerpoint/2010/main" val="4234060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3. Human Resource Management and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Ethical Considerations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Protect employee data confidentiality.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Avoid bias in automated recruitment systems.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Ensure transparency in monitoring tools. 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Future Trends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AI in recruitment and HR analytics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Cloud-based HR systems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Remote workforce management tools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40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4. Combined Importance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4. Combined Importance 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Security (SANS)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ensures protection of systems and data.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IT Code of Ethics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ensures responsible use of technology.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HRM + IT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improves workforce efficiency and management. 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Together, they: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Enhance organizational security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Promote ethical behavior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 productivity and decision-making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670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Conclusion Slide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Organizations must balance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technology, ethics, and people management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Following standards from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SANS Institute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ethical practices ensures: 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Secure systems 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Trustworthy professionals 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Efficient organizations</a:t>
            </a:r>
          </a:p>
          <a:p>
            <a:pPr algn="just"/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127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19443</TotalTime>
  <Words>578</Words>
  <Application>Microsoft Office PowerPoint</Application>
  <PresentationFormat>On-screen Show (4:3)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Office Theme</vt:lpstr>
      <vt:lpstr>Chap 12: System Admin Audit, Network</vt:lpstr>
      <vt:lpstr>1. Security (SANS)</vt:lpstr>
      <vt:lpstr>1. Security (SANS)</vt:lpstr>
      <vt:lpstr>1. Security (SANS)</vt:lpstr>
      <vt:lpstr>2. IT Code of Ethics</vt:lpstr>
      <vt:lpstr>2. IT Code of Ethics</vt:lpstr>
      <vt:lpstr>2. IT Code of Ethics</vt:lpstr>
      <vt:lpstr>3. Human Resource Management and IT</vt:lpstr>
      <vt:lpstr>3. Human Resource Management and IT</vt:lpstr>
      <vt:lpstr>3. Human Resource Management and IT</vt:lpstr>
      <vt:lpstr>4. Combined Importance </vt:lpstr>
      <vt:lpstr>Conclusion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Saad Mughal</cp:lastModifiedBy>
  <cp:revision>77</cp:revision>
  <dcterms:created xsi:type="dcterms:W3CDTF">2023-10-01T18:45:03Z</dcterms:created>
  <dcterms:modified xsi:type="dcterms:W3CDTF">2026-06-16T16:44:45Z</dcterms:modified>
</cp:coreProperties>
</file>