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259" r:id="rId2"/>
    <p:sldId id="347" r:id="rId3"/>
    <p:sldId id="349" r:id="rId4"/>
    <p:sldId id="350" r:id="rId5"/>
    <p:sldId id="348" r:id="rId6"/>
    <p:sldId id="351" r:id="rId7"/>
    <p:sldId id="352" r:id="rId8"/>
    <p:sldId id="353" r:id="rId9"/>
    <p:sldId id="354" r:id="rId10"/>
    <p:sldId id="355" r:id="rId11"/>
    <p:sldId id="35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D0B4-4ABD-467C-9EB4-04F653D3D41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68F07-0ECC-4CFA-BC3E-9FA163DB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0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39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43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5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2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1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75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8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532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88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19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55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10 : Entrepreneurship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Corporate job and attempt an entrepreneurial activity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 have a great idea but will not pursue it since funding it is almost impossible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great idea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Newton discovering gravity ,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CEOs of Tech companies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great role in becoming an entrepreneur, the younger the easier </a:t>
            </a: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Entrepreneurship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Definition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Entrepreneurship is the process of creating, developing, and managing a new business venture in order to make a profit while taking financial risks.</a:t>
            </a:r>
          </a:p>
          <a:p>
            <a:pPr marL="0" indent="0" algn="just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Key Characteristics of Entrepreneurship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Innovation: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Introducing new ideas, products, or services </a:t>
            </a:r>
          </a:p>
          <a:p>
            <a:pPr lvl="0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Risk-taking: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Willingness to face uncertainty </a:t>
            </a:r>
          </a:p>
          <a:p>
            <a:pPr lvl="0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Leadership: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Managing people and resources </a:t>
            </a:r>
          </a:p>
          <a:p>
            <a:pPr lvl="0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Decision-making: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Making strategic choices </a:t>
            </a:r>
          </a:p>
          <a:p>
            <a:pPr lvl="0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Creativity: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Finding unique solutions 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72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Types of Entrepreneurship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Small Business Entrepreneurship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Local shops, restaurants, freelancers </a:t>
            </a:r>
          </a:p>
          <a:p>
            <a:pPr marL="0" lv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Scalable Startup Entrepreneurship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Tech startups aiming for rapid growth </a:t>
            </a:r>
          </a:p>
          <a:p>
            <a:pPr marL="0" lv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Social Entrepreneurship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Focus on solving social problems </a:t>
            </a:r>
          </a:p>
          <a:p>
            <a:pPr marL="0" lv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Corporate Entrepreneurship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Innovation within large companies </a:t>
            </a:r>
          </a:p>
        </p:txBody>
      </p:sp>
    </p:spTree>
    <p:extLst>
      <p:ext uri="{BB962C8B-B14F-4D97-AF65-F5344CB8AC3E}">
        <p14:creationId xmlns:p14="http://schemas.microsoft.com/office/powerpoint/2010/main" val="2257033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Importance of Entrepreneurship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Creates job opportunities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Boosts economic growth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Encourages innovation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Improves standard of living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Advantages of Entrepreneurship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Independence and freedom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Unlimited income potential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Personal satisfaction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Opportunity to follow your passion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Disadvantages of Entrepreneurship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High risk of failure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Financial uncertainty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Long working hours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Stress and responsibility </a:t>
            </a:r>
          </a:p>
        </p:txBody>
      </p:sp>
    </p:spTree>
    <p:extLst>
      <p:ext uri="{BB962C8B-B14F-4D97-AF65-F5344CB8AC3E}">
        <p14:creationId xmlns:p14="http://schemas.microsoft.com/office/powerpoint/2010/main" val="2553084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Career choices shape our future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Two major paths: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 Corporate Job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Entrepreneurship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Both offer unique opportunities and challenges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What is a Corporate Job?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Employment in an established organization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Structured work environment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Fixed salary and defined roles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Manager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Software Engineer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HR Specialist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993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Benefits of a Corporate Job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Financial stability (monthly income)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Job security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Professional growth and training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Work-life balance (in many cases)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Networking opportunities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Limitations of a Corporate Job 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Limited creativity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Fixed hierarchy (slow promotions)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Less independence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Dependency on company policies</a:t>
            </a:r>
          </a:p>
        </p:txBody>
      </p:sp>
    </p:spTree>
    <p:extLst>
      <p:ext uri="{BB962C8B-B14F-4D97-AF65-F5344CB8AC3E}">
        <p14:creationId xmlns:p14="http://schemas.microsoft.com/office/powerpoint/2010/main" val="1553358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What is Entrepreneurship? 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Starting and managing your own business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Turning ideas into reality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Requires innovation and risk-taking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Example: 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Startups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Small businesses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Tech ventures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Benefits of Entrepreneurship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Independence and freedom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Unlimited earning potential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Creative control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Personal satisfaction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Challenges of Entrepreneurship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Financial risk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Uncertain income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High responsibility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Long working hours</a:t>
            </a:r>
          </a:p>
        </p:txBody>
      </p:sp>
    </p:spTree>
    <p:extLst>
      <p:ext uri="{BB962C8B-B14F-4D97-AF65-F5344CB8AC3E}">
        <p14:creationId xmlns:p14="http://schemas.microsoft.com/office/powerpoint/2010/main" val="4141546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6965245" cy="609600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0"/>
            <a:ext cx="7315200" cy="51816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“I Have a Great Idea but Won’t Pursue It”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Common mindset among individuals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Main reason: Lack of funding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Other reasons: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Fear of failure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Lack of support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Risk avoidance</a:t>
            </a:r>
          </a:p>
          <a:p>
            <a:pPr>
              <a:spcBef>
                <a:spcPts val="0"/>
              </a:spcBef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Important thought: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Ideas are valuable, but execution matters more 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Importance of a Great Idea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Every successful business starts with an idea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Innovation drives success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simple idea can change the world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Social media platforms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Online businesses</a:t>
            </a:r>
          </a:p>
        </p:txBody>
      </p:sp>
    </p:spTree>
    <p:extLst>
      <p:ext uri="{BB962C8B-B14F-4D97-AF65-F5344CB8AC3E}">
        <p14:creationId xmlns:p14="http://schemas.microsoft.com/office/powerpoint/2010/main" val="3809417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6965245" cy="609600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0"/>
            <a:ext cx="7315200" cy="51816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Inspiration – Newton Discovering Gravity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Isaac Newton observed a falling apple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Simple observation → revolutionary idea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Lesson: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Great ideas come from curiosity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Observe everyday life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CEOs of Tech Companies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Visionary leaders turned ideas into global businesses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Key traits: 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Innovation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Risk-taking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Leadership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Examples: 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Tech founders who started small and grew big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Role of Age in Entrepreneurship</a:t>
            </a:r>
          </a:p>
        </p:txBody>
      </p:sp>
    </p:spTree>
    <p:extLst>
      <p:ext uri="{BB962C8B-B14F-4D97-AF65-F5344CB8AC3E}">
        <p14:creationId xmlns:p14="http://schemas.microsoft.com/office/powerpoint/2010/main" val="3700584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6965245" cy="609600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0"/>
            <a:ext cx="7315200" cy="51816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Responsibilities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“The Younger individuals: 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More energy and creativity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Willing to take risks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Fewer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unger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, the easier”: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Easier to recover from failure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More time to grow and learn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Why Many Ideas Fail: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Lack of funding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Poor planning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No market research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Fear of taking action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Overcoming Funding Challenges: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Start small (bootstrapping)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Seek investors</a:t>
            </a:r>
          </a:p>
          <a:p>
            <a:pPr>
              <a:spcBef>
                <a:spcPts val="0"/>
              </a:spcBef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Crowdfunding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Partnerships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Freelancing to fund your idea</a:t>
            </a:r>
          </a:p>
          <a:p>
            <a:pPr>
              <a:spcBef>
                <a:spcPts val="0"/>
              </a:spcBef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241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6965245" cy="609600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0"/>
            <a:ext cx="7315200" cy="51816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Which Path to Choose?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Depends on: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Personality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Risk tolerance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Goals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Many people: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Start with a job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Later move to entrepreneurship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Key Takeaways: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Both paths are valuable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Ideas are powerful but need execution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Age plays an important role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Risk is necessary for innovation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Conclusion: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Success depends on action, not just ideas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Whether corporate or entrepreneur: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Stay innovative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Keep learning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Take calculated risks</a:t>
            </a:r>
          </a:p>
        </p:txBody>
      </p:sp>
    </p:spTree>
    <p:extLst>
      <p:ext uri="{BB962C8B-B14F-4D97-AF65-F5344CB8AC3E}">
        <p14:creationId xmlns:p14="http://schemas.microsoft.com/office/powerpoint/2010/main" val="3746340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4720</TotalTime>
  <Words>677</Words>
  <Application>Microsoft Office PowerPoint</Application>
  <PresentationFormat>On-screen Show (4:3)</PresentationFormat>
  <Paragraphs>164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Times New Roman</vt:lpstr>
      <vt:lpstr>Office Theme</vt:lpstr>
      <vt:lpstr>Chap 10 : Entrepreneurship</vt:lpstr>
      <vt:lpstr>A great role in becoming an entrepreneur</vt:lpstr>
      <vt:lpstr>A great role in becoming an entrepreneur</vt:lpstr>
      <vt:lpstr>A great role in becoming an entrepreneur</vt:lpstr>
      <vt:lpstr>A great role in becoming an entrepreneur</vt:lpstr>
      <vt:lpstr>A great role in becoming an entrepreneur</vt:lpstr>
      <vt:lpstr>A great role in becoming an entrepreneur</vt:lpstr>
      <vt:lpstr>A great role in becoming an entrepreneur</vt:lpstr>
      <vt:lpstr>A great role in becoming an entrepreneur</vt:lpstr>
      <vt:lpstr>A great role in becoming an entrepreneur</vt:lpstr>
      <vt:lpstr>A great role in becoming an entrepreneur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Saad Mughal</cp:lastModifiedBy>
  <cp:revision>82</cp:revision>
  <dcterms:created xsi:type="dcterms:W3CDTF">2023-10-01T18:45:03Z</dcterms:created>
  <dcterms:modified xsi:type="dcterms:W3CDTF">2026-06-16T16:43:25Z</dcterms:modified>
</cp:coreProperties>
</file>