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9" r:id="rId2"/>
    <p:sldId id="331" r:id="rId3"/>
    <p:sldId id="342" r:id="rId4"/>
    <p:sldId id="343" r:id="rId5"/>
    <p:sldId id="344" r:id="rId6"/>
    <p:sldId id="345" r:id="rId7"/>
    <p:sldId id="346" r:id="rId8"/>
    <p:sldId id="348" r:id="rId9"/>
    <p:sldId id="347" r:id="rId10"/>
    <p:sldId id="349" r:id="rId11"/>
    <p:sldId id="350" r:id="rId12"/>
    <p:sldId id="351" r:id="rId13"/>
    <p:sldId id="353" r:id="rId14"/>
    <p:sldId id="35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# 2. The Need for Responsible Judgment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* Technology decisions impact **society, privacy, and ethics**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* Requires: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* **Ethical reasoning**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* Awareness of **social consequences**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* **Accountability** in decision-making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* Professionals must balance: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* Innovation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**risk**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* Profit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**public welfare**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* Example: Data privacy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business analytics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B68F07-0ECC-4CFA-BC3E-9FA163DB39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9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4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4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6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7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6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1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4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4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0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7 Evaluating And Controlling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Evaluating Information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Need for Responsible Judgment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 Models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“Digital Divide”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Trends in Computer Access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Global Divide and the Next Billion Users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Neo-Luddite Views of Computers, Technology, and Quality of Life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Criticisms of Computing Technologies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Views of Economics, Nature, and Human Needs Making Decisions About Technology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Intelligent Machines and Super intelligent Humans—Or the End of the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Race?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Evaluating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Ability to assess accuracy, reliability, and relevance of information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Important in the age of  fake news, misinformation, and AI-generated content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Key evaluation criteria: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Source credibility (author, organization)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Evidence and references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Bias and objectivity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Timeliness (updated data)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Critical thinking is essential to avoid misleading conclusions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The Need for Responsible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 Technology decisions impact society, privacy, and ethics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Ethical reasoning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Awareness of social consequences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Accountability in decision-making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Professionals must balance: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Innovation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risk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Profit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public welfare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Example: Data privacy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2700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3. Computer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Mathematical or simulation-based systems used to predict outcomes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Used in: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Weather forecasting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Business decision-making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Healthcare and research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Advantages: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Fast processing of complex data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Helps in decision support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Limitations: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Based on assumptions → may be inaccurate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Garbage in, garbage out” problem</a:t>
            </a:r>
          </a:p>
        </p:txBody>
      </p:sp>
    </p:spTree>
    <p:extLst>
      <p:ext uri="{BB962C8B-B14F-4D97-AF65-F5344CB8AC3E}">
        <p14:creationId xmlns:p14="http://schemas.microsoft.com/office/powerpoint/2010/main" val="94133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4. The Digital Divide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Gap between people who have access to technology and those who don’t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Types: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**Access divide** (devices, internet)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**Skill divide** (digital literacy)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Causes: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Poverty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Lack of infrastructure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Education level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Effects: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Inequality in education, jobs, and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5028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5. Trends in Computer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Increasing use of: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Smartphones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computing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Internet services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Growth in: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Remote work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Online education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Shift from desktop → mobile-first world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However, inequality still exists in rural vs urban areas</a:t>
            </a:r>
          </a:p>
        </p:txBody>
      </p:sp>
    </p:spTree>
    <p:extLst>
      <p:ext uri="{BB962C8B-B14F-4D97-AF65-F5344CB8AC3E}">
        <p14:creationId xmlns:p14="http://schemas.microsoft.com/office/powerpoint/2010/main" val="139958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6. The Global Divide and the Next Billion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Focus on connecting the next billion users (mostly in developing countries)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Infrastructure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Cost of devices and internet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Language barriers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Opportunities: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Economic growth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Education access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inclusion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Companies expanding into Asia, Africa, and rural regions </a:t>
            </a:r>
          </a:p>
        </p:txBody>
      </p:sp>
    </p:spTree>
    <p:extLst>
      <p:ext uri="{BB962C8B-B14F-4D97-AF65-F5344CB8AC3E}">
        <p14:creationId xmlns:p14="http://schemas.microsoft.com/office/powerpoint/2010/main" val="221153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7. Neo-Luddite Views of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Neo-Luddites criticize rapid technological growth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Concerns: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Loss of jobs due to automation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Overdependence on machines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Reduced human interaction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Believe technology may harm quality of life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Advocate for controlled and limited use of technology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2471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8. Criticisms of Computing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Privacy invasion (data tracking, surveillance)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Cybercrime and hacking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Job displacement due to automation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Health issues: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Screen addiction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Reduced physical activity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Environmental concerns: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E-waste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Energy consumption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4831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9. Views of Economics, Nature, and Human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affects: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Economy → productivity, jobs, global trade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Nature → pollution vs green tech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Human needs → comfort, communication, healthcare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Debate: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technology fulfilling real needs or creating artificial ones?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Balance required between: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Growth and sustainability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3138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10. Making Decisions About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Requires: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Cost-benefit analysis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Ethical considerations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 assessment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Questions to ask: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Who benefits?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Who is harmed?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it sustainable?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Involves stakeholders: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Government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Businesses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Society</a:t>
            </a:r>
          </a:p>
        </p:txBody>
      </p:sp>
    </p:spTree>
    <p:extLst>
      <p:ext uri="{BB962C8B-B14F-4D97-AF65-F5344CB8AC3E}">
        <p14:creationId xmlns:p14="http://schemas.microsoft.com/office/powerpoint/2010/main" val="35238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11. Intelligent Machines and </a:t>
            </a:r>
            <a:r>
              <a:rPr lang="en-US" sz="1800" b="1" dirty="0" err="1">
                <a:solidFill>
                  <a:srgbClr val="C00000"/>
                </a:solidFill>
              </a:rPr>
              <a:t>Superintelligent</a:t>
            </a:r>
            <a:r>
              <a:rPr lang="en-US" sz="1800" b="1" dirty="0">
                <a:solidFill>
                  <a:srgbClr val="C00000"/>
                </a:solidFill>
              </a:rPr>
              <a:t> Humans — Or the End of the Human Race?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Concept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Development of Artificial Intelligence (AI) that may surpass human intelligence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Optimistic View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AI can: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 healthcare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Solve global problems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Enhance human abilities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Concept of human-AI collaboration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Pessimistic View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Risks: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Loss of human control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Job elimination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Ethical concerns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Fear of superintelligent AI dominating humans</a:t>
            </a:r>
          </a:p>
        </p:txBody>
      </p:sp>
    </p:spTree>
    <p:extLst>
      <p:ext uri="{BB962C8B-B14F-4D97-AF65-F5344CB8AC3E}">
        <p14:creationId xmlns:p14="http://schemas.microsoft.com/office/powerpoint/2010/main" val="2732483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11. Intelligent Machines and </a:t>
            </a:r>
            <a:r>
              <a:rPr lang="en-US" sz="1800" b="1" dirty="0" err="1">
                <a:solidFill>
                  <a:srgbClr val="C00000"/>
                </a:solidFill>
              </a:rPr>
              <a:t>Superintelligent</a:t>
            </a:r>
            <a:r>
              <a:rPr lang="en-US" sz="1800" b="1" dirty="0">
                <a:solidFill>
                  <a:srgbClr val="C00000"/>
                </a:solidFill>
              </a:rPr>
              <a:t> Humans — Or the End of the Human Race?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Key Debate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Will AI: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Enhance humanity?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Or replace it?</a:t>
            </a:r>
          </a:p>
        </p:txBody>
      </p:sp>
    </p:spTree>
    <p:extLst>
      <p:ext uri="{BB962C8B-B14F-4D97-AF65-F5344CB8AC3E}">
        <p14:creationId xmlns:p14="http://schemas.microsoft.com/office/powerpoint/2010/main" val="141748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Future depends on: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Responsible development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Ethical guidelines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Human control over technology</a:t>
            </a:r>
          </a:p>
        </p:txBody>
      </p:sp>
    </p:spTree>
    <p:extLst>
      <p:ext uri="{BB962C8B-B14F-4D97-AF65-F5344CB8AC3E}">
        <p14:creationId xmlns:p14="http://schemas.microsoft.com/office/powerpoint/2010/main" val="333513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4307</TotalTime>
  <Words>792</Words>
  <Application>Microsoft Office PowerPoint</Application>
  <PresentationFormat>On-screen Show (4:3)</PresentationFormat>
  <Paragraphs>189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Chap 7 Evaluating And Controlling Technology</vt:lpstr>
      <vt:lpstr>1. Evaluating Information</vt:lpstr>
      <vt:lpstr>2. The Need for Responsible Judgment</vt:lpstr>
      <vt:lpstr># 3. Computer Models</vt:lpstr>
      <vt:lpstr># 4. The Digital Divide</vt:lpstr>
      <vt:lpstr># 5. Trends in Computer Access</vt:lpstr>
      <vt:lpstr># 6. The Global Divide and the Next Billion Users</vt:lpstr>
      <vt:lpstr>7. Neo-Luddite Views of Technology</vt:lpstr>
      <vt:lpstr>8. Criticisms of Computing Technologies</vt:lpstr>
      <vt:lpstr>9. Views of Economics, Nature, and Human Needs</vt:lpstr>
      <vt:lpstr>10. Making Decisions About Technology</vt:lpstr>
      <vt:lpstr>11. Intelligent Machines and Superintelligent Humans — Or the End of the Human Race?</vt:lpstr>
      <vt:lpstr>11. Intelligent Machines and Superintelligent Humans — Or the End of the Human Race?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65</cp:revision>
  <dcterms:created xsi:type="dcterms:W3CDTF">2023-10-01T18:45:03Z</dcterms:created>
  <dcterms:modified xsi:type="dcterms:W3CDTF">2026-06-16T16:42:14Z</dcterms:modified>
</cp:coreProperties>
</file>