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324" r:id="rId3"/>
    <p:sldId id="256" r:id="rId4"/>
    <p:sldId id="491" r:id="rId5"/>
    <p:sldId id="492" r:id="rId6"/>
    <p:sldId id="493" r:id="rId7"/>
    <p:sldId id="494" r:id="rId8"/>
    <p:sldId id="495" r:id="rId9"/>
    <p:sldId id="496" r:id="rId10"/>
    <p:sldId id="497" r:id="rId11"/>
    <p:sldId id="498" r:id="rId12"/>
    <p:sldId id="499" r:id="rId13"/>
    <p:sldId id="501" r:id="rId14"/>
    <p:sldId id="502" r:id="rId15"/>
    <p:sldId id="503" r:id="rId16"/>
    <p:sldId id="504" r:id="rId17"/>
    <p:sldId id="505" r:id="rId18"/>
    <p:sldId id="506" r:id="rId19"/>
    <p:sldId id="507" r:id="rId20"/>
    <p:sldId id="508" r:id="rId21"/>
    <p:sldId id="509" r:id="rId22"/>
    <p:sldId id="510" r:id="rId23"/>
    <p:sldId id="511" r:id="rId24"/>
    <p:sldId id="3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commentAuthors" Target="commentAuthors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notesMaster" Target="notesMasters/notesMaster1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79CEE-7766-467A-AD48-D068D9C9E51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0D8A8-3AA1-4FF6-BE16-2FE515242F3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A18B4-2029-423F-AF07-FF085EF6276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D74C9-42A5-4070-BA50-12D3E3C7E19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07234"/>
            <a:ext cx="10515600" cy="23352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Theory of Automata (CSC- 402)	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Semester : Spring 2026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  <a:t>Credit Hours: 3</a:t>
            </a:r>
            <a:br>
              <a:rPr lang="en-US" b="1" dirty="0">
                <a:solidFill>
                  <a:schemeClr val="accent2">
                    <a:lumMod val="75000"/>
                  </a:schemeClr>
                </a:solidFill>
                <a:sym typeface="+mn-ea"/>
              </a:rPr>
            </a:b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dirty="0">
                <a:sym typeface="+mn-ea"/>
              </a:rPr>
              <a:t>Theory of Automata</a:t>
            </a:r>
            <a:r>
              <a:rPr lang="en-US" dirty="0"/>
              <a:t> Course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6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5-03-2024 at 10.33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53970" y="172085"/>
            <a:ext cx="6391910" cy="63131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5-03-2024 at 10.36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136650"/>
            <a:ext cx="10515600" cy="4420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5-03-2024 at 10.37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255395"/>
            <a:ext cx="10515600" cy="4109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5-03-2024 at 10.38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456815"/>
            <a:ext cx="10515600" cy="2834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5-03-2024 at 10.40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961390"/>
            <a:ext cx="10515600" cy="4588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5-03-2024 at 10.45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2030" y="1431925"/>
            <a:ext cx="10515600" cy="3468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5-03-2024 at 10.47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5200" y="1651000"/>
            <a:ext cx="10515600" cy="30467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Rules</a:t>
            </a:r>
            <a:endParaRPr lang="en-US"/>
          </a:p>
        </p:txBody>
      </p:sp>
      <p:pic>
        <p:nvPicPr>
          <p:cNvPr id="4" name="Content Placeholder 3" descr="Image 05-03-2024 at 10.48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32205" y="1825625"/>
            <a:ext cx="98164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How to create its machine ?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8710"/>
          </a:xfrm>
        </p:spPr>
        <p:txBody>
          <a:bodyPr/>
          <a:p>
            <a:r>
              <a:rPr lang="en-US"/>
              <a:t>State Diagram</a:t>
            </a:r>
            <a:endParaRPr lang="en-US"/>
          </a:p>
        </p:txBody>
      </p:sp>
      <p:pic>
        <p:nvPicPr>
          <p:cNvPr id="4" name="Content Placeholder 3" descr="Image 07-03-2024 at 10.36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20240" y="1825625"/>
            <a:ext cx="7987665" cy="46602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Transition Table</a:t>
            </a:r>
            <a:endParaRPr lang="en-US"/>
          </a:p>
        </p:txBody>
      </p:sp>
      <p:pic>
        <p:nvPicPr>
          <p:cNvPr id="4" name="Content Placeholder 3" descr="Image 07-03-2024 at 10.31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057400"/>
            <a:ext cx="10515600" cy="38874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7-03-2024 at 10.37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395095"/>
            <a:ext cx="10515600" cy="35775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</p:spPr>
        <p:txBody>
          <a:bodyPr/>
          <a:p>
            <a:r>
              <a:rPr lang="en-US"/>
              <a:t>Checking of strings</a:t>
            </a:r>
            <a:endParaRPr lang="en-US"/>
          </a:p>
        </p:txBody>
      </p:sp>
      <p:pic>
        <p:nvPicPr>
          <p:cNvPr id="4" name="Content Placeholder 3" descr="Image 07-03-2024 at 10.39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070100"/>
            <a:ext cx="10515600" cy="38614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Working - Path </a:t>
            </a:r>
            <a:endParaRPr lang="en-US"/>
          </a:p>
        </p:txBody>
      </p:sp>
      <p:pic>
        <p:nvPicPr>
          <p:cNvPr id="4" name="Content Placeholder 3" descr="Image 07-03-2024 at 10.41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55240" y="1371600"/>
            <a:ext cx="6697345" cy="53327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7-03-2024 at 10.49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9810" y="1668780"/>
            <a:ext cx="10515600" cy="321119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7245"/>
          </a:xfrm>
        </p:spPr>
        <p:txBody>
          <a:bodyPr/>
          <a:p>
            <a:r>
              <a:rPr lang="en-US"/>
              <a:t>Without state name</a:t>
            </a:r>
            <a:endParaRPr lang="en-US"/>
          </a:p>
        </p:txBody>
      </p:sp>
      <p:pic>
        <p:nvPicPr>
          <p:cNvPr id="4" name="Content Placeholder 3" descr="Image 07-03-2024 at 10.50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58290" y="1371600"/>
            <a:ext cx="9457055" cy="52597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Explaination of previous slide</a:t>
            </a:r>
            <a:endParaRPr lang="en-US"/>
          </a:p>
        </p:txBody>
      </p:sp>
      <p:pic>
        <p:nvPicPr>
          <p:cNvPr id="4" name="Content Placeholder 3" descr="Image 07-03-2024 at 10.53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909445"/>
            <a:ext cx="10515600" cy="247078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7-03-2024 at 10.54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445135"/>
            <a:ext cx="10515600" cy="2931795"/>
          </a:xfrm>
          <a:prstGeom prst="rect">
            <a:avLst/>
          </a:prstGeom>
        </p:spPr>
      </p:pic>
      <p:pic>
        <p:nvPicPr>
          <p:cNvPr id="5" name="Picture 4" descr="Image 07-03-2024 at 10.55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9085"/>
            <a:ext cx="12192000" cy="18738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07-03-2024 at 10.56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470535"/>
            <a:ext cx="10515600" cy="3319145"/>
          </a:xfrm>
          <a:prstGeom prst="rect">
            <a:avLst/>
          </a:prstGeom>
        </p:spPr>
      </p:pic>
      <p:pic>
        <p:nvPicPr>
          <p:cNvPr id="5" name="Picture 4" descr="Image 07-03-2024 at 10.57 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" y="3613150"/>
            <a:ext cx="1190244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7220"/>
          </a:xfrm>
        </p:spPr>
        <p:txBody>
          <a:bodyPr>
            <a:normAutofit fontScale="90000"/>
          </a:bodyPr>
          <a:p>
            <a:r>
              <a:rPr lang="en-US"/>
              <a:t>Disconnected Graph</a:t>
            </a:r>
            <a:endParaRPr lang="en-US"/>
          </a:p>
        </p:txBody>
      </p:sp>
      <p:pic>
        <p:nvPicPr>
          <p:cNvPr id="4" name="Content Placeholder 3" descr="Image 07-03-2024 at 10.59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26260" y="1189355"/>
            <a:ext cx="8157210" cy="555117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8085" y="2772410"/>
            <a:ext cx="5715635" cy="793115"/>
          </a:xfrm>
        </p:spPr>
        <p:txBody>
          <a:bodyPr/>
          <a:p>
            <a:pPr marL="0" indent="0" algn="ctr">
              <a:buNone/>
            </a:pPr>
            <a:r>
              <a:rPr lang="en-US" sz="3600" b="1"/>
              <a:t>End of Lecture</a:t>
            </a:r>
            <a:endParaRPr lang="en-US" sz="3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</Words>
  <Application>WPS Spreadsheets</Application>
  <PresentationFormat>Widescreen</PresentationFormat>
  <Paragraphs>26</Paragraphs>
  <Slides>23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SimSun</vt:lpstr>
      <vt:lpstr>Wingdings</vt:lpstr>
      <vt:lpstr>Calibri Light</vt:lpstr>
      <vt:lpstr>Helvetica Neue</vt:lpstr>
      <vt:lpstr>Microsoft YaHei</vt:lpstr>
      <vt:lpstr>汉仪旗黑</vt:lpstr>
      <vt:lpstr>Arial Unicode MS</vt:lpstr>
      <vt:lpstr>Calibri</vt:lpstr>
      <vt:lpstr>Office Theme</vt:lpstr>
      <vt:lpstr> Theory of Automata (CSC- 402)	 Semester : Spring 2024  Credit Hours: 3 </vt:lpstr>
      <vt:lpstr> Theory of Automata Course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Rules</vt:lpstr>
      <vt:lpstr>PowerPoint 演示文稿</vt:lpstr>
      <vt:lpstr>State Diagram</vt:lpstr>
      <vt:lpstr>Transition Table</vt:lpstr>
      <vt:lpstr>PowerPoint 演示文稿</vt:lpstr>
      <vt:lpstr>Checking of strings</vt:lpstr>
      <vt:lpstr>Working - Path </vt:lpstr>
      <vt:lpstr>PowerPoint 演示文稿</vt:lpstr>
      <vt:lpstr>Without state name</vt:lpstr>
      <vt:lpstr>Explaination of previous slide</vt:lpstr>
      <vt:lpstr>PowerPoint 演示文稿</vt:lpstr>
      <vt:lpstr>PowerPoint 演示文稿</vt:lpstr>
      <vt:lpstr>Disconnected Graph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to Z</dc:creator>
  <cp:lastModifiedBy>Nimra Abbas</cp:lastModifiedBy>
  <cp:revision>379</cp:revision>
  <dcterms:created xsi:type="dcterms:W3CDTF">2026-02-11T10:56:46Z</dcterms:created>
  <dcterms:modified xsi:type="dcterms:W3CDTF">2026-02-11T10:56:46Z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