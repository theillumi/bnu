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324" r:id="rId2"/>
    <p:sldId id="345" r:id="rId3"/>
    <p:sldId id="256" r:id="rId4"/>
    <p:sldId id="257" r:id="rId5"/>
    <p:sldId id="390" r:id="rId6"/>
    <p:sldId id="395" r:id="rId7"/>
    <p:sldId id="406" r:id="rId8"/>
    <p:sldId id="416" r:id="rId9"/>
    <p:sldId id="407" r:id="rId10"/>
    <p:sldId id="408" r:id="rId11"/>
    <p:sldId id="400" r:id="rId12"/>
    <p:sldId id="401" r:id="rId13"/>
    <p:sldId id="402" r:id="rId14"/>
    <p:sldId id="403" r:id="rId15"/>
    <p:sldId id="404" r:id="rId16"/>
    <p:sldId id="405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3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79CEE-7766-467A-AD48-D068D9C9E51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0D8A8-3AA1-4FF6-BE16-2FE515242F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A18B4-2029-423F-AF07-FF085EF627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7234"/>
            <a:ext cx="10515600" cy="23352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Theory of Automata (CSC- 402)	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Semester : Spring 2026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Credit Hours: 3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6659"/>
            <a:ext cx="10515600" cy="714626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Course Objective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100"/>
            <a:ext cx="10088245" cy="488632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 have a clear understanding of automata theory concepts.</a:t>
            </a:r>
          </a:p>
          <a:p>
            <a:pPr algn="just"/>
            <a:r>
              <a:rPr lang="en-US" dirty="0"/>
              <a:t>To understand that regular and context free languages are useful models for many important kinds of hardware and software.</a:t>
            </a:r>
          </a:p>
          <a:p>
            <a:pPr algn="just"/>
            <a:r>
              <a:rPr lang="en-US" dirty="0"/>
              <a:t>To be able to understand the use of regular and context free languages in solving problems such as lexical analysis, text processing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sym typeface="+mn-ea"/>
              </a:rPr>
              <a:t>Theory of Automata</a:t>
            </a:r>
            <a:r>
              <a:rPr lang="en-US" dirty="0"/>
              <a:t>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815"/>
            <a:ext cx="10515600" cy="3376247"/>
          </a:xfrm>
        </p:spPr>
        <p:txBody>
          <a:bodyPr/>
          <a:lstStyle/>
          <a:p>
            <a:pPr marL="0" indent="0" algn="ctr">
              <a:buNone/>
            </a:pPr>
            <a:r>
              <a:rPr lang="en-US" sz="5400" dirty="0">
                <a:latin typeface="Algerian" panose="04020705040A02060702" pitchFamily="82" charset="0"/>
              </a:rPr>
              <a:t>CHAPTER 2 - Languages</a:t>
            </a:r>
          </a:p>
          <a:p>
            <a:pPr marL="0" indent="0" algn="ctr">
              <a:buNone/>
            </a:pPr>
            <a:r>
              <a:rPr lang="en-US" sz="3200"/>
              <a:t>Overview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1985"/>
            <a:ext cx="10515600" cy="52705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Language</a:t>
            </a:r>
            <a:endParaRPr lang="en-US"/>
          </a:p>
        </p:txBody>
      </p:sp>
      <p:pic>
        <p:nvPicPr>
          <p:cNvPr id="4" name="Content Placeholder 3" descr="Image 29-01-2024 at 11.29 P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7365"/>
            <a:ext cx="10678795" cy="2831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140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Power of String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0635"/>
            <a:ext cx="10515600" cy="4906645"/>
          </a:xfrm>
        </p:spPr>
        <p:txBody>
          <a:bodyPr/>
          <a:lstStyle/>
          <a:p>
            <a:r>
              <a:rPr lang="en-US"/>
              <a:t>It determines the lenth of the string</a:t>
            </a:r>
          </a:p>
          <a:p>
            <a:endParaRPr lang="en-US"/>
          </a:p>
        </p:txBody>
      </p:sp>
      <p:pic>
        <p:nvPicPr>
          <p:cNvPr id="4" name="Picture 3" descr="Image 29-01-2024 at 11.51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2311400"/>
            <a:ext cx="56134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68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Length of a String</a:t>
            </a:r>
            <a:endParaRPr lang="en-US"/>
          </a:p>
        </p:txBody>
      </p:sp>
      <p:pic>
        <p:nvPicPr>
          <p:cNvPr id="4" name="Content Placeholder 3" descr="Image 01-02-2024 at 9.38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0070"/>
            <a:ext cx="10515600" cy="36125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A4E5-24CA-DCBB-D9DD-50CB47A2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29D76-AE6A-481B-61A1-564B3EFD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635"/>
            <a:ext cx="10515600" cy="807085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  <a:t>Cont...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C28AFB-5F0A-4035-8AC2-95F50BC20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373" y="1315720"/>
            <a:ext cx="7434942" cy="25162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28DD73-9140-50BB-CA28-F42BEDA52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222" y="4087545"/>
            <a:ext cx="7805243" cy="266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04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635"/>
            <a:ext cx="10515600" cy="807085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  <a:t>Cont...</a:t>
            </a:r>
          </a:p>
        </p:txBody>
      </p:sp>
      <p:pic>
        <p:nvPicPr>
          <p:cNvPr id="4" name="Content Placeholder 3" descr="Image 01-02-2024 at 9.41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4890" y="1475740"/>
            <a:ext cx="7616825" cy="4962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3615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Reverse of a String- Example</a:t>
            </a:r>
            <a:endParaRPr lang="en-US"/>
          </a:p>
        </p:txBody>
      </p:sp>
      <p:pic>
        <p:nvPicPr>
          <p:cNvPr id="4" name="Content Placeholder 3" descr="Image 01-02-2024 at 9.42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5810" y="1348740"/>
            <a:ext cx="8046085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0365"/>
            <a:ext cx="10515600" cy="711200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Theory of Formal Languages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br>
              <a:rPr lang="en-US"/>
            </a:br>
            <a:endParaRPr lang="en-US"/>
          </a:p>
        </p:txBody>
      </p:sp>
      <p:pic>
        <p:nvPicPr>
          <p:cNvPr id="4" name="Content Placeholder 3" descr="Image 01-02-2024 at 9.1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390" y="1778635"/>
            <a:ext cx="10515600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2805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Cont...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/>
          </a:p>
        </p:txBody>
      </p:sp>
      <p:pic>
        <p:nvPicPr>
          <p:cNvPr id="4" name="Content Placeholder 3" descr="Image 01-02-2024 at 9.22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17930"/>
            <a:ext cx="10515600" cy="49155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015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Concatenation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br>
              <a:rPr lang="en-US"/>
            </a:br>
            <a:endParaRPr lang="en-US"/>
          </a:p>
        </p:txBody>
      </p:sp>
      <p:pic>
        <p:nvPicPr>
          <p:cNvPr id="4" name="Content Placeholder 3" descr="Image 01-02-2024 at 9.24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2260"/>
            <a:ext cx="10759440" cy="2423795"/>
          </a:xfrm>
          <a:prstGeom prst="rect">
            <a:avLst/>
          </a:prstGeom>
        </p:spPr>
      </p:pic>
      <p:pic>
        <p:nvPicPr>
          <p:cNvPr id="5" name="Picture 4" descr="Image 01-02-2024 at 9.26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4448175"/>
            <a:ext cx="83312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035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Cont...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br>
              <a:rPr lang="en-US"/>
            </a:br>
            <a:endParaRPr lang="en-US"/>
          </a:p>
        </p:txBody>
      </p:sp>
      <p:pic>
        <p:nvPicPr>
          <p:cNvPr id="4" name="Content Placeholder 3" descr="Image 01-02-2024 at 9.2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0500"/>
            <a:ext cx="10515600" cy="2910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Cont...</a:t>
            </a:r>
            <a:endParaRPr lang="en-US"/>
          </a:p>
        </p:txBody>
      </p:sp>
      <p:pic>
        <p:nvPicPr>
          <p:cNvPr id="4" name="Content Placeholder 3" descr="Image 01-02-2024 at 9.34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77315"/>
            <a:ext cx="10515600" cy="41694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72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Cont...</a:t>
            </a:r>
            <a:endParaRPr lang="en-US"/>
          </a:p>
        </p:txBody>
      </p:sp>
      <p:pic>
        <p:nvPicPr>
          <p:cNvPr id="4" name="Content Placeholder 3" descr="Image 01-02-2024 at 9.36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63700"/>
            <a:ext cx="10515600" cy="42017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595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  <a:t>Palindrome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</a:br>
            <a:endParaRPr lang="en-US"/>
          </a:p>
        </p:txBody>
      </p:sp>
      <p:pic>
        <p:nvPicPr>
          <p:cNvPr id="4" name="Content Placeholder 3" descr="Image 01-02-2024 at 9.4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670" y="1205865"/>
            <a:ext cx="9267825" cy="53955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15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  <a:t>Kleene Star</a:t>
            </a:r>
          </a:p>
        </p:txBody>
      </p:sp>
      <p:pic>
        <p:nvPicPr>
          <p:cNvPr id="4" name="Content Placeholder 3" descr="Image 01-02-2024 at 9.49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1610"/>
            <a:ext cx="10515600" cy="45935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Kleene Star - Example</a:t>
            </a:r>
            <a:endParaRPr lang="en-US"/>
          </a:p>
        </p:txBody>
      </p:sp>
      <p:pic>
        <p:nvPicPr>
          <p:cNvPr id="4" name="Content Placeholder 3" descr="Image 01-02-2024 at 9.50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175" y="1825625"/>
            <a:ext cx="93910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72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  <a:t>Cont...</a:t>
            </a:r>
          </a:p>
        </p:txBody>
      </p:sp>
      <p:pic>
        <p:nvPicPr>
          <p:cNvPr id="4" name="Content Placeholder 3" descr="Image 01-02-2024 at 9.51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02435"/>
            <a:ext cx="10515600" cy="40716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01-02-2024 at 9.53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15870"/>
            <a:ext cx="10515600" cy="10629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Cont...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</a:br>
            <a:endParaRPr lang="en-US"/>
          </a:p>
        </p:txBody>
      </p:sp>
      <p:pic>
        <p:nvPicPr>
          <p:cNvPr id="4" name="Content Placeholder 3" descr="Image 01-02-2024 at 9.55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3460" y="1248410"/>
            <a:ext cx="7972425" cy="54057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4695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Example 2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/>
          </a:p>
        </p:txBody>
      </p:sp>
      <p:pic>
        <p:nvPicPr>
          <p:cNvPr id="4" name="Content Placeholder 3" descr="Image 01-02-2024 at 9.5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025" y="1273175"/>
            <a:ext cx="8808720" cy="52793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8085" y="2772410"/>
            <a:ext cx="5715635" cy="79311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/>
              <a:t>End of Lecture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164</Words>
  <Application>Microsoft Office PowerPoint</Application>
  <PresentationFormat>Widescreen</PresentationFormat>
  <Paragraphs>29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Algerian</vt:lpstr>
      <vt:lpstr>Arial</vt:lpstr>
      <vt:lpstr>Calibri</vt:lpstr>
      <vt:lpstr>Calibri Light</vt:lpstr>
      <vt:lpstr>Office Theme</vt:lpstr>
      <vt:lpstr> Theory of Automata (CSC- 402)  Semester : Spring 2026 Credit Hours: 3 </vt:lpstr>
      <vt:lpstr>Course Objective</vt:lpstr>
      <vt:lpstr> Theory of Automata Course</vt:lpstr>
      <vt:lpstr>PowerPoint Presentation</vt:lpstr>
      <vt:lpstr>Language</vt:lpstr>
      <vt:lpstr> Power of String </vt:lpstr>
      <vt:lpstr>Length of a String</vt:lpstr>
      <vt:lpstr>Cont...</vt:lpstr>
      <vt:lpstr>Cont...</vt:lpstr>
      <vt:lpstr>Reverse of a String- Example</vt:lpstr>
      <vt:lpstr>  Theory of Formal Languages  </vt:lpstr>
      <vt:lpstr> Cont... </vt:lpstr>
      <vt:lpstr>  Concatenation  </vt:lpstr>
      <vt:lpstr>  Cont...  </vt:lpstr>
      <vt:lpstr>Cont...</vt:lpstr>
      <vt:lpstr>Cont...</vt:lpstr>
      <vt:lpstr> Palindrome </vt:lpstr>
      <vt:lpstr>Kleene Star</vt:lpstr>
      <vt:lpstr>Kleene Star - Example</vt:lpstr>
      <vt:lpstr>Cont...</vt:lpstr>
      <vt:lpstr>PowerPoint Presentation</vt:lpstr>
      <vt:lpstr> Cont... </vt:lpstr>
      <vt:lpstr> Example 2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to Z</dc:creator>
  <cp:lastModifiedBy>Sheeza Batool</cp:lastModifiedBy>
  <cp:revision>286</cp:revision>
  <dcterms:created xsi:type="dcterms:W3CDTF">2026-02-11T10:43:45Z</dcterms:created>
  <dcterms:modified xsi:type="dcterms:W3CDTF">2026-02-12T06:16:02Z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