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SUS Scores by Participant (0–100)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SUS Score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P01
(Group A)</c:v>
                  </c:pt>
                  <c:pt idx="1">
                    <c:v>P02
(Group A)</c:v>
                  </c:pt>
                  <c:pt idx="2">
                    <c:v>P03
(Group A)</c:v>
                  </c:pt>
                  <c:pt idx="3">
                    <c:v>P04
(Group B)</c:v>
                  </c:pt>
                  <c:pt idx="4">
                    <c:v>P05
(Group B)</c:v>
                  </c:pt>
                  <c:pt idx="5">
                    <c:v>Average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67</c:v>
                </c:pt>
                <c:pt idx="2">
                  <c:v>58</c:v>
                </c:pt>
                <c:pt idx="3">
                  <c:v>74</c:v>
                </c:pt>
                <c:pt idx="4">
                  <c:v>79</c:v>
                </c:pt>
                <c:pt idx="5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COMPLETING THIS SLIDE:
After running your 5 user test sessions, replace each [PLACEHOLDER] card with real findings from your logging sheets.
For each finding, record:
- Which task (T1–T6) the issue occurred in
- Severity: High (task failure), Medium (major confusion), Low (minor friction)  
- Exact description of what happened (quote participant if possible)
- Your recommended fix
Delete the yellow warning bar at the top when done.
Typical findings for a lo-fi prototype like DailyKhata:
- Navigation confusion (wrong tab, back button usage)
- Terminology issues (Chart of Accounts codes unfamiliar to Group A)
- OCR verification screen: users skipping yellow flags
- AI assistant discoverability
- Alert bell icon visibility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 SCORING REMINDER:
Odd items (1,3,5,7,9): converted = rating - 1
Even items (2,4,6,8,10): converted = 5 - rating
Sum all 10 converted scores × 2.5 = final score
Replace the 6 bar values (line ~in chart data) with your real scores.
P01–P05 = each participant. The 6th bar is the average.
Score interpretation: Above 68 = acceptable. Above 80 = good. Below 52 = needs major rework.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ADD SCREENSHOTS:
1. Open your Figma med-fi prototype
2. Select each frame, press Ctrl+Shift+E (Export), choose PNG @2x
3. In PowerPoint: click each grey box, delete it, Insert &gt; Picture, place exported PNG in same position
4. Resize to fill the same area (approx 2.2" × 1.75" per screen)
You can also drag-and-drop PNG files directly onto each grey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36576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37160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237744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338328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4389120"/>
            <a:ext cx="36576" cy="36576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&amp; Computer Graphics  —  Spring 2026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36576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 Report  &amp;  Med-Fi Prototype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365760" y="2377440"/>
            <a:ext cx="41148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514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patches   |   Team No: 10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" y="2834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Mughal  F2023-009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Khadijah Zahoor  F2023-956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3474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  |   Lecturer: Sania Khalid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1097280"/>
            <a:ext cx="24688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Khata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640080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2026   |   HCI-Spring2026-Milestone04-patches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5 usability sessions with DailyKhata lo-fi prototype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548640"/>
            <a:ext cx="1737360" cy="86868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713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Participants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1627632"/>
            <a:ext cx="1737360" cy="86868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792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2706624"/>
            <a:ext cx="1737360" cy="86868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8712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min/session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3785616"/>
            <a:ext cx="1737360" cy="86868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39502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low-literacy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high-literacy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Tested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M03 tasks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Session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868680"/>
            <a:ext cx="19202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Profiles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0690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51760"/>
            <a:ext cx="40690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Low Digital Literacy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28–50, homemakers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mid-range device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Urdu-primary 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Notebook-based expense tracking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651760"/>
            <a:ext cx="40690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651760"/>
            <a:ext cx="406908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High Digital Literacy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18–28, students/freelancers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smartphone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Urdu/English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uses digital finance apps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Critical Incidents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PLACEHOLDER — Fill in with your actual session findings after running the 5 user tests. Instructions in speaker notes.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09728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53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Scan Receipt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147218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7218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6733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3/5 users did not notice yellow OCR-flagged fields.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984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Increase contrast on flagged fields; add explicit 'Tap to correct' tooltip.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10972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53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Price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47218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47218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8032" y="16733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Users confused Analytics tab with Khata tab.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8032" y="19842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Rename tab or add 'Price Tracker' shortcut on home dashboard.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68880"/>
            <a:ext cx="10972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Manual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52374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523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" y="27249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Chart of Accounts dropdown labels unclear to Group A.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" y="30358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plain-language descriptions under account codes.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46888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468880"/>
            <a:ext cx="109728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T4: AI Assistant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252374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523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28032" y="27249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Quick-question pills not discovered; users typed freely.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30358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Make pills more prominent; animate on first open.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52044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20440"/>
            <a:ext cx="109728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5570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T5: Analytics Review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66160" y="3575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57530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0352" y="377647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Month selector not obvious for switching to April.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" y="4087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 text filter with a visible month carousel.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52044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520440"/>
            <a:ext cx="109728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5570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T6: Price Alert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63840" y="3575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57530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28032" y="377647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e.g. Bell icon not found; 2/5 users never opened Alerts.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28032" y="40873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alert badge counter on bell; surface latest alert on home banner.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32104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Replace placeholder SUS scores with real scores after sessions. Formula: (sum of converted scores) × 2.5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801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Scale Reference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664208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664208"/>
            <a:ext cx="914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682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18745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— Excellent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23113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231136"/>
            <a:ext cx="914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249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68–84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24414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Good / Above Average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2798064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798064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816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52–67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30083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OK / Average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33649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3364992"/>
            <a:ext cx="9144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06440" y="35753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Poor — needs redesign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Priority Fixes for Med-Fi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65760" y="446227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3232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Most critical issue found — assign after testing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46120" y="44622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4612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93592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Second priority issue — assign after testing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26480" y="446227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4462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73952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 Third priority issue — assign after testing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Med-Fi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DailyKhata — upgraded from lo-fi with usability fixes &amp; 2 new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1783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5943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Screens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1536192"/>
            <a:ext cx="1783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733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 Flows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2615184"/>
            <a:ext cx="1783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75234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Android-sized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(360×800dp)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3694176"/>
            <a:ext cx="17830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3831336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→ Med-Fi: What Changed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Fixes Applied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flag fields: higher contrast + explicit 'Tap to correct' tooltip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labels: plain-language descriptions added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bell: red badge counter + latest alert surfaced on home banner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month selector: visible month carousel replaces text 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quick-question pills: repositioned prominently above input bar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40233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path: TYPE button renamed 'Add Manually' with icon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Med-Fi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T7 — Profile &amp; Account Settings (name, currency, language)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T8 — Export Khata as PDF / share monthly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Android screen size (360×800 dp / 393×852 pts)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Inter typeface throughout — no placeholder 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system: teal accent (#0EA5E9) replaces plain black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40233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Auto Layout applied to cards for pixel-correct spacing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Med-Fi Prototype — All 8 Task Flows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Scan &amp; Verify Receipt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Scan → Verify → Receipt Detail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692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Check Item Price History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Analytics → Price History → 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01952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568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Manual Expense Entry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Manual Entry → Khata Ledger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01952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568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T4: Ask AI About Spending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AI Assistant (chat)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9504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44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T5: Monthly Analytics Review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Khata → Analytics → Budget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950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889504"/>
            <a:ext cx="109728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44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T6: Act on Price Alert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Alerts → Price History → 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7705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77056"/>
            <a:ext cx="10972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95020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95020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T7: Profile &amp; Settings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352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Profile → Settings → Save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87705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77056"/>
            <a:ext cx="10972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95020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95020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T8: Export / Share Report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4352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Khata → Export → PDF Preview → Share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Link (Figma):  https://www.figma.com/proto/dTuQ4yL1cYNPl4BRI9wzqZ/DailyKhata — also in private comments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Med-Fi Prototype — Key Screens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32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PLACEHOLDER — Paste scaled-down screenshots of your Figma med-fi screens into the grey boxes below. Required by M04 deliverable.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Receipt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Receipt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49440" y="123444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2496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Detail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301752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WF-07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0" y="3017520"/>
            <a:ext cx="2011680" cy="16002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WF-11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Med-Fi Upgrade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frame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frames → W: 393, H: 852 (iPhone 14) or W: 360, H: 800 (Android mid-range). Resize contents proportionally.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299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Inter typeface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text → change to Inter Regular/Bold. Remove placeholder text (any '...' or [bracket] content).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3580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teal colour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pure black fill with #1E3A5F (navy) and #0EA5E9 (sky blue) accent. All buttons: #0EA5E9 fill, white text.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4164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OCR flag contrast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Verification screen: change yellow dashed border to solid #F59E0B with 'Tap to correct ↑' label visible at 12px.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2412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1005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alerts badge on bell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261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screen: overlay a red circle (16px) with number '2' on the bell icon. Duplicate the banner row for Cooking Oil alert.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299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T7 — Settings screen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267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frame: Profile photo, Name, Phone, Currency (Rs.), Language (Urdu/EN), PIN toggle. Link from home avatar.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3580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T8 — Export screen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273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frame: Export button in Khata ledger → PDF preview modal → Share/WhatsApp/Save buttons.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04164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connections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Re-wire all 8 task flows. Smart-animate transitions. Test full click-through for every task before sharing link.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Submission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78408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9509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 user test sessions using M03 script (recruit via WhatsApp/friends/family)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07592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344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Slides 3–4 with real findings from logging sheets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64792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37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SUS placeholder scores on Slide 5 with real participant scores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93976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57984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305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8 Figma checklist steps (Slide 10) to build med-fi prototype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51176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237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scaled-down screenshots to Slide 9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44368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9169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screen-capture walkthrough video of prototype (all 8 tasks)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37560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310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 as:  HCI-Spring2026-Milestone04-patches.ppt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66744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30752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.ppt to Google Classroom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59936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23944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0965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Figma link in private comments on submission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453128"/>
            <a:ext cx="84124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517136"/>
            <a:ext cx="210312" cy="210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4897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video link in private comments on submission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HCI-Spring2026-Milestone04-patches</dc:title>
  <dc:subject>PptxGenJS Presentation</dc:subject>
  <dc:creator>PptxGenJS</dc:creator>
  <cp:lastModifiedBy>PptxGenJS</cp:lastModifiedBy>
  <cp:revision>1</cp:revision>
  <dcterms:created xsi:type="dcterms:W3CDTF">2026-05-28T11:11:06Z</dcterms:created>
  <dcterms:modified xsi:type="dcterms:W3CDTF">2026-05-28T11:11:06Z</dcterms:modified>
</cp:coreProperties>
</file>