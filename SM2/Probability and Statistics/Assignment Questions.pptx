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630A8-750F-D122-8873-B1DFA772FC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E01B6B-95B8-4DF2-BADE-3956A0C2B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7CBB7-4085-9922-D020-91249DF5F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07304-CC1F-4100-B547-2E363B620B35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B9289-DBC0-3187-F36F-A9B9E677C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31AE5-51AB-E0CC-E051-ADA1738FF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8D0C0-FADF-4461-8E59-05B4B51FF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098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3BA97-96D3-143D-A3B8-B03F29A2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C9110-EB31-3FB1-F67A-7131446DD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B74DE-FAC8-0ED9-4CE9-E7C5C2C2E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07304-CC1F-4100-B547-2E363B620B35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85EC8-972C-52BE-777A-209DE437E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D04F5-0A5D-DEA2-3310-9607B53F7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8D0C0-FADF-4461-8E59-05B4B51FF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255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B6557-7B79-97B6-1944-DBBA85939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EA750-6F3F-18EF-F630-764EFEF9B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AEABB-2D87-25E1-430F-794FE15DB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07304-CC1F-4100-B547-2E363B620B35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4C177-805C-11A7-84D6-B8E99DB90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DC2AB-5C34-0F68-212B-5D5F62930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8D0C0-FADF-4461-8E59-05B4B51FF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316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37B70-444C-F7B8-841E-ADD68A8DC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47112-77E3-1C1D-8366-3A0906E69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B1D77D-FC2B-D347-7931-387AF6848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B81A4-120F-E568-F639-FB5EF3F3E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07304-CC1F-4100-B547-2E363B620B35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445A2-2FAC-589C-5DC3-C2090C71C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638AF-52CA-BEC2-217A-F093035B1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8D0C0-FADF-4461-8E59-05B4B51FF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49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B0C14-C7DC-1360-FBEE-149B3A3C0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FF732-5F88-9C32-BD35-F1E0755EA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25DA4-BCFF-7F58-3402-35A3A733B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0433B6-4AA3-D236-AF54-4B0A9BDE3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9EA2F5-CF4C-4FE3-814B-C05082338B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57FA93-B175-A001-F2DE-D0AB80F67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07304-CC1F-4100-B547-2E363B620B35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07CD0F-D119-DB9E-31D5-A66CB2976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93D924-220E-CE58-4DA4-5F150EB68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8D0C0-FADF-4461-8E59-05B4B51FF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77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F869-837C-FB55-2519-2BED5F3A9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67074A-1D03-1CE7-8D34-A6624F7CB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07304-CC1F-4100-B547-2E363B620B35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9C92BB-AB18-B653-BFEB-1580AFD92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038E2D-5DA7-6F4D-7F3B-9738535E5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8D0C0-FADF-4461-8E59-05B4B51FF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38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BE2824-2F8F-12B9-35E1-C408AD10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07304-CC1F-4100-B547-2E363B620B35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C5EF7D-0E0E-A335-F797-E461F0FA7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2E195-FF7F-82A9-650A-D1E4B714B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8D0C0-FADF-4461-8E59-05B4B51FF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364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4499-F188-6C9F-A414-DB196C5BC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B57BB-C321-2ACC-1AA6-38BC1D581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7EF0F-371E-162C-A60C-0CC760005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F6FA1-0DDD-5A63-7EC6-40AB6A35B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07304-CC1F-4100-B547-2E363B620B35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008E6-444E-1EA5-E455-1D2277C30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67C8B-310F-4DA5-D06F-0E32A4D4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8D0C0-FADF-4461-8E59-05B4B51FF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63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660BD-0E8A-0C49-B7C0-9CA88BA5C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74917A-86AF-FF16-EF0B-D71894270C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B3027-7FD8-63C8-B485-6D6E80B61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CF2BA-222F-D25F-F552-E1FAA131C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07304-CC1F-4100-B547-2E363B620B35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CDD7B-3A7D-C19C-BDFF-7A9CDB37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16E38-305B-0EC2-4C7C-7B83C103C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8D0C0-FADF-4461-8E59-05B4B51FF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408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49C51-AB04-8132-11B5-80336EC52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1370F7-BCCF-8652-3910-2BDCB43A3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E9D82-50C8-EC00-0A89-5B661B066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07304-CC1F-4100-B547-2E363B620B35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F7BCA-2416-F5C4-42CC-E33C940D8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200F4-7698-250E-F482-BFC67AA74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8D0C0-FADF-4461-8E59-05B4B51FF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12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289087-D0EB-706C-4DA4-9FA9838A18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C56BFB-D473-A00C-3854-53B09A6C5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54E5A-F965-50F1-F220-E6A4B3069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07304-CC1F-4100-B547-2E363B620B35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612A5-CEFA-31B8-DD27-5FB026608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8E772-A2BE-6E05-E2F0-E80CB58FC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8D0C0-FADF-4461-8E59-05B4B51FF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98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35216B-63C1-1735-EA48-72342FC3B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E4460-63A2-37CB-7AEA-1AB873BDC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B0A9B-98DB-E150-C9E3-0870162171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07304-CC1F-4100-B547-2E363B620B35}" type="datetimeFigureOut">
              <a:rPr lang="en-US" smtClean="0"/>
              <a:t>2/14/2024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8B6CF-8CC6-E459-DD56-8833F76D0E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F5D4F-CEC4-A2B9-A37E-AFDBF20AB7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8D0C0-FADF-4461-8E59-05B4B51FF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8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56235-61D7-C9D6-4F16-1E280B1A52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B4C165-5C26-7E3E-DB0F-F9ABD87FAC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74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9A7AB-2C6C-4C30-F64A-8F83A3188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0EA79-103C-36E2-5D55-7A209E471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Q)1.22 (b, c)</a:t>
            </a:r>
          </a:p>
          <a:p>
            <a:r>
              <a:rPr lang="en-US" b="0" i="0" dirty="0">
                <a:effectLst/>
                <a:latin typeface="Roboto" panose="02000000000000000000" pitchFamily="2" charset="0"/>
              </a:rPr>
              <a:t>Using data of questions 1.18 and 1.19 </a:t>
            </a:r>
          </a:p>
          <a:p>
            <a:pPr marL="0" indent="0">
              <a:buNone/>
            </a:pPr>
            <a:r>
              <a:rPr lang="en-US" b="0" i="0" dirty="0">
                <a:effectLst/>
                <a:latin typeface="Roboto" panose="02000000000000000000" pitchFamily="2" charset="0"/>
              </a:rPr>
              <a:t> a) Construct relative frequency distribution</a:t>
            </a:r>
            <a:br>
              <a:rPr lang="en-US" dirty="0"/>
            </a:br>
            <a:r>
              <a:rPr lang="en-US" dirty="0"/>
              <a:t> </a:t>
            </a:r>
            <a:r>
              <a:rPr lang="en-US" b="0" i="0" dirty="0">
                <a:effectLst/>
                <a:latin typeface="Roboto" panose="02000000000000000000" pitchFamily="2" charset="0"/>
              </a:rPr>
              <a:t>b) Find class boundaries and midpoints</a:t>
            </a:r>
          </a:p>
          <a:p>
            <a:pPr marL="0" indent="0">
              <a:buNone/>
            </a:pPr>
            <a:r>
              <a:rPr lang="en-US" dirty="0">
                <a:latin typeface="Roboto" panose="02000000000000000000" pitchFamily="2" charset="0"/>
              </a:rPr>
              <a:t> c) Construct cumulative </a:t>
            </a:r>
            <a:r>
              <a:rPr lang="en-US">
                <a:latin typeface="Roboto" panose="02000000000000000000" pitchFamily="2" charset="0"/>
              </a:rPr>
              <a:t>frequency distribution</a:t>
            </a:r>
            <a:endParaRPr lang="en-US" b="0" i="0" dirty="0"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en-US" dirty="0">
                <a:latin typeface="Roboto" panose="02000000000000000000" pitchFamily="2" charset="0"/>
              </a:rPr>
              <a:t> c)</a:t>
            </a:r>
            <a:r>
              <a:rPr lang="en-US" dirty="0"/>
              <a:t> </a:t>
            </a:r>
            <a:r>
              <a:rPr lang="en-US" dirty="0">
                <a:latin typeface="Roboto" panose="02000000000000000000" pitchFamily="2" charset="0"/>
              </a:rPr>
              <a:t>Construct a relative frequency histogram and discuss the</a:t>
            </a:r>
          </a:p>
          <a:p>
            <a:pPr marL="0" indent="0">
              <a:buNone/>
            </a:pPr>
            <a:r>
              <a:rPr lang="en-US" dirty="0">
                <a:latin typeface="Roboto" panose="02000000000000000000" pitchFamily="2" charset="0"/>
              </a:rPr>
              <a:t> skewness of the distribution.</a:t>
            </a:r>
          </a:p>
          <a:p>
            <a:pPr marL="0" indent="0">
              <a:buNone/>
            </a:pPr>
            <a:endParaRPr lang="en-US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001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F8D4B5-02BE-7FE8-DDF9-DC9387D89F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82" t="33405" r="19614" b="1742"/>
          <a:stretch/>
        </p:blipFill>
        <p:spPr>
          <a:xfrm>
            <a:off x="2620370" y="2688609"/>
            <a:ext cx="6007290" cy="406694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16A9F2-97B2-9539-9788-B2D672772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1973" y="51294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 randomly selected college applicants, the following frequency distribution for entrance exam scores was obtained.</a:t>
            </a:r>
          </a:p>
          <a:p>
            <a:pPr marL="0" indent="0">
              <a:buNone/>
            </a:pPr>
            <a:r>
              <a:rPr lang="en-US" dirty="0"/>
              <a:t>Construct histogram, relative frequency polygon and ogive </a:t>
            </a:r>
          </a:p>
        </p:txBody>
      </p:sp>
    </p:spTree>
    <p:extLst>
      <p:ext uri="{BB962C8B-B14F-4D97-AF65-F5344CB8AC3E}">
        <p14:creationId xmlns:p14="http://schemas.microsoft.com/office/powerpoint/2010/main" val="3916110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7A9567-0EB3-B9E9-7598-FBB0B5522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958" y="608074"/>
            <a:ext cx="8730994" cy="532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1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F886DE-9A6C-BB69-4C24-4C9461416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329" y="742309"/>
            <a:ext cx="10086102" cy="26866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63BF1C-9AC9-AFBB-6617-56AEA3225332}"/>
              </a:ext>
            </a:extLst>
          </p:cNvPr>
          <p:cNvSpPr txBox="1"/>
          <p:nvPr/>
        </p:nvSpPr>
        <p:spPr>
          <a:xfrm>
            <a:off x="1613848" y="3861895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</a:rPr>
              <a:t> Construct histogram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514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86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Roboto</vt:lpstr>
      <vt:lpstr>Times New Roman</vt:lpstr>
      <vt:lpstr>Office Theme</vt:lpstr>
      <vt:lpstr>Assignment</vt:lpstr>
      <vt:lpstr>Chapter 1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amna humayun</dc:creator>
  <cp:lastModifiedBy>amna humayun</cp:lastModifiedBy>
  <cp:revision>8</cp:revision>
  <dcterms:created xsi:type="dcterms:W3CDTF">2024-02-12T21:04:29Z</dcterms:created>
  <dcterms:modified xsi:type="dcterms:W3CDTF">2024-02-13T19:53:26Z</dcterms:modified>
</cp:coreProperties>
</file>